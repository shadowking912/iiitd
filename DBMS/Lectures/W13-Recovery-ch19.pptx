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799" r:id="rId1"/>
  </p:sldMasterIdLst>
  <p:notesMasterIdLst>
    <p:notesMasterId r:id="rId44"/>
  </p:notesMasterIdLst>
  <p:handoutMasterIdLst>
    <p:handoutMasterId r:id="rId45"/>
  </p:handoutMasterIdLst>
  <p:sldIdLst>
    <p:sldId id="335" r:id="rId2"/>
    <p:sldId id="257" r:id="rId3"/>
    <p:sldId id="315" r:id="rId4"/>
    <p:sldId id="261" r:id="rId5"/>
    <p:sldId id="410" r:id="rId6"/>
    <p:sldId id="266" r:id="rId7"/>
    <p:sldId id="377" r:id="rId8"/>
    <p:sldId id="273" r:id="rId9"/>
    <p:sldId id="274" r:id="rId10"/>
    <p:sldId id="275" r:id="rId11"/>
    <p:sldId id="276" r:id="rId12"/>
    <p:sldId id="385" r:id="rId13"/>
    <p:sldId id="400" r:id="rId14"/>
    <p:sldId id="381" r:id="rId15"/>
    <p:sldId id="382" r:id="rId16"/>
    <p:sldId id="285" r:id="rId17"/>
    <p:sldId id="318" r:id="rId18"/>
    <p:sldId id="286" r:id="rId19"/>
    <p:sldId id="383" r:id="rId20"/>
    <p:sldId id="287" r:id="rId21"/>
    <p:sldId id="288" r:id="rId22"/>
    <p:sldId id="408" r:id="rId23"/>
    <p:sldId id="319" r:id="rId24"/>
    <p:sldId id="320" r:id="rId25"/>
    <p:sldId id="321" r:id="rId26"/>
    <p:sldId id="347" r:id="rId27"/>
    <p:sldId id="412" r:id="rId28"/>
    <p:sldId id="325" r:id="rId29"/>
    <p:sldId id="390" r:id="rId30"/>
    <p:sldId id="348" r:id="rId31"/>
    <p:sldId id="323" r:id="rId32"/>
    <p:sldId id="350" r:id="rId33"/>
    <p:sldId id="326" r:id="rId34"/>
    <p:sldId id="327" r:id="rId35"/>
    <p:sldId id="328" r:id="rId36"/>
    <p:sldId id="363" r:id="rId37"/>
    <p:sldId id="329" r:id="rId38"/>
    <p:sldId id="391" r:id="rId39"/>
    <p:sldId id="324" r:id="rId40"/>
    <p:sldId id="331" r:id="rId41"/>
    <p:sldId id="405" r:id="rId42"/>
    <p:sldId id="409" r:id="rId43"/>
  </p:sldIdLst>
  <p:sldSz cx="9144000" cy="6858000" type="screen4x3"/>
  <p:notesSz cx="6997700" cy="9283700"/>
  <p:defaultTextStyle>
    <a:defPPr>
      <a:defRPr lang="en-US"/>
    </a:defPPr>
    <a:lvl1pPr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1pPr>
    <a:lvl2pPr marL="457200"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2pPr>
    <a:lvl3pPr marL="914400"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3pPr>
    <a:lvl4pPr marL="1371600"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4pPr>
    <a:lvl5pPr marL="1828800"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5pPr>
    <a:lvl6pPr marL="2286000" algn="l" defTabSz="914400" rtl="0" eaLnBrk="1" latinLnBrk="0" hangingPunct="1">
      <a:defRPr sz="1600" kern="1200">
        <a:solidFill>
          <a:schemeClr val="tx1"/>
        </a:solidFill>
        <a:latin typeface="Helvetica" panose="020B0604020202020204" pitchFamily="34" charset="0"/>
        <a:ea typeface="MS PGothic" panose="020B0600070205080204" pitchFamily="34" charset="-128"/>
        <a:cs typeface="+mn-cs"/>
      </a:defRPr>
    </a:lvl6pPr>
    <a:lvl7pPr marL="2743200" algn="l" defTabSz="914400" rtl="0" eaLnBrk="1" latinLnBrk="0" hangingPunct="1">
      <a:defRPr sz="1600" kern="1200">
        <a:solidFill>
          <a:schemeClr val="tx1"/>
        </a:solidFill>
        <a:latin typeface="Helvetica" panose="020B0604020202020204" pitchFamily="34" charset="0"/>
        <a:ea typeface="MS PGothic" panose="020B0600070205080204" pitchFamily="34" charset="-128"/>
        <a:cs typeface="+mn-cs"/>
      </a:defRPr>
    </a:lvl7pPr>
    <a:lvl8pPr marL="3200400" algn="l" defTabSz="914400" rtl="0" eaLnBrk="1" latinLnBrk="0" hangingPunct="1">
      <a:defRPr sz="1600" kern="1200">
        <a:solidFill>
          <a:schemeClr val="tx1"/>
        </a:solidFill>
        <a:latin typeface="Helvetica" panose="020B0604020202020204" pitchFamily="34" charset="0"/>
        <a:ea typeface="MS PGothic" panose="020B0600070205080204" pitchFamily="34" charset="-128"/>
        <a:cs typeface="+mn-cs"/>
      </a:defRPr>
    </a:lvl8pPr>
    <a:lvl9pPr marL="3657600" algn="l" defTabSz="914400" rtl="0" eaLnBrk="1" latinLnBrk="0" hangingPunct="1">
      <a:defRPr sz="1600" kern="1200">
        <a:solidFill>
          <a:schemeClr val="tx1"/>
        </a:solidFill>
        <a:latin typeface="Helvetica" panose="020B060402020202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697">
          <p15:clr>
            <a:srgbClr val="A4A3A4"/>
          </p15:clr>
        </p15:guide>
        <p15:guide id="2" pos="53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00"/>
    <a:srgbClr val="9BE1FF"/>
    <a:srgbClr val="000099"/>
    <a:srgbClr val="DDDDD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0" d="100"/>
          <a:sy n="70" d="100"/>
        </p:scale>
        <p:origin x="835" y="38"/>
      </p:cViewPr>
      <p:guideLst>
        <p:guide orient="horz" pos="697"/>
        <p:guide pos="531"/>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13842"/>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6194" name="Rectangle 2"/>
          <p:cNvSpPr>
            <a:spLocks noGrp="1" noChangeArrowheads="1"/>
          </p:cNvSpPr>
          <p:nvPr>
            <p:ph type="hdr" sz="quarter"/>
          </p:nvPr>
        </p:nvSpPr>
        <p:spPr bwMode="auto">
          <a:xfrm>
            <a:off x="0" y="0"/>
            <a:ext cx="3032125" cy="463550"/>
          </a:xfrm>
          <a:prstGeom prst="rect">
            <a:avLst/>
          </a:prstGeom>
          <a:noFill/>
          <a:ln w="9525">
            <a:noFill/>
            <a:miter lim="800000"/>
            <a:headEnd/>
            <a:tailEnd/>
          </a:ln>
          <a:effectLst/>
        </p:spPr>
        <p:txBody>
          <a:bodyPr vert="horz" wrap="square" lIns="93027" tIns="46514" rIns="93027" bIns="46514" numCol="1" anchor="t" anchorCtr="0" compatLnSpc="1">
            <a:prstTxWarp prst="textNoShape">
              <a:avLst/>
            </a:prstTxWarp>
          </a:bodyPr>
          <a:lstStyle>
            <a:lvl1pPr defTabSz="930275">
              <a:defRPr sz="1300">
                <a:latin typeface="Times New Roman" charset="0"/>
                <a:ea typeface="+mn-ea"/>
                <a:cs typeface="+mn-cs"/>
              </a:defRPr>
            </a:lvl1pPr>
          </a:lstStyle>
          <a:p>
            <a:pPr>
              <a:defRPr/>
            </a:pPr>
            <a:endParaRPr lang="en-US"/>
          </a:p>
        </p:txBody>
      </p:sp>
      <p:sp>
        <p:nvSpPr>
          <p:cNvPr id="136195" name="Rectangle 3"/>
          <p:cNvSpPr>
            <a:spLocks noGrp="1" noChangeArrowheads="1"/>
          </p:cNvSpPr>
          <p:nvPr>
            <p:ph type="dt" sz="quarter" idx="1"/>
          </p:nvPr>
        </p:nvSpPr>
        <p:spPr bwMode="auto">
          <a:xfrm>
            <a:off x="3965575" y="0"/>
            <a:ext cx="3032125" cy="463550"/>
          </a:xfrm>
          <a:prstGeom prst="rect">
            <a:avLst/>
          </a:prstGeom>
          <a:noFill/>
          <a:ln w="9525">
            <a:noFill/>
            <a:miter lim="800000"/>
            <a:headEnd/>
            <a:tailEnd/>
          </a:ln>
          <a:effectLst/>
        </p:spPr>
        <p:txBody>
          <a:bodyPr vert="horz" wrap="square" lIns="93027" tIns="46514" rIns="93027" bIns="46514" numCol="1" anchor="t" anchorCtr="0" compatLnSpc="1">
            <a:prstTxWarp prst="textNoShape">
              <a:avLst/>
            </a:prstTxWarp>
          </a:bodyPr>
          <a:lstStyle>
            <a:lvl1pPr algn="r" defTabSz="930275">
              <a:defRPr sz="1300">
                <a:latin typeface="Times New Roman" charset="0"/>
                <a:ea typeface="+mn-ea"/>
                <a:cs typeface="+mn-cs"/>
              </a:defRPr>
            </a:lvl1pPr>
          </a:lstStyle>
          <a:p>
            <a:pPr>
              <a:defRPr/>
            </a:pPr>
            <a:endParaRPr lang="en-US"/>
          </a:p>
        </p:txBody>
      </p:sp>
      <p:sp>
        <p:nvSpPr>
          <p:cNvPr id="136196" name="Rectangle 4"/>
          <p:cNvSpPr>
            <a:spLocks noGrp="1" noChangeArrowheads="1"/>
          </p:cNvSpPr>
          <p:nvPr>
            <p:ph type="ftr" sz="quarter" idx="2"/>
          </p:nvPr>
        </p:nvSpPr>
        <p:spPr bwMode="auto">
          <a:xfrm>
            <a:off x="0" y="8820150"/>
            <a:ext cx="3032125" cy="463550"/>
          </a:xfrm>
          <a:prstGeom prst="rect">
            <a:avLst/>
          </a:prstGeom>
          <a:noFill/>
          <a:ln w="9525">
            <a:noFill/>
            <a:miter lim="800000"/>
            <a:headEnd/>
            <a:tailEnd/>
          </a:ln>
          <a:effectLst/>
        </p:spPr>
        <p:txBody>
          <a:bodyPr vert="horz" wrap="square" lIns="93027" tIns="46514" rIns="93027" bIns="46514" numCol="1" anchor="b" anchorCtr="0" compatLnSpc="1">
            <a:prstTxWarp prst="textNoShape">
              <a:avLst/>
            </a:prstTxWarp>
          </a:bodyPr>
          <a:lstStyle>
            <a:lvl1pPr defTabSz="930275">
              <a:defRPr sz="1300">
                <a:latin typeface="Times New Roman" charset="0"/>
                <a:ea typeface="+mn-ea"/>
                <a:cs typeface="+mn-cs"/>
              </a:defRPr>
            </a:lvl1pPr>
          </a:lstStyle>
          <a:p>
            <a:pPr>
              <a:defRPr/>
            </a:pPr>
            <a:endParaRPr lang="en-US"/>
          </a:p>
        </p:txBody>
      </p:sp>
      <p:sp>
        <p:nvSpPr>
          <p:cNvPr id="136197" name="Rectangle 5"/>
          <p:cNvSpPr>
            <a:spLocks noGrp="1" noChangeArrowheads="1"/>
          </p:cNvSpPr>
          <p:nvPr>
            <p:ph type="sldNum" sz="quarter" idx="3"/>
          </p:nvPr>
        </p:nvSpPr>
        <p:spPr bwMode="auto">
          <a:xfrm>
            <a:off x="3965575" y="8820150"/>
            <a:ext cx="3032125" cy="463550"/>
          </a:xfrm>
          <a:prstGeom prst="rect">
            <a:avLst/>
          </a:prstGeom>
          <a:noFill/>
          <a:ln w="9525">
            <a:noFill/>
            <a:miter lim="800000"/>
            <a:headEnd/>
            <a:tailEnd/>
          </a:ln>
          <a:effectLst/>
        </p:spPr>
        <p:txBody>
          <a:bodyPr vert="horz" wrap="square" lIns="93027" tIns="46514" rIns="93027" bIns="46514" numCol="1" anchor="b" anchorCtr="0" compatLnSpc="1">
            <a:prstTxWarp prst="textNoShape">
              <a:avLst/>
            </a:prstTxWarp>
          </a:bodyPr>
          <a:lstStyle>
            <a:lvl1pPr algn="r" defTabSz="930275">
              <a:defRPr sz="1300">
                <a:latin typeface="Times New Roman" panose="02020603050405020304" pitchFamily="18" charset="0"/>
              </a:defRPr>
            </a:lvl1pPr>
          </a:lstStyle>
          <a:p>
            <a:fld id="{0A99E714-F92D-4350-AE85-BDE4CF7BFB4A}" type="slidenum">
              <a:rPr lang="en-US" altLang="en-US"/>
              <a:pPr/>
              <a:t>‹#›</a:t>
            </a:fld>
            <a:endParaRPr lang="en-US"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3362" name="Rectangle 2"/>
          <p:cNvSpPr>
            <a:spLocks noGrp="1" noChangeArrowheads="1"/>
          </p:cNvSpPr>
          <p:nvPr>
            <p:ph type="hdr" sz="quarter"/>
          </p:nvPr>
        </p:nvSpPr>
        <p:spPr bwMode="auto">
          <a:xfrm>
            <a:off x="0" y="0"/>
            <a:ext cx="3032125" cy="463550"/>
          </a:xfrm>
          <a:prstGeom prst="rect">
            <a:avLst/>
          </a:prstGeom>
          <a:noFill/>
          <a:ln w="9525">
            <a:noFill/>
            <a:miter lim="800000"/>
            <a:headEnd/>
            <a:tailEnd/>
          </a:ln>
          <a:effectLst/>
        </p:spPr>
        <p:txBody>
          <a:bodyPr vert="horz" wrap="square" lIns="88002" tIns="44001" rIns="88002" bIns="44001" numCol="1" anchor="t" anchorCtr="0" compatLnSpc="1">
            <a:prstTxWarp prst="textNoShape">
              <a:avLst/>
            </a:prstTxWarp>
          </a:bodyPr>
          <a:lstStyle>
            <a:lvl1pPr defTabSz="879475">
              <a:defRPr sz="1200">
                <a:latin typeface="Times New Roman" charset="0"/>
                <a:ea typeface="+mn-ea"/>
                <a:cs typeface="+mn-cs"/>
              </a:defRPr>
            </a:lvl1pPr>
          </a:lstStyle>
          <a:p>
            <a:pPr>
              <a:defRPr/>
            </a:pPr>
            <a:endParaRPr lang="en-US"/>
          </a:p>
        </p:txBody>
      </p:sp>
      <p:sp>
        <p:nvSpPr>
          <p:cNvPr id="143363" name="Rectangle 3"/>
          <p:cNvSpPr>
            <a:spLocks noGrp="1" noChangeArrowheads="1"/>
          </p:cNvSpPr>
          <p:nvPr>
            <p:ph type="dt" idx="1"/>
          </p:nvPr>
        </p:nvSpPr>
        <p:spPr bwMode="auto">
          <a:xfrm>
            <a:off x="3963988" y="0"/>
            <a:ext cx="3032125" cy="463550"/>
          </a:xfrm>
          <a:prstGeom prst="rect">
            <a:avLst/>
          </a:prstGeom>
          <a:noFill/>
          <a:ln w="9525">
            <a:noFill/>
            <a:miter lim="800000"/>
            <a:headEnd/>
            <a:tailEnd/>
          </a:ln>
          <a:effectLst/>
        </p:spPr>
        <p:txBody>
          <a:bodyPr vert="horz" wrap="square" lIns="88002" tIns="44001" rIns="88002" bIns="44001" numCol="1" anchor="t" anchorCtr="0" compatLnSpc="1">
            <a:prstTxWarp prst="textNoShape">
              <a:avLst/>
            </a:prstTxWarp>
          </a:bodyPr>
          <a:lstStyle>
            <a:lvl1pPr algn="r" defTabSz="879475">
              <a:defRPr sz="1200">
                <a:latin typeface="Times New Roman" charset="0"/>
                <a:ea typeface="+mn-ea"/>
                <a:cs typeface="+mn-cs"/>
              </a:defRPr>
            </a:lvl1pPr>
          </a:lstStyle>
          <a:p>
            <a:pPr>
              <a:defRPr/>
            </a:pPr>
            <a:endParaRPr lang="en-US"/>
          </a:p>
        </p:txBody>
      </p:sp>
      <p:sp>
        <p:nvSpPr>
          <p:cNvPr id="106500" name="Rectangle 4"/>
          <p:cNvSpPr>
            <a:spLocks noGrp="1" noRot="1" noChangeAspect="1" noChangeArrowheads="1" noTextEdit="1"/>
          </p:cNvSpPr>
          <p:nvPr>
            <p:ph type="sldImg" idx="2"/>
          </p:nvPr>
        </p:nvSpPr>
        <p:spPr bwMode="auto">
          <a:xfrm>
            <a:off x="1177925" y="696913"/>
            <a:ext cx="4641850" cy="3481387"/>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3365" name="Rectangle 5"/>
          <p:cNvSpPr>
            <a:spLocks noGrp="1" noChangeArrowheads="1"/>
          </p:cNvSpPr>
          <p:nvPr>
            <p:ph type="body" sz="quarter" idx="3"/>
          </p:nvPr>
        </p:nvSpPr>
        <p:spPr bwMode="auto">
          <a:xfrm>
            <a:off x="700088" y="4410075"/>
            <a:ext cx="5597525" cy="4176713"/>
          </a:xfrm>
          <a:prstGeom prst="rect">
            <a:avLst/>
          </a:prstGeom>
          <a:noFill/>
          <a:ln w="9525">
            <a:noFill/>
            <a:miter lim="800000"/>
            <a:headEnd/>
            <a:tailEnd/>
          </a:ln>
          <a:effectLst/>
        </p:spPr>
        <p:txBody>
          <a:bodyPr vert="horz" wrap="square" lIns="88002" tIns="44001" rIns="88002" bIns="44001"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43366" name="Rectangle 6"/>
          <p:cNvSpPr>
            <a:spLocks noGrp="1" noChangeArrowheads="1"/>
          </p:cNvSpPr>
          <p:nvPr>
            <p:ph type="ftr" sz="quarter" idx="4"/>
          </p:nvPr>
        </p:nvSpPr>
        <p:spPr bwMode="auto">
          <a:xfrm>
            <a:off x="0" y="8818563"/>
            <a:ext cx="3032125" cy="463550"/>
          </a:xfrm>
          <a:prstGeom prst="rect">
            <a:avLst/>
          </a:prstGeom>
          <a:noFill/>
          <a:ln w="9525">
            <a:noFill/>
            <a:miter lim="800000"/>
            <a:headEnd/>
            <a:tailEnd/>
          </a:ln>
          <a:effectLst/>
        </p:spPr>
        <p:txBody>
          <a:bodyPr vert="horz" wrap="square" lIns="88002" tIns="44001" rIns="88002" bIns="44001" numCol="1" anchor="b" anchorCtr="0" compatLnSpc="1">
            <a:prstTxWarp prst="textNoShape">
              <a:avLst/>
            </a:prstTxWarp>
          </a:bodyPr>
          <a:lstStyle>
            <a:lvl1pPr defTabSz="879475">
              <a:defRPr sz="1200">
                <a:latin typeface="Times New Roman" charset="0"/>
                <a:ea typeface="+mn-ea"/>
                <a:cs typeface="+mn-cs"/>
              </a:defRPr>
            </a:lvl1pPr>
          </a:lstStyle>
          <a:p>
            <a:pPr>
              <a:defRPr/>
            </a:pPr>
            <a:endParaRPr lang="en-US"/>
          </a:p>
        </p:txBody>
      </p:sp>
      <p:sp>
        <p:nvSpPr>
          <p:cNvPr id="143367" name="Rectangle 7"/>
          <p:cNvSpPr>
            <a:spLocks noGrp="1" noChangeArrowheads="1"/>
          </p:cNvSpPr>
          <p:nvPr>
            <p:ph type="sldNum" sz="quarter" idx="5"/>
          </p:nvPr>
        </p:nvSpPr>
        <p:spPr bwMode="auto">
          <a:xfrm>
            <a:off x="3963988" y="8818563"/>
            <a:ext cx="3032125" cy="463550"/>
          </a:xfrm>
          <a:prstGeom prst="rect">
            <a:avLst/>
          </a:prstGeom>
          <a:noFill/>
          <a:ln w="9525">
            <a:noFill/>
            <a:miter lim="800000"/>
            <a:headEnd/>
            <a:tailEnd/>
          </a:ln>
          <a:effectLst/>
        </p:spPr>
        <p:txBody>
          <a:bodyPr vert="horz" wrap="square" lIns="88002" tIns="44001" rIns="88002" bIns="44001" numCol="1" anchor="b" anchorCtr="0" compatLnSpc="1">
            <a:prstTxWarp prst="textNoShape">
              <a:avLst/>
            </a:prstTxWarp>
          </a:bodyPr>
          <a:lstStyle>
            <a:lvl1pPr algn="r" defTabSz="879475">
              <a:defRPr sz="1200">
                <a:latin typeface="Times New Roman" panose="02020603050405020304" pitchFamily="18" charset="0"/>
              </a:defRPr>
            </a:lvl1pPr>
          </a:lstStyle>
          <a:p>
            <a:fld id="{6BE1ADF2-F8FC-4B17-8990-962B0742022B}"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charset="0"/>
        <a:ea typeface="MS PGothic" pitchFamily="34" charset="-128"/>
        <a:cs typeface="ＭＳ Ｐゴシック" charset="0"/>
      </a:defRPr>
    </a:lvl1pPr>
    <a:lvl2pPr marL="4572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2pPr>
    <a:lvl3pPr marL="9144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3pPr>
    <a:lvl4pPr marL="13716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4pPr>
    <a:lvl5pPr marL="18288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anose="020B0604020202020204" pitchFamily="34" charset="0"/>
                <a:ea typeface="MS PGothic" panose="020B0600070205080204" pitchFamily="34" charset="-128"/>
              </a:defRPr>
            </a:lvl1pPr>
            <a:lvl2pPr marL="742950" indent="-285750" defTabSz="879475">
              <a:defRPr sz="1600">
                <a:solidFill>
                  <a:schemeClr val="tx1"/>
                </a:solidFill>
                <a:latin typeface="Helvetica" panose="020B0604020202020204" pitchFamily="34" charset="0"/>
                <a:ea typeface="MS PGothic" panose="020B0600070205080204" pitchFamily="34" charset="-128"/>
              </a:defRPr>
            </a:lvl2pPr>
            <a:lvl3pPr marL="1143000" indent="-228600" defTabSz="879475">
              <a:defRPr sz="1600">
                <a:solidFill>
                  <a:schemeClr val="tx1"/>
                </a:solidFill>
                <a:latin typeface="Helvetica" panose="020B0604020202020204" pitchFamily="34" charset="0"/>
                <a:ea typeface="MS PGothic" panose="020B0600070205080204" pitchFamily="34" charset="-128"/>
              </a:defRPr>
            </a:lvl3pPr>
            <a:lvl4pPr marL="1600200" indent="-228600" defTabSz="879475">
              <a:defRPr sz="1600">
                <a:solidFill>
                  <a:schemeClr val="tx1"/>
                </a:solidFill>
                <a:latin typeface="Helvetica" panose="020B0604020202020204" pitchFamily="34" charset="0"/>
                <a:ea typeface="MS PGothic" panose="020B0600070205080204" pitchFamily="34" charset="-128"/>
              </a:defRPr>
            </a:lvl4pPr>
            <a:lvl5pPr marL="2057400" indent="-228600" defTabSz="879475">
              <a:defRPr sz="1600">
                <a:solidFill>
                  <a:schemeClr val="tx1"/>
                </a:solidFill>
                <a:latin typeface="Helvetica" panose="020B0604020202020204"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705957E8-AB95-4EAD-8268-8E39798B05F5}" type="slidenum">
              <a:rPr lang="en-US" altLang="en-US" sz="1200">
                <a:latin typeface="Times New Roman" panose="02020603050405020304" pitchFamily="18" charset="0"/>
              </a:rPr>
              <a:pPr/>
              <a:t>1</a:t>
            </a:fld>
            <a:endParaRPr lang="en-US" altLang="en-US" sz="1200">
              <a:latin typeface="Times New Roman" panose="02020603050405020304" pitchFamily="18" charset="0"/>
            </a:endParaRPr>
          </a:p>
        </p:txBody>
      </p:sp>
      <p:sp>
        <p:nvSpPr>
          <p:cNvPr id="107523" name="Rectangle 2"/>
          <p:cNvSpPr>
            <a:spLocks noGrp="1" noRot="1" noChangeAspect="1" noChangeArrowheads="1" noTextEdit="1"/>
          </p:cNvSpPr>
          <p:nvPr>
            <p:ph type="sldImg"/>
          </p:nvPr>
        </p:nvSpPr>
        <p:spPr>
          <a:ln/>
        </p:spPr>
      </p:sp>
      <p:sp>
        <p:nvSpPr>
          <p:cNvPr id="107524" name="Rectangle 3"/>
          <p:cNvSpPr>
            <a:spLocks noGrp="1" noChangeArrowheads="1"/>
          </p:cNvSpPr>
          <p:nvPr>
            <p:ph type="body" idx="1"/>
          </p:nvPr>
        </p:nvSpPr>
        <p:spPr>
          <a:xfrm>
            <a:off x="931863" y="4410075"/>
            <a:ext cx="51339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anose="020B0604020202020204" pitchFamily="34" charset="0"/>
                <a:ea typeface="MS PGothic" panose="020B0600070205080204" pitchFamily="34" charset="-128"/>
              </a:defRPr>
            </a:lvl1pPr>
            <a:lvl2pPr marL="742950" indent="-285750" defTabSz="879475">
              <a:defRPr sz="1600">
                <a:solidFill>
                  <a:schemeClr val="tx1"/>
                </a:solidFill>
                <a:latin typeface="Helvetica" panose="020B0604020202020204" pitchFamily="34" charset="0"/>
                <a:ea typeface="MS PGothic" panose="020B0600070205080204" pitchFamily="34" charset="-128"/>
              </a:defRPr>
            </a:lvl2pPr>
            <a:lvl3pPr marL="1143000" indent="-228600" defTabSz="879475">
              <a:defRPr sz="1600">
                <a:solidFill>
                  <a:schemeClr val="tx1"/>
                </a:solidFill>
                <a:latin typeface="Helvetica" panose="020B0604020202020204" pitchFamily="34" charset="0"/>
                <a:ea typeface="MS PGothic" panose="020B0600070205080204" pitchFamily="34" charset="-128"/>
              </a:defRPr>
            </a:lvl3pPr>
            <a:lvl4pPr marL="1600200" indent="-228600" defTabSz="879475">
              <a:defRPr sz="1600">
                <a:solidFill>
                  <a:schemeClr val="tx1"/>
                </a:solidFill>
                <a:latin typeface="Helvetica" panose="020B0604020202020204" pitchFamily="34" charset="0"/>
                <a:ea typeface="MS PGothic" panose="020B0600070205080204" pitchFamily="34" charset="-128"/>
              </a:defRPr>
            </a:lvl4pPr>
            <a:lvl5pPr marL="2057400" indent="-228600" defTabSz="879475">
              <a:defRPr sz="1600">
                <a:solidFill>
                  <a:schemeClr val="tx1"/>
                </a:solidFill>
                <a:latin typeface="Helvetica" panose="020B0604020202020204"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148283F4-D500-4571-998F-006AB399577C}" type="slidenum">
              <a:rPr lang="en-US" altLang="en-US" sz="1200">
                <a:latin typeface="Times New Roman" panose="02020603050405020304" pitchFamily="18" charset="0"/>
              </a:rPr>
              <a:pPr/>
              <a:t>2</a:t>
            </a:fld>
            <a:endParaRPr lang="en-US" altLang="en-US" sz="1200">
              <a:latin typeface="Times New Roman" panose="02020603050405020304" pitchFamily="18" charset="0"/>
            </a:endParaRPr>
          </a:p>
        </p:txBody>
      </p:sp>
      <p:sp>
        <p:nvSpPr>
          <p:cNvPr id="109571" name="Rectangle 2"/>
          <p:cNvSpPr>
            <a:spLocks noGrp="1" noRot="1" noChangeAspect="1" noChangeArrowheads="1" noTextEdit="1"/>
          </p:cNvSpPr>
          <p:nvPr>
            <p:ph type="sldImg"/>
          </p:nvPr>
        </p:nvSpPr>
        <p:spPr>
          <a:ln/>
        </p:spPr>
      </p:sp>
      <p:sp>
        <p:nvSpPr>
          <p:cNvPr id="1095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anose="020B0604020202020204" pitchFamily="34" charset="0"/>
                <a:ea typeface="MS PGothic" panose="020B0600070205080204" pitchFamily="34" charset="-128"/>
              </a:defRPr>
            </a:lvl1pPr>
            <a:lvl2pPr marL="742950" indent="-285750" defTabSz="879475">
              <a:defRPr sz="1600">
                <a:solidFill>
                  <a:schemeClr val="tx1"/>
                </a:solidFill>
                <a:latin typeface="Helvetica" panose="020B0604020202020204" pitchFamily="34" charset="0"/>
                <a:ea typeface="MS PGothic" panose="020B0600070205080204" pitchFamily="34" charset="-128"/>
              </a:defRPr>
            </a:lvl2pPr>
            <a:lvl3pPr marL="1143000" indent="-228600" defTabSz="879475">
              <a:defRPr sz="1600">
                <a:solidFill>
                  <a:schemeClr val="tx1"/>
                </a:solidFill>
                <a:latin typeface="Helvetica" panose="020B0604020202020204" pitchFamily="34" charset="0"/>
                <a:ea typeface="MS PGothic" panose="020B0600070205080204" pitchFamily="34" charset="-128"/>
              </a:defRPr>
            </a:lvl3pPr>
            <a:lvl4pPr marL="1600200" indent="-228600" defTabSz="879475">
              <a:defRPr sz="1600">
                <a:solidFill>
                  <a:schemeClr val="tx1"/>
                </a:solidFill>
                <a:latin typeface="Helvetica" panose="020B0604020202020204" pitchFamily="34" charset="0"/>
                <a:ea typeface="MS PGothic" panose="020B0600070205080204" pitchFamily="34" charset="-128"/>
              </a:defRPr>
            </a:lvl4pPr>
            <a:lvl5pPr marL="2057400" indent="-228600" defTabSz="879475">
              <a:defRPr sz="1600">
                <a:solidFill>
                  <a:schemeClr val="tx1"/>
                </a:solidFill>
                <a:latin typeface="Helvetica" panose="020B0604020202020204"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B3603A47-A9B8-4036-B35F-4E7677BD5663}" type="slidenum">
              <a:rPr lang="en-US" altLang="en-US" sz="1200">
                <a:latin typeface="Times New Roman" panose="02020603050405020304" pitchFamily="18" charset="0"/>
              </a:rPr>
              <a:pPr/>
              <a:t>3</a:t>
            </a:fld>
            <a:endParaRPr lang="en-US" altLang="en-US" sz="1200">
              <a:latin typeface="Times New Roman" panose="02020603050405020304" pitchFamily="18" charset="0"/>
            </a:endParaRPr>
          </a:p>
        </p:txBody>
      </p:sp>
      <p:sp>
        <p:nvSpPr>
          <p:cNvPr id="110595" name="Rectangle 2"/>
          <p:cNvSpPr>
            <a:spLocks noGrp="1" noRot="1" noChangeAspect="1" noChangeArrowheads="1" noTextEdit="1"/>
          </p:cNvSpPr>
          <p:nvPr>
            <p:ph type="sldImg"/>
          </p:nvPr>
        </p:nvSpPr>
        <p:spPr>
          <a:ln/>
        </p:spPr>
      </p:sp>
      <p:sp>
        <p:nvSpPr>
          <p:cNvPr id="1105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anose="020B0604020202020204" pitchFamily="34" charset="0"/>
                <a:ea typeface="MS PGothic" panose="020B0600070205080204" pitchFamily="34" charset="-128"/>
              </a:defRPr>
            </a:lvl1pPr>
            <a:lvl2pPr marL="742950" indent="-285750" defTabSz="879475">
              <a:defRPr sz="1600">
                <a:solidFill>
                  <a:schemeClr val="tx1"/>
                </a:solidFill>
                <a:latin typeface="Helvetica" panose="020B0604020202020204" pitchFamily="34" charset="0"/>
                <a:ea typeface="MS PGothic" panose="020B0600070205080204" pitchFamily="34" charset="-128"/>
              </a:defRPr>
            </a:lvl2pPr>
            <a:lvl3pPr marL="1143000" indent="-228600" defTabSz="879475">
              <a:defRPr sz="1600">
                <a:solidFill>
                  <a:schemeClr val="tx1"/>
                </a:solidFill>
                <a:latin typeface="Helvetica" panose="020B0604020202020204" pitchFamily="34" charset="0"/>
                <a:ea typeface="MS PGothic" panose="020B0600070205080204" pitchFamily="34" charset="-128"/>
              </a:defRPr>
            </a:lvl3pPr>
            <a:lvl4pPr marL="1600200" indent="-228600" defTabSz="879475">
              <a:defRPr sz="1600">
                <a:solidFill>
                  <a:schemeClr val="tx1"/>
                </a:solidFill>
                <a:latin typeface="Helvetica" panose="020B0604020202020204" pitchFamily="34" charset="0"/>
                <a:ea typeface="MS PGothic" panose="020B0600070205080204" pitchFamily="34" charset="-128"/>
              </a:defRPr>
            </a:lvl4pPr>
            <a:lvl5pPr marL="2057400" indent="-228600" defTabSz="879475">
              <a:defRPr sz="1600">
                <a:solidFill>
                  <a:schemeClr val="tx1"/>
                </a:solidFill>
                <a:latin typeface="Helvetica" panose="020B0604020202020204"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687C14AB-33E0-4FD8-A7BE-6778F99ABC4D}" type="slidenum">
              <a:rPr lang="en-US" altLang="en-US" sz="1200">
                <a:latin typeface="Times New Roman" panose="02020603050405020304" pitchFamily="18" charset="0"/>
              </a:rPr>
              <a:pPr/>
              <a:t>4</a:t>
            </a:fld>
            <a:endParaRPr lang="en-US" altLang="en-US" sz="1200">
              <a:latin typeface="Times New Roman" panose="02020603050405020304" pitchFamily="18" charset="0"/>
            </a:endParaRPr>
          </a:p>
        </p:txBody>
      </p:sp>
      <p:sp>
        <p:nvSpPr>
          <p:cNvPr id="114691" name="Rectangle 2"/>
          <p:cNvSpPr>
            <a:spLocks noGrp="1" noRot="1" noChangeAspect="1" noChangeArrowheads="1" noTextEdit="1"/>
          </p:cNvSpPr>
          <p:nvPr>
            <p:ph type="sldImg"/>
          </p:nvPr>
        </p:nvSpPr>
        <p:spPr>
          <a:ln/>
        </p:spPr>
      </p:sp>
      <p:sp>
        <p:nvSpPr>
          <p:cNvPr id="1146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anose="020B0604020202020204" pitchFamily="34" charset="0"/>
                <a:ea typeface="MS PGothic" panose="020B0600070205080204" pitchFamily="34" charset="-128"/>
              </a:defRPr>
            </a:lvl1pPr>
            <a:lvl2pPr marL="742950" indent="-285750" defTabSz="879475">
              <a:defRPr sz="1600">
                <a:solidFill>
                  <a:schemeClr val="tx1"/>
                </a:solidFill>
                <a:latin typeface="Helvetica" panose="020B0604020202020204" pitchFamily="34" charset="0"/>
                <a:ea typeface="MS PGothic" panose="020B0600070205080204" pitchFamily="34" charset="-128"/>
              </a:defRPr>
            </a:lvl2pPr>
            <a:lvl3pPr marL="1143000" indent="-228600" defTabSz="879475">
              <a:defRPr sz="1600">
                <a:solidFill>
                  <a:schemeClr val="tx1"/>
                </a:solidFill>
                <a:latin typeface="Helvetica" panose="020B0604020202020204" pitchFamily="34" charset="0"/>
                <a:ea typeface="MS PGothic" panose="020B0600070205080204" pitchFamily="34" charset="-128"/>
              </a:defRPr>
            </a:lvl3pPr>
            <a:lvl4pPr marL="1600200" indent="-228600" defTabSz="879475">
              <a:defRPr sz="1600">
                <a:solidFill>
                  <a:schemeClr val="tx1"/>
                </a:solidFill>
                <a:latin typeface="Helvetica" panose="020B0604020202020204" pitchFamily="34" charset="0"/>
                <a:ea typeface="MS PGothic" panose="020B0600070205080204" pitchFamily="34" charset="-128"/>
              </a:defRPr>
            </a:lvl4pPr>
            <a:lvl5pPr marL="2057400" indent="-228600" defTabSz="879475">
              <a:defRPr sz="1600">
                <a:solidFill>
                  <a:schemeClr val="tx1"/>
                </a:solidFill>
                <a:latin typeface="Helvetica" panose="020B0604020202020204"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4921EB57-D52F-4796-A4FB-DA0F4FDB532A}" type="slidenum">
              <a:rPr lang="en-US" altLang="en-US" sz="1200">
                <a:latin typeface="Times New Roman" panose="02020603050405020304" pitchFamily="18" charset="0"/>
              </a:rPr>
              <a:pPr/>
              <a:t>5</a:t>
            </a:fld>
            <a:endParaRPr lang="en-US" altLang="en-US" sz="1200">
              <a:latin typeface="Times New Roman" panose="02020603050405020304" pitchFamily="18" charset="0"/>
            </a:endParaRPr>
          </a:p>
        </p:txBody>
      </p:sp>
      <p:sp>
        <p:nvSpPr>
          <p:cNvPr id="117763" name="Rectangle 2"/>
          <p:cNvSpPr>
            <a:spLocks noGrp="1" noRot="1" noChangeAspect="1" noChangeArrowheads="1" noTextEdit="1"/>
          </p:cNvSpPr>
          <p:nvPr>
            <p:ph type="sldImg"/>
          </p:nvPr>
        </p:nvSpPr>
        <p:spPr>
          <a:ln/>
        </p:spPr>
      </p:sp>
      <p:sp>
        <p:nvSpPr>
          <p:cNvPr id="1177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2302034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anose="020B0604020202020204" pitchFamily="34" charset="0"/>
                <a:ea typeface="MS PGothic" panose="020B0600070205080204" pitchFamily="34" charset="-128"/>
              </a:defRPr>
            </a:lvl1pPr>
            <a:lvl2pPr marL="742950" indent="-285750" defTabSz="879475">
              <a:defRPr sz="1600">
                <a:solidFill>
                  <a:schemeClr val="tx1"/>
                </a:solidFill>
                <a:latin typeface="Helvetica" panose="020B0604020202020204" pitchFamily="34" charset="0"/>
                <a:ea typeface="MS PGothic" panose="020B0600070205080204" pitchFamily="34" charset="-128"/>
              </a:defRPr>
            </a:lvl2pPr>
            <a:lvl3pPr marL="1143000" indent="-228600" defTabSz="879475">
              <a:defRPr sz="1600">
                <a:solidFill>
                  <a:schemeClr val="tx1"/>
                </a:solidFill>
                <a:latin typeface="Helvetica" panose="020B0604020202020204" pitchFamily="34" charset="0"/>
                <a:ea typeface="MS PGothic" panose="020B0600070205080204" pitchFamily="34" charset="-128"/>
              </a:defRPr>
            </a:lvl3pPr>
            <a:lvl4pPr marL="1600200" indent="-228600" defTabSz="879475">
              <a:defRPr sz="1600">
                <a:solidFill>
                  <a:schemeClr val="tx1"/>
                </a:solidFill>
                <a:latin typeface="Helvetica" panose="020B0604020202020204" pitchFamily="34" charset="0"/>
                <a:ea typeface="MS PGothic" panose="020B0600070205080204" pitchFamily="34" charset="-128"/>
              </a:defRPr>
            </a:lvl4pPr>
            <a:lvl5pPr marL="2057400" indent="-228600" defTabSz="879475">
              <a:defRPr sz="1600">
                <a:solidFill>
                  <a:schemeClr val="tx1"/>
                </a:solidFill>
                <a:latin typeface="Helvetica" panose="020B0604020202020204"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BA860C0F-F052-483A-A0B4-CB5653FF6F9F}" type="slidenum">
              <a:rPr lang="en-US" altLang="en-US" sz="1200">
                <a:latin typeface="Times New Roman" panose="02020603050405020304" pitchFamily="18" charset="0"/>
              </a:rPr>
              <a:pPr/>
              <a:t>6</a:t>
            </a:fld>
            <a:endParaRPr lang="en-US" altLang="en-US" sz="1200">
              <a:latin typeface="Times New Roman" panose="02020603050405020304" pitchFamily="18" charset="0"/>
            </a:endParaRPr>
          </a:p>
        </p:txBody>
      </p:sp>
      <p:sp>
        <p:nvSpPr>
          <p:cNvPr id="118787" name="Rectangle 2"/>
          <p:cNvSpPr>
            <a:spLocks noGrp="1" noRot="1" noChangeAspect="1" noChangeArrowheads="1" noTextEdit="1"/>
          </p:cNvSpPr>
          <p:nvPr>
            <p:ph type="sldImg"/>
          </p:nvPr>
        </p:nvSpPr>
        <p:spPr>
          <a:ln/>
        </p:spPr>
      </p:sp>
      <p:sp>
        <p:nvSpPr>
          <p:cNvPr id="1187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anose="020B0604020202020204" pitchFamily="34" charset="0"/>
                <a:ea typeface="MS PGothic" panose="020B0600070205080204" pitchFamily="34" charset="-128"/>
              </a:defRPr>
            </a:lvl1pPr>
            <a:lvl2pPr marL="742950" indent="-285750" defTabSz="879475">
              <a:defRPr sz="1600">
                <a:solidFill>
                  <a:schemeClr val="tx1"/>
                </a:solidFill>
                <a:latin typeface="Helvetica" panose="020B0604020202020204" pitchFamily="34" charset="0"/>
                <a:ea typeface="MS PGothic" panose="020B0600070205080204" pitchFamily="34" charset="-128"/>
              </a:defRPr>
            </a:lvl2pPr>
            <a:lvl3pPr marL="1143000" indent="-228600" defTabSz="879475">
              <a:defRPr sz="1600">
                <a:solidFill>
                  <a:schemeClr val="tx1"/>
                </a:solidFill>
                <a:latin typeface="Helvetica" panose="020B0604020202020204" pitchFamily="34" charset="0"/>
                <a:ea typeface="MS PGothic" panose="020B0600070205080204" pitchFamily="34" charset="-128"/>
              </a:defRPr>
            </a:lvl3pPr>
            <a:lvl4pPr marL="1600200" indent="-228600" defTabSz="879475">
              <a:defRPr sz="1600">
                <a:solidFill>
                  <a:schemeClr val="tx1"/>
                </a:solidFill>
                <a:latin typeface="Helvetica" panose="020B0604020202020204" pitchFamily="34" charset="0"/>
                <a:ea typeface="MS PGothic" panose="020B0600070205080204" pitchFamily="34" charset="-128"/>
              </a:defRPr>
            </a:lvl4pPr>
            <a:lvl5pPr marL="2057400" indent="-228600" defTabSz="879475">
              <a:defRPr sz="1600">
                <a:solidFill>
                  <a:schemeClr val="tx1"/>
                </a:solidFill>
                <a:latin typeface="Helvetica" panose="020B0604020202020204"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1F03508E-9F2F-45A9-80E1-A44105580A71}" type="slidenum">
              <a:rPr lang="en-US" altLang="en-US" sz="1200">
                <a:latin typeface="Times New Roman" panose="02020603050405020304" pitchFamily="18" charset="0"/>
              </a:rPr>
              <a:pPr/>
              <a:t>8</a:t>
            </a:fld>
            <a:endParaRPr lang="en-US" altLang="en-US" sz="1200">
              <a:latin typeface="Times New Roman" panose="02020603050405020304" pitchFamily="18" charset="0"/>
            </a:endParaRPr>
          </a:p>
        </p:txBody>
      </p:sp>
      <p:sp>
        <p:nvSpPr>
          <p:cNvPr id="123907" name="Rectangle 2"/>
          <p:cNvSpPr>
            <a:spLocks noGrp="1" noRot="1" noChangeAspect="1" noChangeArrowheads="1" noTextEdit="1"/>
          </p:cNvSpPr>
          <p:nvPr>
            <p:ph type="sldImg"/>
          </p:nvPr>
        </p:nvSpPr>
        <p:spPr>
          <a:ln/>
        </p:spPr>
      </p:sp>
      <p:sp>
        <p:nvSpPr>
          <p:cNvPr id="1239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anose="020B0604020202020204" pitchFamily="34" charset="0"/>
                <a:ea typeface="MS PGothic" panose="020B0600070205080204" pitchFamily="34" charset="-128"/>
              </a:defRPr>
            </a:lvl1pPr>
            <a:lvl2pPr marL="742950" indent="-285750" defTabSz="879475">
              <a:defRPr sz="1600">
                <a:solidFill>
                  <a:schemeClr val="tx1"/>
                </a:solidFill>
                <a:latin typeface="Helvetica" panose="020B0604020202020204" pitchFamily="34" charset="0"/>
                <a:ea typeface="MS PGothic" panose="020B0600070205080204" pitchFamily="34" charset="-128"/>
              </a:defRPr>
            </a:lvl2pPr>
            <a:lvl3pPr marL="1143000" indent="-228600" defTabSz="879475">
              <a:defRPr sz="1600">
                <a:solidFill>
                  <a:schemeClr val="tx1"/>
                </a:solidFill>
                <a:latin typeface="Helvetica" panose="020B0604020202020204" pitchFamily="34" charset="0"/>
                <a:ea typeface="MS PGothic" panose="020B0600070205080204" pitchFamily="34" charset="-128"/>
              </a:defRPr>
            </a:lvl3pPr>
            <a:lvl4pPr marL="1600200" indent="-228600" defTabSz="879475">
              <a:defRPr sz="1600">
                <a:solidFill>
                  <a:schemeClr val="tx1"/>
                </a:solidFill>
                <a:latin typeface="Helvetica" panose="020B0604020202020204" pitchFamily="34" charset="0"/>
                <a:ea typeface="MS PGothic" panose="020B0600070205080204" pitchFamily="34" charset="-128"/>
              </a:defRPr>
            </a:lvl4pPr>
            <a:lvl5pPr marL="2057400" indent="-228600" defTabSz="879475">
              <a:defRPr sz="1600">
                <a:solidFill>
                  <a:schemeClr val="tx1"/>
                </a:solidFill>
                <a:latin typeface="Helvetica" panose="020B0604020202020204"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81102AC9-F019-4F85-8352-576C9ED62286}" type="slidenum">
              <a:rPr lang="en-US" altLang="en-US" sz="1200">
                <a:latin typeface="Times New Roman" panose="02020603050405020304" pitchFamily="18" charset="0"/>
              </a:rPr>
              <a:pPr/>
              <a:t>9</a:t>
            </a:fld>
            <a:endParaRPr lang="en-US" altLang="en-US" sz="1200">
              <a:latin typeface="Times New Roman" panose="02020603050405020304" pitchFamily="18" charset="0"/>
            </a:endParaRPr>
          </a:p>
        </p:txBody>
      </p:sp>
      <p:sp>
        <p:nvSpPr>
          <p:cNvPr id="124931" name="Rectangle 2"/>
          <p:cNvSpPr>
            <a:spLocks noGrp="1" noRot="1" noChangeAspect="1" noChangeArrowheads="1" noTextEdit="1"/>
          </p:cNvSpPr>
          <p:nvPr>
            <p:ph type="sldImg"/>
          </p:nvPr>
        </p:nvSpPr>
        <p:spPr>
          <a:ln/>
        </p:spPr>
      </p:sp>
      <p:sp>
        <p:nvSpPr>
          <p:cNvPr id="1249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anose="020B0604020202020204" pitchFamily="34" charset="0"/>
                <a:ea typeface="MS PGothic" panose="020B0600070205080204" pitchFamily="34" charset="-128"/>
              </a:defRPr>
            </a:lvl1pPr>
            <a:lvl2pPr marL="742950" indent="-285750" defTabSz="879475">
              <a:defRPr sz="1600">
                <a:solidFill>
                  <a:schemeClr val="tx1"/>
                </a:solidFill>
                <a:latin typeface="Helvetica" panose="020B0604020202020204" pitchFamily="34" charset="0"/>
                <a:ea typeface="MS PGothic" panose="020B0600070205080204" pitchFamily="34" charset="-128"/>
              </a:defRPr>
            </a:lvl2pPr>
            <a:lvl3pPr marL="1143000" indent="-228600" defTabSz="879475">
              <a:defRPr sz="1600">
                <a:solidFill>
                  <a:schemeClr val="tx1"/>
                </a:solidFill>
                <a:latin typeface="Helvetica" panose="020B0604020202020204" pitchFamily="34" charset="0"/>
                <a:ea typeface="MS PGothic" panose="020B0600070205080204" pitchFamily="34" charset="-128"/>
              </a:defRPr>
            </a:lvl3pPr>
            <a:lvl4pPr marL="1600200" indent="-228600" defTabSz="879475">
              <a:defRPr sz="1600">
                <a:solidFill>
                  <a:schemeClr val="tx1"/>
                </a:solidFill>
                <a:latin typeface="Helvetica" panose="020B0604020202020204" pitchFamily="34" charset="0"/>
                <a:ea typeface="MS PGothic" panose="020B0600070205080204" pitchFamily="34" charset="-128"/>
              </a:defRPr>
            </a:lvl4pPr>
            <a:lvl5pPr marL="2057400" indent="-228600" defTabSz="879475">
              <a:defRPr sz="1600">
                <a:solidFill>
                  <a:schemeClr val="tx1"/>
                </a:solidFill>
                <a:latin typeface="Helvetica" panose="020B0604020202020204"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909DA52E-10D8-4F55-B26D-3B46AEF04816}" type="slidenum">
              <a:rPr lang="en-US" altLang="en-US" sz="1200">
                <a:latin typeface="Times New Roman" panose="02020603050405020304" pitchFamily="18" charset="0"/>
              </a:rPr>
              <a:pPr/>
              <a:t>10</a:t>
            </a:fld>
            <a:endParaRPr lang="en-US" altLang="en-US" sz="1200">
              <a:latin typeface="Times New Roman" panose="02020603050405020304" pitchFamily="18" charset="0"/>
            </a:endParaRPr>
          </a:p>
        </p:txBody>
      </p:sp>
      <p:sp>
        <p:nvSpPr>
          <p:cNvPr id="125955" name="Rectangle 2"/>
          <p:cNvSpPr>
            <a:spLocks noGrp="1" noRot="1" noChangeAspect="1" noChangeArrowheads="1" noTextEdit="1"/>
          </p:cNvSpPr>
          <p:nvPr>
            <p:ph type="sldImg"/>
          </p:nvPr>
        </p:nvSpPr>
        <p:spPr>
          <a:ln/>
        </p:spPr>
      </p:sp>
      <p:sp>
        <p:nvSpPr>
          <p:cNvPr id="1259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anose="020B0604020202020204" pitchFamily="34" charset="0"/>
                <a:ea typeface="MS PGothic" panose="020B0600070205080204" pitchFamily="34" charset="-128"/>
              </a:defRPr>
            </a:lvl1pPr>
            <a:lvl2pPr marL="742950" indent="-285750" defTabSz="879475">
              <a:defRPr sz="1600">
                <a:solidFill>
                  <a:schemeClr val="tx1"/>
                </a:solidFill>
                <a:latin typeface="Helvetica" panose="020B0604020202020204" pitchFamily="34" charset="0"/>
                <a:ea typeface="MS PGothic" panose="020B0600070205080204" pitchFamily="34" charset="-128"/>
              </a:defRPr>
            </a:lvl2pPr>
            <a:lvl3pPr marL="1143000" indent="-228600" defTabSz="879475">
              <a:defRPr sz="1600">
                <a:solidFill>
                  <a:schemeClr val="tx1"/>
                </a:solidFill>
                <a:latin typeface="Helvetica" panose="020B0604020202020204" pitchFamily="34" charset="0"/>
                <a:ea typeface="MS PGothic" panose="020B0600070205080204" pitchFamily="34" charset="-128"/>
              </a:defRPr>
            </a:lvl3pPr>
            <a:lvl4pPr marL="1600200" indent="-228600" defTabSz="879475">
              <a:defRPr sz="1600">
                <a:solidFill>
                  <a:schemeClr val="tx1"/>
                </a:solidFill>
                <a:latin typeface="Helvetica" panose="020B0604020202020204" pitchFamily="34" charset="0"/>
                <a:ea typeface="MS PGothic" panose="020B0600070205080204" pitchFamily="34" charset="-128"/>
              </a:defRPr>
            </a:lvl4pPr>
            <a:lvl5pPr marL="2057400" indent="-228600" defTabSz="879475">
              <a:defRPr sz="1600">
                <a:solidFill>
                  <a:schemeClr val="tx1"/>
                </a:solidFill>
                <a:latin typeface="Helvetica" panose="020B0604020202020204"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E76CAA1E-2707-4253-8876-B90E054AB32C}" type="slidenum">
              <a:rPr lang="en-US" altLang="en-US" sz="1200">
                <a:latin typeface="Times New Roman" panose="02020603050405020304" pitchFamily="18" charset="0"/>
              </a:rPr>
              <a:pPr/>
              <a:t>11</a:t>
            </a:fld>
            <a:endParaRPr lang="en-US" altLang="en-US" sz="1200">
              <a:latin typeface="Times New Roman" panose="02020603050405020304" pitchFamily="18" charset="0"/>
            </a:endParaRPr>
          </a:p>
        </p:txBody>
      </p:sp>
      <p:sp>
        <p:nvSpPr>
          <p:cNvPr id="126979" name="Rectangle 2"/>
          <p:cNvSpPr>
            <a:spLocks noGrp="1" noRot="1" noChangeAspect="1" noChangeArrowheads="1" noTextEdit="1"/>
          </p:cNvSpPr>
          <p:nvPr>
            <p:ph type="sldImg"/>
          </p:nvPr>
        </p:nvSpPr>
        <p:spPr>
          <a:ln/>
        </p:spPr>
      </p:sp>
      <p:sp>
        <p:nvSpPr>
          <p:cNvPr id="1269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anose="020B0604020202020204" pitchFamily="34" charset="0"/>
                <a:ea typeface="MS PGothic" panose="020B0600070205080204" pitchFamily="34" charset="-128"/>
              </a:defRPr>
            </a:lvl1pPr>
            <a:lvl2pPr marL="742950" indent="-285750" defTabSz="879475">
              <a:defRPr sz="1600">
                <a:solidFill>
                  <a:schemeClr val="tx1"/>
                </a:solidFill>
                <a:latin typeface="Helvetica" panose="020B0604020202020204" pitchFamily="34" charset="0"/>
                <a:ea typeface="MS PGothic" panose="020B0600070205080204" pitchFamily="34" charset="-128"/>
              </a:defRPr>
            </a:lvl2pPr>
            <a:lvl3pPr marL="1143000" indent="-228600" defTabSz="879475">
              <a:defRPr sz="1600">
                <a:solidFill>
                  <a:schemeClr val="tx1"/>
                </a:solidFill>
                <a:latin typeface="Helvetica" panose="020B0604020202020204" pitchFamily="34" charset="0"/>
                <a:ea typeface="MS PGothic" panose="020B0600070205080204" pitchFamily="34" charset="-128"/>
              </a:defRPr>
            </a:lvl3pPr>
            <a:lvl4pPr marL="1600200" indent="-228600" defTabSz="879475">
              <a:defRPr sz="1600">
                <a:solidFill>
                  <a:schemeClr val="tx1"/>
                </a:solidFill>
                <a:latin typeface="Helvetica" panose="020B0604020202020204" pitchFamily="34" charset="0"/>
                <a:ea typeface="MS PGothic" panose="020B0600070205080204" pitchFamily="34" charset="-128"/>
              </a:defRPr>
            </a:lvl4pPr>
            <a:lvl5pPr marL="2057400" indent="-228600" defTabSz="879475">
              <a:defRPr sz="1600">
                <a:solidFill>
                  <a:schemeClr val="tx1"/>
                </a:solidFill>
                <a:latin typeface="Helvetica" panose="020B0604020202020204"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CCAC709D-A254-4318-AA92-786FE2B063EE}" type="slidenum">
              <a:rPr lang="en-US" altLang="en-US" sz="1200">
                <a:latin typeface="Times New Roman" panose="02020603050405020304" pitchFamily="18" charset="0"/>
              </a:rPr>
              <a:pPr/>
              <a:t>16</a:t>
            </a:fld>
            <a:endParaRPr lang="en-US" altLang="en-US" sz="1200">
              <a:latin typeface="Times New Roman" panose="02020603050405020304" pitchFamily="18" charset="0"/>
            </a:endParaRPr>
          </a:p>
        </p:txBody>
      </p:sp>
      <p:sp>
        <p:nvSpPr>
          <p:cNvPr id="129027" name="Rectangle 2"/>
          <p:cNvSpPr>
            <a:spLocks noGrp="1" noRot="1" noChangeAspect="1" noChangeArrowheads="1" noTextEdit="1"/>
          </p:cNvSpPr>
          <p:nvPr>
            <p:ph type="sldImg"/>
          </p:nvPr>
        </p:nvSpPr>
        <p:spPr>
          <a:ln/>
        </p:spPr>
      </p:sp>
      <p:sp>
        <p:nvSpPr>
          <p:cNvPr id="1290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anose="020B0604020202020204" pitchFamily="34" charset="0"/>
                <a:ea typeface="MS PGothic" panose="020B0600070205080204" pitchFamily="34" charset="-128"/>
              </a:defRPr>
            </a:lvl1pPr>
            <a:lvl2pPr marL="742950" indent="-285750" defTabSz="879475">
              <a:defRPr sz="1600">
                <a:solidFill>
                  <a:schemeClr val="tx1"/>
                </a:solidFill>
                <a:latin typeface="Helvetica" panose="020B0604020202020204" pitchFamily="34" charset="0"/>
                <a:ea typeface="MS PGothic" panose="020B0600070205080204" pitchFamily="34" charset="-128"/>
              </a:defRPr>
            </a:lvl2pPr>
            <a:lvl3pPr marL="1143000" indent="-228600" defTabSz="879475">
              <a:defRPr sz="1600">
                <a:solidFill>
                  <a:schemeClr val="tx1"/>
                </a:solidFill>
                <a:latin typeface="Helvetica" panose="020B0604020202020204" pitchFamily="34" charset="0"/>
                <a:ea typeface="MS PGothic" panose="020B0600070205080204" pitchFamily="34" charset="-128"/>
              </a:defRPr>
            </a:lvl3pPr>
            <a:lvl4pPr marL="1600200" indent="-228600" defTabSz="879475">
              <a:defRPr sz="1600">
                <a:solidFill>
                  <a:schemeClr val="tx1"/>
                </a:solidFill>
                <a:latin typeface="Helvetica" panose="020B0604020202020204" pitchFamily="34" charset="0"/>
                <a:ea typeface="MS PGothic" panose="020B0600070205080204" pitchFamily="34" charset="-128"/>
              </a:defRPr>
            </a:lvl4pPr>
            <a:lvl5pPr marL="2057400" indent="-228600" defTabSz="879475">
              <a:defRPr sz="1600">
                <a:solidFill>
                  <a:schemeClr val="tx1"/>
                </a:solidFill>
                <a:latin typeface="Helvetica" panose="020B0604020202020204"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B941B29F-6524-45A6-8CC2-51A7C9DCD9F1}" type="slidenum">
              <a:rPr lang="en-US" altLang="en-US" sz="1200">
                <a:latin typeface="Times New Roman" panose="02020603050405020304" pitchFamily="18" charset="0"/>
              </a:rPr>
              <a:pPr/>
              <a:t>17</a:t>
            </a:fld>
            <a:endParaRPr lang="en-US" altLang="en-US" sz="1200">
              <a:latin typeface="Times New Roman" panose="02020603050405020304" pitchFamily="18" charset="0"/>
            </a:endParaRPr>
          </a:p>
        </p:txBody>
      </p:sp>
      <p:sp>
        <p:nvSpPr>
          <p:cNvPr id="130051" name="Rectangle 2"/>
          <p:cNvSpPr>
            <a:spLocks noGrp="1" noRot="1" noChangeAspect="1" noChangeArrowheads="1" noTextEdit="1"/>
          </p:cNvSpPr>
          <p:nvPr>
            <p:ph type="sldImg"/>
          </p:nvPr>
        </p:nvSpPr>
        <p:spPr>
          <a:ln/>
        </p:spPr>
      </p:sp>
      <p:sp>
        <p:nvSpPr>
          <p:cNvPr id="1300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anose="020B0604020202020204" pitchFamily="34" charset="0"/>
                <a:ea typeface="MS PGothic" panose="020B0600070205080204" pitchFamily="34" charset="-128"/>
              </a:defRPr>
            </a:lvl1pPr>
            <a:lvl2pPr marL="742950" indent="-285750" defTabSz="879475">
              <a:defRPr sz="1600">
                <a:solidFill>
                  <a:schemeClr val="tx1"/>
                </a:solidFill>
                <a:latin typeface="Helvetica" panose="020B0604020202020204" pitchFamily="34" charset="0"/>
                <a:ea typeface="MS PGothic" panose="020B0600070205080204" pitchFamily="34" charset="-128"/>
              </a:defRPr>
            </a:lvl2pPr>
            <a:lvl3pPr marL="1143000" indent="-228600" defTabSz="879475">
              <a:defRPr sz="1600">
                <a:solidFill>
                  <a:schemeClr val="tx1"/>
                </a:solidFill>
                <a:latin typeface="Helvetica" panose="020B0604020202020204" pitchFamily="34" charset="0"/>
                <a:ea typeface="MS PGothic" panose="020B0600070205080204" pitchFamily="34" charset="-128"/>
              </a:defRPr>
            </a:lvl3pPr>
            <a:lvl4pPr marL="1600200" indent="-228600" defTabSz="879475">
              <a:defRPr sz="1600">
                <a:solidFill>
                  <a:schemeClr val="tx1"/>
                </a:solidFill>
                <a:latin typeface="Helvetica" panose="020B0604020202020204" pitchFamily="34" charset="0"/>
                <a:ea typeface="MS PGothic" panose="020B0600070205080204" pitchFamily="34" charset="-128"/>
              </a:defRPr>
            </a:lvl4pPr>
            <a:lvl5pPr marL="2057400" indent="-228600" defTabSz="879475">
              <a:defRPr sz="1600">
                <a:solidFill>
                  <a:schemeClr val="tx1"/>
                </a:solidFill>
                <a:latin typeface="Helvetica" panose="020B0604020202020204"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9F0B854B-46FD-4737-A451-717CBB3214B4}" type="slidenum">
              <a:rPr lang="en-US" altLang="en-US" sz="1200">
                <a:latin typeface="Times New Roman" panose="02020603050405020304" pitchFamily="18" charset="0"/>
              </a:rPr>
              <a:pPr/>
              <a:t>18</a:t>
            </a:fld>
            <a:endParaRPr lang="en-US" altLang="en-US" sz="1200">
              <a:latin typeface="Times New Roman" panose="02020603050405020304" pitchFamily="18" charset="0"/>
            </a:endParaRPr>
          </a:p>
        </p:txBody>
      </p:sp>
      <p:sp>
        <p:nvSpPr>
          <p:cNvPr id="131075" name="Rectangle 2"/>
          <p:cNvSpPr>
            <a:spLocks noGrp="1" noRot="1" noChangeAspect="1" noChangeArrowheads="1" noTextEdit="1"/>
          </p:cNvSpPr>
          <p:nvPr>
            <p:ph type="sldImg"/>
          </p:nvPr>
        </p:nvSpPr>
        <p:spPr>
          <a:ln/>
        </p:spPr>
      </p:sp>
      <p:sp>
        <p:nvSpPr>
          <p:cNvPr id="1310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7"/>
          <p:cNvSpPr txBox="1">
            <a:spLocks noGrp="1" noChangeArrowheads="1"/>
          </p:cNvSpPr>
          <p:nvPr/>
        </p:nvSpPr>
        <p:spPr bwMode="auto">
          <a:xfrm>
            <a:off x="3963988" y="8818563"/>
            <a:ext cx="3032125"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8002" tIns="44001" rIns="88002" bIns="44001" anchor="b"/>
          <a:lstStyle>
            <a:lvl1pPr defTabSz="879475">
              <a:defRPr sz="1600">
                <a:solidFill>
                  <a:schemeClr val="tx1"/>
                </a:solidFill>
                <a:latin typeface="Helvetica" panose="020B0604020202020204" pitchFamily="34" charset="0"/>
                <a:ea typeface="MS PGothic" panose="020B0600070205080204" pitchFamily="34" charset="-128"/>
              </a:defRPr>
            </a:lvl1pPr>
            <a:lvl2pPr marL="742950" indent="-285750" defTabSz="879475">
              <a:defRPr sz="1600">
                <a:solidFill>
                  <a:schemeClr val="tx1"/>
                </a:solidFill>
                <a:latin typeface="Helvetica" panose="020B0604020202020204" pitchFamily="34" charset="0"/>
                <a:ea typeface="MS PGothic" panose="020B0600070205080204" pitchFamily="34" charset="-128"/>
              </a:defRPr>
            </a:lvl2pPr>
            <a:lvl3pPr marL="1143000" indent="-228600" defTabSz="879475">
              <a:defRPr sz="1600">
                <a:solidFill>
                  <a:schemeClr val="tx1"/>
                </a:solidFill>
                <a:latin typeface="Helvetica" panose="020B0604020202020204" pitchFamily="34" charset="0"/>
                <a:ea typeface="MS PGothic" panose="020B0600070205080204" pitchFamily="34" charset="-128"/>
              </a:defRPr>
            </a:lvl3pPr>
            <a:lvl4pPr marL="1600200" indent="-228600" defTabSz="879475">
              <a:defRPr sz="1600">
                <a:solidFill>
                  <a:schemeClr val="tx1"/>
                </a:solidFill>
                <a:latin typeface="Helvetica" panose="020B0604020202020204" pitchFamily="34" charset="0"/>
                <a:ea typeface="MS PGothic" panose="020B0600070205080204" pitchFamily="34" charset="-128"/>
              </a:defRPr>
            </a:lvl4pPr>
            <a:lvl5pPr marL="2057400" indent="-228600" defTabSz="879475">
              <a:defRPr sz="1600">
                <a:solidFill>
                  <a:schemeClr val="tx1"/>
                </a:solidFill>
                <a:latin typeface="Helvetica" panose="020B0604020202020204"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r"/>
            <a:fld id="{93D2C2C0-FEA5-4114-B24B-769C37879956}" type="slidenum">
              <a:rPr lang="en-US" altLang="en-US" sz="1200">
                <a:latin typeface="Times New Roman" panose="02020603050405020304" pitchFamily="18" charset="0"/>
              </a:rPr>
              <a:pPr algn="r"/>
              <a:t>19</a:t>
            </a:fld>
            <a:endParaRPr lang="en-US" altLang="en-US" sz="1200">
              <a:latin typeface="Times New Roman" panose="02020603050405020304" pitchFamily="18" charset="0"/>
            </a:endParaRPr>
          </a:p>
        </p:txBody>
      </p:sp>
      <p:sp>
        <p:nvSpPr>
          <p:cNvPr id="132099" name="Rectangle 2"/>
          <p:cNvSpPr>
            <a:spLocks noGrp="1" noRot="1" noChangeAspect="1" noChangeArrowheads="1" noTextEdit="1"/>
          </p:cNvSpPr>
          <p:nvPr>
            <p:ph type="sldImg"/>
          </p:nvPr>
        </p:nvSpPr>
        <p:spPr>
          <a:ln/>
        </p:spPr>
      </p:sp>
      <p:sp>
        <p:nvSpPr>
          <p:cNvPr id="1321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anose="020B0604020202020204" pitchFamily="34" charset="0"/>
                <a:ea typeface="MS PGothic" panose="020B0600070205080204" pitchFamily="34" charset="-128"/>
              </a:defRPr>
            </a:lvl1pPr>
            <a:lvl2pPr marL="742950" indent="-285750" defTabSz="879475">
              <a:defRPr sz="1600">
                <a:solidFill>
                  <a:schemeClr val="tx1"/>
                </a:solidFill>
                <a:latin typeface="Helvetica" panose="020B0604020202020204" pitchFamily="34" charset="0"/>
                <a:ea typeface="MS PGothic" panose="020B0600070205080204" pitchFamily="34" charset="-128"/>
              </a:defRPr>
            </a:lvl2pPr>
            <a:lvl3pPr marL="1143000" indent="-228600" defTabSz="879475">
              <a:defRPr sz="1600">
                <a:solidFill>
                  <a:schemeClr val="tx1"/>
                </a:solidFill>
                <a:latin typeface="Helvetica" panose="020B0604020202020204" pitchFamily="34" charset="0"/>
                <a:ea typeface="MS PGothic" panose="020B0600070205080204" pitchFamily="34" charset="-128"/>
              </a:defRPr>
            </a:lvl3pPr>
            <a:lvl4pPr marL="1600200" indent="-228600" defTabSz="879475">
              <a:defRPr sz="1600">
                <a:solidFill>
                  <a:schemeClr val="tx1"/>
                </a:solidFill>
                <a:latin typeface="Helvetica" panose="020B0604020202020204" pitchFamily="34" charset="0"/>
                <a:ea typeface="MS PGothic" panose="020B0600070205080204" pitchFamily="34" charset="-128"/>
              </a:defRPr>
            </a:lvl4pPr>
            <a:lvl5pPr marL="2057400" indent="-228600" defTabSz="879475">
              <a:defRPr sz="1600">
                <a:solidFill>
                  <a:schemeClr val="tx1"/>
                </a:solidFill>
                <a:latin typeface="Helvetica" panose="020B0604020202020204"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9CB9EDEB-CBF9-46CA-8FB1-A7E03DCC2881}" type="slidenum">
              <a:rPr lang="en-US" altLang="en-US" sz="1200">
                <a:latin typeface="Times New Roman" panose="02020603050405020304" pitchFamily="18" charset="0"/>
              </a:rPr>
              <a:pPr/>
              <a:t>20</a:t>
            </a:fld>
            <a:endParaRPr lang="en-US" altLang="en-US" sz="1200">
              <a:latin typeface="Times New Roman" panose="02020603050405020304" pitchFamily="18" charset="0"/>
            </a:endParaRPr>
          </a:p>
        </p:txBody>
      </p:sp>
      <p:sp>
        <p:nvSpPr>
          <p:cNvPr id="133123" name="Rectangle 2"/>
          <p:cNvSpPr>
            <a:spLocks noGrp="1" noRot="1" noChangeAspect="1" noChangeArrowheads="1" noTextEdit="1"/>
          </p:cNvSpPr>
          <p:nvPr>
            <p:ph type="sldImg"/>
          </p:nvPr>
        </p:nvSpPr>
        <p:spPr>
          <a:ln/>
        </p:spPr>
      </p:sp>
      <p:sp>
        <p:nvSpPr>
          <p:cNvPr id="1331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anose="020B0604020202020204" pitchFamily="34" charset="0"/>
                <a:ea typeface="MS PGothic" panose="020B0600070205080204" pitchFamily="34" charset="-128"/>
              </a:defRPr>
            </a:lvl1pPr>
            <a:lvl2pPr marL="742950" indent="-285750" defTabSz="879475">
              <a:defRPr sz="1600">
                <a:solidFill>
                  <a:schemeClr val="tx1"/>
                </a:solidFill>
                <a:latin typeface="Helvetica" panose="020B0604020202020204" pitchFamily="34" charset="0"/>
                <a:ea typeface="MS PGothic" panose="020B0600070205080204" pitchFamily="34" charset="-128"/>
              </a:defRPr>
            </a:lvl2pPr>
            <a:lvl3pPr marL="1143000" indent="-228600" defTabSz="879475">
              <a:defRPr sz="1600">
                <a:solidFill>
                  <a:schemeClr val="tx1"/>
                </a:solidFill>
                <a:latin typeface="Helvetica" panose="020B0604020202020204" pitchFamily="34" charset="0"/>
                <a:ea typeface="MS PGothic" panose="020B0600070205080204" pitchFamily="34" charset="-128"/>
              </a:defRPr>
            </a:lvl3pPr>
            <a:lvl4pPr marL="1600200" indent="-228600" defTabSz="879475">
              <a:defRPr sz="1600">
                <a:solidFill>
                  <a:schemeClr val="tx1"/>
                </a:solidFill>
                <a:latin typeface="Helvetica" panose="020B0604020202020204" pitchFamily="34" charset="0"/>
                <a:ea typeface="MS PGothic" panose="020B0600070205080204" pitchFamily="34" charset="-128"/>
              </a:defRPr>
            </a:lvl4pPr>
            <a:lvl5pPr marL="2057400" indent="-228600" defTabSz="879475">
              <a:defRPr sz="1600">
                <a:solidFill>
                  <a:schemeClr val="tx1"/>
                </a:solidFill>
                <a:latin typeface="Helvetica" panose="020B0604020202020204"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C6152434-5708-444E-9421-AB52AFDA39AF}" type="slidenum">
              <a:rPr lang="en-US" altLang="en-US" sz="1200">
                <a:latin typeface="Times New Roman" panose="02020603050405020304" pitchFamily="18" charset="0"/>
              </a:rPr>
              <a:pPr/>
              <a:t>21</a:t>
            </a:fld>
            <a:endParaRPr lang="en-US" altLang="en-US" sz="1200">
              <a:latin typeface="Times New Roman" panose="02020603050405020304" pitchFamily="18" charset="0"/>
            </a:endParaRPr>
          </a:p>
        </p:txBody>
      </p:sp>
      <p:sp>
        <p:nvSpPr>
          <p:cNvPr id="134147" name="Rectangle 2"/>
          <p:cNvSpPr>
            <a:spLocks noGrp="1" noRot="1" noChangeAspect="1" noChangeArrowheads="1" noTextEdit="1"/>
          </p:cNvSpPr>
          <p:nvPr>
            <p:ph type="sldImg"/>
          </p:nvPr>
        </p:nvSpPr>
        <p:spPr>
          <a:ln/>
        </p:spPr>
      </p:sp>
      <p:sp>
        <p:nvSpPr>
          <p:cNvPr id="1341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anose="020B0604020202020204" pitchFamily="34" charset="0"/>
                <a:ea typeface="MS PGothic" panose="020B0600070205080204" pitchFamily="34" charset="-128"/>
              </a:defRPr>
            </a:lvl1pPr>
            <a:lvl2pPr marL="742950" indent="-285750" defTabSz="879475">
              <a:defRPr sz="1600">
                <a:solidFill>
                  <a:schemeClr val="tx1"/>
                </a:solidFill>
                <a:latin typeface="Helvetica" panose="020B0604020202020204" pitchFamily="34" charset="0"/>
                <a:ea typeface="MS PGothic" panose="020B0600070205080204" pitchFamily="34" charset="-128"/>
              </a:defRPr>
            </a:lvl2pPr>
            <a:lvl3pPr marL="1143000" indent="-228600" defTabSz="879475">
              <a:defRPr sz="1600">
                <a:solidFill>
                  <a:schemeClr val="tx1"/>
                </a:solidFill>
                <a:latin typeface="Helvetica" panose="020B0604020202020204" pitchFamily="34" charset="0"/>
                <a:ea typeface="MS PGothic" panose="020B0600070205080204" pitchFamily="34" charset="-128"/>
              </a:defRPr>
            </a:lvl3pPr>
            <a:lvl4pPr marL="1600200" indent="-228600" defTabSz="879475">
              <a:defRPr sz="1600">
                <a:solidFill>
                  <a:schemeClr val="tx1"/>
                </a:solidFill>
                <a:latin typeface="Helvetica" panose="020B0604020202020204" pitchFamily="34" charset="0"/>
                <a:ea typeface="MS PGothic" panose="020B0600070205080204" pitchFamily="34" charset="-128"/>
              </a:defRPr>
            </a:lvl4pPr>
            <a:lvl5pPr marL="2057400" indent="-228600" defTabSz="879475">
              <a:defRPr sz="1600">
                <a:solidFill>
                  <a:schemeClr val="tx1"/>
                </a:solidFill>
                <a:latin typeface="Helvetica" panose="020B0604020202020204"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8F6C4B6F-6830-44A3-A878-77571DDC891A}" type="slidenum">
              <a:rPr lang="en-US" altLang="en-US" sz="1200">
                <a:latin typeface="Times New Roman" panose="02020603050405020304" pitchFamily="18" charset="0"/>
              </a:rPr>
              <a:pPr/>
              <a:t>22</a:t>
            </a:fld>
            <a:endParaRPr lang="en-US" altLang="en-US" sz="1200">
              <a:latin typeface="Times New Roman" panose="02020603050405020304" pitchFamily="18" charset="0"/>
            </a:endParaRPr>
          </a:p>
        </p:txBody>
      </p:sp>
      <p:sp>
        <p:nvSpPr>
          <p:cNvPr id="138243" name="Rectangle 2"/>
          <p:cNvSpPr>
            <a:spLocks noGrp="1" noRot="1" noChangeAspect="1" noChangeArrowheads="1" noTextEdit="1"/>
          </p:cNvSpPr>
          <p:nvPr>
            <p:ph type="sldImg"/>
          </p:nvPr>
        </p:nvSpPr>
        <p:spPr>
          <a:ln/>
        </p:spPr>
      </p:sp>
      <p:sp>
        <p:nvSpPr>
          <p:cNvPr id="1382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16437819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anose="020B0604020202020204" pitchFamily="34" charset="0"/>
                <a:ea typeface="MS PGothic" panose="020B0600070205080204" pitchFamily="34" charset="-128"/>
              </a:defRPr>
            </a:lvl1pPr>
            <a:lvl2pPr marL="742950" indent="-285750" defTabSz="879475">
              <a:defRPr sz="1600">
                <a:solidFill>
                  <a:schemeClr val="tx1"/>
                </a:solidFill>
                <a:latin typeface="Helvetica" panose="020B0604020202020204" pitchFamily="34" charset="0"/>
                <a:ea typeface="MS PGothic" panose="020B0600070205080204" pitchFamily="34" charset="-128"/>
              </a:defRPr>
            </a:lvl2pPr>
            <a:lvl3pPr marL="1143000" indent="-228600" defTabSz="879475">
              <a:defRPr sz="1600">
                <a:solidFill>
                  <a:schemeClr val="tx1"/>
                </a:solidFill>
                <a:latin typeface="Helvetica" panose="020B0604020202020204" pitchFamily="34" charset="0"/>
                <a:ea typeface="MS PGothic" panose="020B0600070205080204" pitchFamily="34" charset="-128"/>
              </a:defRPr>
            </a:lvl3pPr>
            <a:lvl4pPr marL="1600200" indent="-228600" defTabSz="879475">
              <a:defRPr sz="1600">
                <a:solidFill>
                  <a:schemeClr val="tx1"/>
                </a:solidFill>
                <a:latin typeface="Helvetica" panose="020B0604020202020204" pitchFamily="34" charset="0"/>
                <a:ea typeface="MS PGothic" panose="020B0600070205080204" pitchFamily="34" charset="-128"/>
              </a:defRPr>
            </a:lvl4pPr>
            <a:lvl5pPr marL="2057400" indent="-228600" defTabSz="879475">
              <a:defRPr sz="1600">
                <a:solidFill>
                  <a:schemeClr val="tx1"/>
                </a:solidFill>
                <a:latin typeface="Helvetica" panose="020B0604020202020204"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DB7CB72D-F1D6-4B43-A9D3-011FC8CA8811}" type="slidenum">
              <a:rPr lang="en-US" altLang="en-US" sz="1200">
                <a:latin typeface="Times New Roman" panose="02020603050405020304" pitchFamily="18" charset="0"/>
              </a:rPr>
              <a:pPr/>
              <a:t>23</a:t>
            </a:fld>
            <a:endParaRPr lang="en-US" altLang="en-US" sz="1200">
              <a:latin typeface="Times New Roman" panose="02020603050405020304" pitchFamily="18" charset="0"/>
            </a:endParaRPr>
          </a:p>
        </p:txBody>
      </p:sp>
      <p:sp>
        <p:nvSpPr>
          <p:cNvPr id="151555" name="Rectangle 2"/>
          <p:cNvSpPr>
            <a:spLocks noGrp="1" noRot="1" noChangeAspect="1" noChangeArrowheads="1" noTextEdit="1"/>
          </p:cNvSpPr>
          <p:nvPr>
            <p:ph type="sldImg"/>
          </p:nvPr>
        </p:nvSpPr>
        <p:spPr>
          <a:ln/>
        </p:spPr>
      </p:sp>
      <p:sp>
        <p:nvSpPr>
          <p:cNvPr id="1515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anose="020B0604020202020204" pitchFamily="34" charset="0"/>
                <a:ea typeface="MS PGothic" panose="020B0600070205080204" pitchFamily="34" charset="-128"/>
              </a:defRPr>
            </a:lvl1pPr>
            <a:lvl2pPr marL="742950" indent="-285750" defTabSz="879475">
              <a:defRPr sz="1600">
                <a:solidFill>
                  <a:schemeClr val="tx1"/>
                </a:solidFill>
                <a:latin typeface="Helvetica" panose="020B0604020202020204" pitchFamily="34" charset="0"/>
                <a:ea typeface="MS PGothic" panose="020B0600070205080204" pitchFamily="34" charset="-128"/>
              </a:defRPr>
            </a:lvl2pPr>
            <a:lvl3pPr marL="1143000" indent="-228600" defTabSz="879475">
              <a:defRPr sz="1600">
                <a:solidFill>
                  <a:schemeClr val="tx1"/>
                </a:solidFill>
                <a:latin typeface="Helvetica" panose="020B0604020202020204" pitchFamily="34" charset="0"/>
                <a:ea typeface="MS PGothic" panose="020B0600070205080204" pitchFamily="34" charset="-128"/>
              </a:defRPr>
            </a:lvl3pPr>
            <a:lvl4pPr marL="1600200" indent="-228600" defTabSz="879475">
              <a:defRPr sz="1600">
                <a:solidFill>
                  <a:schemeClr val="tx1"/>
                </a:solidFill>
                <a:latin typeface="Helvetica" panose="020B0604020202020204" pitchFamily="34" charset="0"/>
                <a:ea typeface="MS PGothic" panose="020B0600070205080204" pitchFamily="34" charset="-128"/>
              </a:defRPr>
            </a:lvl4pPr>
            <a:lvl5pPr marL="2057400" indent="-228600" defTabSz="879475">
              <a:defRPr sz="1600">
                <a:solidFill>
                  <a:schemeClr val="tx1"/>
                </a:solidFill>
                <a:latin typeface="Helvetica" panose="020B0604020202020204"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4B54F33A-DC72-4DA7-AEAF-0CC699902602}" type="slidenum">
              <a:rPr lang="en-US" altLang="en-US" sz="1200">
                <a:latin typeface="Times New Roman" panose="02020603050405020304" pitchFamily="18" charset="0"/>
              </a:rPr>
              <a:pPr/>
              <a:t>24</a:t>
            </a:fld>
            <a:endParaRPr lang="en-US" altLang="en-US" sz="1200">
              <a:latin typeface="Times New Roman" panose="02020603050405020304" pitchFamily="18" charset="0"/>
            </a:endParaRPr>
          </a:p>
        </p:txBody>
      </p:sp>
      <p:sp>
        <p:nvSpPr>
          <p:cNvPr id="152579" name="Rectangle 2"/>
          <p:cNvSpPr>
            <a:spLocks noGrp="1" noRot="1" noChangeAspect="1" noChangeArrowheads="1" noTextEdit="1"/>
          </p:cNvSpPr>
          <p:nvPr>
            <p:ph type="sldImg"/>
          </p:nvPr>
        </p:nvSpPr>
        <p:spPr>
          <a:ln/>
        </p:spPr>
      </p:sp>
      <p:sp>
        <p:nvSpPr>
          <p:cNvPr id="1525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anose="020B0604020202020204" pitchFamily="34" charset="0"/>
                <a:ea typeface="MS PGothic" panose="020B0600070205080204" pitchFamily="34" charset="-128"/>
              </a:defRPr>
            </a:lvl1pPr>
            <a:lvl2pPr marL="742950" indent="-285750" defTabSz="879475">
              <a:defRPr sz="1600">
                <a:solidFill>
                  <a:schemeClr val="tx1"/>
                </a:solidFill>
                <a:latin typeface="Helvetica" panose="020B0604020202020204" pitchFamily="34" charset="0"/>
                <a:ea typeface="MS PGothic" panose="020B0600070205080204" pitchFamily="34" charset="-128"/>
              </a:defRPr>
            </a:lvl2pPr>
            <a:lvl3pPr marL="1143000" indent="-228600" defTabSz="879475">
              <a:defRPr sz="1600">
                <a:solidFill>
                  <a:schemeClr val="tx1"/>
                </a:solidFill>
                <a:latin typeface="Helvetica" panose="020B0604020202020204" pitchFamily="34" charset="0"/>
                <a:ea typeface="MS PGothic" panose="020B0600070205080204" pitchFamily="34" charset="-128"/>
              </a:defRPr>
            </a:lvl3pPr>
            <a:lvl4pPr marL="1600200" indent="-228600" defTabSz="879475">
              <a:defRPr sz="1600">
                <a:solidFill>
                  <a:schemeClr val="tx1"/>
                </a:solidFill>
                <a:latin typeface="Helvetica" panose="020B0604020202020204" pitchFamily="34" charset="0"/>
                <a:ea typeface="MS PGothic" panose="020B0600070205080204" pitchFamily="34" charset="-128"/>
              </a:defRPr>
            </a:lvl4pPr>
            <a:lvl5pPr marL="2057400" indent="-228600" defTabSz="879475">
              <a:defRPr sz="1600">
                <a:solidFill>
                  <a:schemeClr val="tx1"/>
                </a:solidFill>
                <a:latin typeface="Helvetica" panose="020B0604020202020204"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CBDC4352-314C-4749-870E-353B3AF75E85}" type="slidenum">
              <a:rPr lang="en-US" altLang="en-US" sz="1200">
                <a:latin typeface="Times New Roman" panose="02020603050405020304" pitchFamily="18" charset="0"/>
              </a:rPr>
              <a:pPr/>
              <a:t>25</a:t>
            </a:fld>
            <a:endParaRPr lang="en-US" altLang="en-US" sz="1200">
              <a:latin typeface="Times New Roman" panose="02020603050405020304" pitchFamily="18" charset="0"/>
            </a:endParaRPr>
          </a:p>
        </p:txBody>
      </p:sp>
      <p:sp>
        <p:nvSpPr>
          <p:cNvPr id="153603" name="Rectangle 2"/>
          <p:cNvSpPr>
            <a:spLocks noGrp="1" noRot="1" noChangeAspect="1" noChangeArrowheads="1" noTextEdit="1"/>
          </p:cNvSpPr>
          <p:nvPr>
            <p:ph type="sldImg"/>
          </p:nvPr>
        </p:nvSpPr>
        <p:spPr>
          <a:ln/>
        </p:spPr>
      </p:sp>
      <p:sp>
        <p:nvSpPr>
          <p:cNvPr id="153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anose="020B0604020202020204" pitchFamily="34" charset="0"/>
                <a:ea typeface="MS PGothic" panose="020B0600070205080204" pitchFamily="34" charset="-128"/>
              </a:defRPr>
            </a:lvl1pPr>
            <a:lvl2pPr marL="742950" indent="-285750" defTabSz="879475">
              <a:defRPr sz="1600">
                <a:solidFill>
                  <a:schemeClr val="tx1"/>
                </a:solidFill>
                <a:latin typeface="Helvetica" panose="020B0604020202020204" pitchFamily="34" charset="0"/>
                <a:ea typeface="MS PGothic" panose="020B0600070205080204" pitchFamily="34" charset="-128"/>
              </a:defRPr>
            </a:lvl2pPr>
            <a:lvl3pPr marL="1143000" indent="-228600" defTabSz="879475">
              <a:defRPr sz="1600">
                <a:solidFill>
                  <a:schemeClr val="tx1"/>
                </a:solidFill>
                <a:latin typeface="Helvetica" panose="020B0604020202020204" pitchFamily="34" charset="0"/>
                <a:ea typeface="MS PGothic" panose="020B0600070205080204" pitchFamily="34" charset="-128"/>
              </a:defRPr>
            </a:lvl3pPr>
            <a:lvl4pPr marL="1600200" indent="-228600" defTabSz="879475">
              <a:defRPr sz="1600">
                <a:solidFill>
                  <a:schemeClr val="tx1"/>
                </a:solidFill>
                <a:latin typeface="Helvetica" panose="020B0604020202020204" pitchFamily="34" charset="0"/>
                <a:ea typeface="MS PGothic" panose="020B0600070205080204" pitchFamily="34" charset="-128"/>
              </a:defRPr>
            </a:lvl4pPr>
            <a:lvl5pPr marL="2057400" indent="-228600" defTabSz="879475">
              <a:defRPr sz="1600">
                <a:solidFill>
                  <a:schemeClr val="tx1"/>
                </a:solidFill>
                <a:latin typeface="Helvetica" panose="020B0604020202020204"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5B5BD86C-34E0-4B7D-954B-8F062535A3EC}" type="slidenum">
              <a:rPr lang="en-US" altLang="en-US" sz="1200">
                <a:latin typeface="Times New Roman" panose="02020603050405020304" pitchFamily="18" charset="0"/>
              </a:rPr>
              <a:pPr/>
              <a:t>26</a:t>
            </a:fld>
            <a:endParaRPr lang="en-US" altLang="en-US" sz="1200">
              <a:latin typeface="Times New Roman" panose="02020603050405020304" pitchFamily="18" charset="0"/>
            </a:endParaRPr>
          </a:p>
        </p:txBody>
      </p:sp>
      <p:sp>
        <p:nvSpPr>
          <p:cNvPr id="154627" name="Rectangle 2"/>
          <p:cNvSpPr>
            <a:spLocks noGrp="1" noRot="1" noChangeAspect="1" noChangeArrowheads="1" noTextEdit="1"/>
          </p:cNvSpPr>
          <p:nvPr>
            <p:ph type="sldImg"/>
          </p:nvPr>
        </p:nvSpPr>
        <p:spPr>
          <a:ln/>
        </p:spPr>
      </p:sp>
      <p:sp>
        <p:nvSpPr>
          <p:cNvPr id="1546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anose="020B0604020202020204" pitchFamily="34" charset="0"/>
                <a:ea typeface="MS PGothic" panose="020B0600070205080204" pitchFamily="34" charset="-128"/>
              </a:defRPr>
            </a:lvl1pPr>
            <a:lvl2pPr marL="742950" indent="-285750" defTabSz="879475">
              <a:defRPr sz="1600">
                <a:solidFill>
                  <a:schemeClr val="tx1"/>
                </a:solidFill>
                <a:latin typeface="Helvetica" panose="020B0604020202020204" pitchFamily="34" charset="0"/>
                <a:ea typeface="MS PGothic" panose="020B0600070205080204" pitchFamily="34" charset="-128"/>
              </a:defRPr>
            </a:lvl2pPr>
            <a:lvl3pPr marL="1143000" indent="-228600" defTabSz="879475">
              <a:defRPr sz="1600">
                <a:solidFill>
                  <a:schemeClr val="tx1"/>
                </a:solidFill>
                <a:latin typeface="Helvetica" panose="020B0604020202020204" pitchFamily="34" charset="0"/>
                <a:ea typeface="MS PGothic" panose="020B0600070205080204" pitchFamily="34" charset="-128"/>
              </a:defRPr>
            </a:lvl3pPr>
            <a:lvl4pPr marL="1600200" indent="-228600" defTabSz="879475">
              <a:defRPr sz="1600">
                <a:solidFill>
                  <a:schemeClr val="tx1"/>
                </a:solidFill>
                <a:latin typeface="Helvetica" panose="020B0604020202020204" pitchFamily="34" charset="0"/>
                <a:ea typeface="MS PGothic" panose="020B0600070205080204" pitchFamily="34" charset="-128"/>
              </a:defRPr>
            </a:lvl4pPr>
            <a:lvl5pPr marL="2057400" indent="-228600" defTabSz="879475">
              <a:defRPr sz="1600">
                <a:solidFill>
                  <a:schemeClr val="tx1"/>
                </a:solidFill>
                <a:latin typeface="Helvetica" panose="020B0604020202020204"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FA05926A-4DEF-4786-8953-D618D40C5108}" type="slidenum">
              <a:rPr lang="en-US" altLang="en-US" sz="1200">
                <a:latin typeface="Times New Roman" panose="02020603050405020304" pitchFamily="18" charset="0"/>
              </a:rPr>
              <a:pPr/>
              <a:t>27</a:t>
            </a:fld>
            <a:endParaRPr lang="en-US" altLang="en-US" sz="1200">
              <a:latin typeface="Times New Roman" panose="02020603050405020304" pitchFamily="18" charset="0"/>
            </a:endParaRPr>
          </a:p>
        </p:txBody>
      </p:sp>
      <p:sp>
        <p:nvSpPr>
          <p:cNvPr id="155651" name="Rectangle 2"/>
          <p:cNvSpPr>
            <a:spLocks noGrp="1" noRot="1" noChangeAspect="1" noChangeArrowheads="1" noTextEdit="1"/>
          </p:cNvSpPr>
          <p:nvPr>
            <p:ph type="sldImg"/>
          </p:nvPr>
        </p:nvSpPr>
        <p:spPr>
          <a:ln/>
        </p:spPr>
      </p:sp>
      <p:sp>
        <p:nvSpPr>
          <p:cNvPr id="1556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14678493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anose="020B0604020202020204" pitchFamily="34" charset="0"/>
                <a:ea typeface="MS PGothic" panose="020B0600070205080204" pitchFamily="34" charset="-128"/>
              </a:defRPr>
            </a:lvl1pPr>
            <a:lvl2pPr marL="742950" indent="-285750" defTabSz="879475">
              <a:defRPr sz="1600">
                <a:solidFill>
                  <a:schemeClr val="tx1"/>
                </a:solidFill>
                <a:latin typeface="Helvetica" panose="020B0604020202020204" pitchFamily="34" charset="0"/>
                <a:ea typeface="MS PGothic" panose="020B0600070205080204" pitchFamily="34" charset="-128"/>
              </a:defRPr>
            </a:lvl2pPr>
            <a:lvl3pPr marL="1143000" indent="-228600" defTabSz="879475">
              <a:defRPr sz="1600">
                <a:solidFill>
                  <a:schemeClr val="tx1"/>
                </a:solidFill>
                <a:latin typeface="Helvetica" panose="020B0604020202020204" pitchFamily="34" charset="0"/>
                <a:ea typeface="MS PGothic" panose="020B0600070205080204" pitchFamily="34" charset="-128"/>
              </a:defRPr>
            </a:lvl3pPr>
            <a:lvl4pPr marL="1600200" indent="-228600" defTabSz="879475">
              <a:defRPr sz="1600">
                <a:solidFill>
                  <a:schemeClr val="tx1"/>
                </a:solidFill>
                <a:latin typeface="Helvetica" panose="020B0604020202020204" pitchFamily="34" charset="0"/>
                <a:ea typeface="MS PGothic" panose="020B0600070205080204" pitchFamily="34" charset="-128"/>
              </a:defRPr>
            </a:lvl4pPr>
            <a:lvl5pPr marL="2057400" indent="-228600" defTabSz="879475">
              <a:defRPr sz="1600">
                <a:solidFill>
                  <a:schemeClr val="tx1"/>
                </a:solidFill>
                <a:latin typeface="Helvetica" panose="020B0604020202020204"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ED9046B0-183D-4C30-8CC1-413311605CC8}" type="slidenum">
              <a:rPr lang="en-US" altLang="en-US" sz="1200">
                <a:latin typeface="Times New Roman" panose="02020603050405020304" pitchFamily="18" charset="0"/>
              </a:rPr>
              <a:pPr/>
              <a:t>28</a:t>
            </a:fld>
            <a:endParaRPr lang="en-US" altLang="en-US" sz="1200">
              <a:latin typeface="Times New Roman" panose="02020603050405020304" pitchFamily="18" charset="0"/>
            </a:endParaRPr>
          </a:p>
        </p:txBody>
      </p:sp>
      <p:sp>
        <p:nvSpPr>
          <p:cNvPr id="156675" name="Rectangle 2"/>
          <p:cNvSpPr>
            <a:spLocks noGrp="1" noRot="1" noChangeAspect="1" noChangeArrowheads="1" noTextEdit="1"/>
          </p:cNvSpPr>
          <p:nvPr>
            <p:ph type="sldImg"/>
          </p:nvPr>
        </p:nvSpPr>
        <p:spPr>
          <a:ln/>
        </p:spPr>
      </p:sp>
      <p:sp>
        <p:nvSpPr>
          <p:cNvPr id="1566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anose="020B0604020202020204" pitchFamily="34" charset="0"/>
                <a:ea typeface="MS PGothic" panose="020B0600070205080204" pitchFamily="34" charset="-128"/>
              </a:defRPr>
            </a:lvl1pPr>
            <a:lvl2pPr marL="742950" indent="-285750" defTabSz="879475">
              <a:defRPr sz="1600">
                <a:solidFill>
                  <a:schemeClr val="tx1"/>
                </a:solidFill>
                <a:latin typeface="Helvetica" panose="020B0604020202020204" pitchFamily="34" charset="0"/>
                <a:ea typeface="MS PGothic" panose="020B0600070205080204" pitchFamily="34" charset="-128"/>
              </a:defRPr>
            </a:lvl2pPr>
            <a:lvl3pPr marL="1143000" indent="-228600" defTabSz="879475">
              <a:defRPr sz="1600">
                <a:solidFill>
                  <a:schemeClr val="tx1"/>
                </a:solidFill>
                <a:latin typeface="Helvetica" panose="020B0604020202020204" pitchFamily="34" charset="0"/>
                <a:ea typeface="MS PGothic" panose="020B0600070205080204" pitchFamily="34" charset="-128"/>
              </a:defRPr>
            </a:lvl3pPr>
            <a:lvl4pPr marL="1600200" indent="-228600" defTabSz="879475">
              <a:defRPr sz="1600">
                <a:solidFill>
                  <a:schemeClr val="tx1"/>
                </a:solidFill>
                <a:latin typeface="Helvetica" panose="020B0604020202020204" pitchFamily="34" charset="0"/>
                <a:ea typeface="MS PGothic" panose="020B0600070205080204" pitchFamily="34" charset="-128"/>
              </a:defRPr>
            </a:lvl4pPr>
            <a:lvl5pPr marL="2057400" indent="-228600" defTabSz="879475">
              <a:defRPr sz="1600">
                <a:solidFill>
                  <a:schemeClr val="tx1"/>
                </a:solidFill>
                <a:latin typeface="Helvetica" panose="020B0604020202020204"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DF43346C-DF02-405D-83E2-95DDBCF13A1B}" type="slidenum">
              <a:rPr lang="en-US" altLang="en-US" sz="1200">
                <a:latin typeface="Times New Roman" panose="02020603050405020304" pitchFamily="18" charset="0"/>
              </a:rPr>
              <a:pPr/>
              <a:t>30</a:t>
            </a:fld>
            <a:endParaRPr lang="en-US" altLang="en-US" sz="1200">
              <a:latin typeface="Times New Roman" panose="02020603050405020304" pitchFamily="18" charset="0"/>
            </a:endParaRPr>
          </a:p>
        </p:txBody>
      </p:sp>
      <p:sp>
        <p:nvSpPr>
          <p:cNvPr id="157699" name="Rectangle 2"/>
          <p:cNvSpPr>
            <a:spLocks noGrp="1" noRot="1" noChangeAspect="1" noChangeArrowheads="1" noTextEdit="1"/>
          </p:cNvSpPr>
          <p:nvPr>
            <p:ph type="sldImg"/>
          </p:nvPr>
        </p:nvSpPr>
        <p:spPr>
          <a:ln/>
        </p:spPr>
      </p:sp>
      <p:sp>
        <p:nvSpPr>
          <p:cNvPr id="1577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anose="020B0604020202020204" pitchFamily="34" charset="0"/>
                <a:ea typeface="MS PGothic" panose="020B0600070205080204" pitchFamily="34" charset="-128"/>
              </a:defRPr>
            </a:lvl1pPr>
            <a:lvl2pPr marL="742950" indent="-285750" defTabSz="879475">
              <a:defRPr sz="1600">
                <a:solidFill>
                  <a:schemeClr val="tx1"/>
                </a:solidFill>
                <a:latin typeface="Helvetica" panose="020B0604020202020204" pitchFamily="34" charset="0"/>
                <a:ea typeface="MS PGothic" panose="020B0600070205080204" pitchFamily="34" charset="-128"/>
              </a:defRPr>
            </a:lvl2pPr>
            <a:lvl3pPr marL="1143000" indent="-228600" defTabSz="879475">
              <a:defRPr sz="1600">
                <a:solidFill>
                  <a:schemeClr val="tx1"/>
                </a:solidFill>
                <a:latin typeface="Helvetica" panose="020B0604020202020204" pitchFamily="34" charset="0"/>
                <a:ea typeface="MS PGothic" panose="020B0600070205080204" pitchFamily="34" charset="-128"/>
              </a:defRPr>
            </a:lvl3pPr>
            <a:lvl4pPr marL="1600200" indent="-228600" defTabSz="879475">
              <a:defRPr sz="1600">
                <a:solidFill>
                  <a:schemeClr val="tx1"/>
                </a:solidFill>
                <a:latin typeface="Helvetica" panose="020B0604020202020204" pitchFamily="34" charset="0"/>
                <a:ea typeface="MS PGothic" panose="020B0600070205080204" pitchFamily="34" charset="-128"/>
              </a:defRPr>
            </a:lvl4pPr>
            <a:lvl5pPr marL="2057400" indent="-228600" defTabSz="879475">
              <a:defRPr sz="1600">
                <a:solidFill>
                  <a:schemeClr val="tx1"/>
                </a:solidFill>
                <a:latin typeface="Helvetica" panose="020B0604020202020204"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793BA283-949C-46CC-8ED0-040A5F9D2408}" type="slidenum">
              <a:rPr lang="en-US" altLang="en-US" sz="1200">
                <a:latin typeface="Times New Roman" panose="02020603050405020304" pitchFamily="18" charset="0"/>
              </a:rPr>
              <a:pPr/>
              <a:t>31</a:t>
            </a:fld>
            <a:endParaRPr lang="en-US" altLang="en-US" sz="1200">
              <a:latin typeface="Times New Roman" panose="02020603050405020304" pitchFamily="18" charset="0"/>
            </a:endParaRPr>
          </a:p>
        </p:txBody>
      </p:sp>
      <p:sp>
        <p:nvSpPr>
          <p:cNvPr id="158723" name="Rectangle 2"/>
          <p:cNvSpPr>
            <a:spLocks noGrp="1" noRot="1" noChangeAspect="1" noChangeArrowheads="1" noTextEdit="1"/>
          </p:cNvSpPr>
          <p:nvPr>
            <p:ph type="sldImg"/>
          </p:nvPr>
        </p:nvSpPr>
        <p:spPr>
          <a:ln/>
        </p:spPr>
      </p:sp>
      <p:sp>
        <p:nvSpPr>
          <p:cNvPr id="1587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anose="020B0604020202020204" pitchFamily="34" charset="0"/>
                <a:ea typeface="MS PGothic" panose="020B0600070205080204" pitchFamily="34" charset="-128"/>
              </a:defRPr>
            </a:lvl1pPr>
            <a:lvl2pPr marL="742950" indent="-285750" defTabSz="879475">
              <a:defRPr sz="1600">
                <a:solidFill>
                  <a:schemeClr val="tx1"/>
                </a:solidFill>
                <a:latin typeface="Helvetica" panose="020B0604020202020204" pitchFamily="34" charset="0"/>
                <a:ea typeface="MS PGothic" panose="020B0600070205080204" pitchFamily="34" charset="-128"/>
              </a:defRPr>
            </a:lvl2pPr>
            <a:lvl3pPr marL="1143000" indent="-228600" defTabSz="879475">
              <a:defRPr sz="1600">
                <a:solidFill>
                  <a:schemeClr val="tx1"/>
                </a:solidFill>
                <a:latin typeface="Helvetica" panose="020B0604020202020204" pitchFamily="34" charset="0"/>
                <a:ea typeface="MS PGothic" panose="020B0600070205080204" pitchFamily="34" charset="-128"/>
              </a:defRPr>
            </a:lvl3pPr>
            <a:lvl4pPr marL="1600200" indent="-228600" defTabSz="879475">
              <a:defRPr sz="1600">
                <a:solidFill>
                  <a:schemeClr val="tx1"/>
                </a:solidFill>
                <a:latin typeface="Helvetica" panose="020B0604020202020204" pitchFamily="34" charset="0"/>
                <a:ea typeface="MS PGothic" panose="020B0600070205080204" pitchFamily="34" charset="-128"/>
              </a:defRPr>
            </a:lvl4pPr>
            <a:lvl5pPr marL="2057400" indent="-228600" defTabSz="879475">
              <a:defRPr sz="1600">
                <a:solidFill>
                  <a:schemeClr val="tx1"/>
                </a:solidFill>
                <a:latin typeface="Helvetica" panose="020B0604020202020204"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F2763CDF-3D15-4517-91E6-1D2D9A913E61}" type="slidenum">
              <a:rPr lang="en-US" altLang="en-US" sz="1200">
                <a:latin typeface="Times New Roman" panose="02020603050405020304" pitchFamily="18" charset="0"/>
              </a:rPr>
              <a:pPr/>
              <a:t>32</a:t>
            </a:fld>
            <a:endParaRPr lang="en-US" altLang="en-US" sz="1200">
              <a:latin typeface="Times New Roman" panose="02020603050405020304" pitchFamily="18" charset="0"/>
            </a:endParaRPr>
          </a:p>
        </p:txBody>
      </p:sp>
      <p:sp>
        <p:nvSpPr>
          <p:cNvPr id="159747" name="Rectangle 2"/>
          <p:cNvSpPr>
            <a:spLocks noGrp="1" noRot="1" noChangeAspect="1" noChangeArrowheads="1" noTextEdit="1"/>
          </p:cNvSpPr>
          <p:nvPr>
            <p:ph type="sldImg"/>
          </p:nvPr>
        </p:nvSpPr>
        <p:spPr>
          <a:ln/>
        </p:spPr>
      </p:sp>
      <p:sp>
        <p:nvSpPr>
          <p:cNvPr id="1597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anose="020B0604020202020204" pitchFamily="34" charset="0"/>
                <a:ea typeface="MS PGothic" panose="020B0600070205080204" pitchFamily="34" charset="-128"/>
              </a:defRPr>
            </a:lvl1pPr>
            <a:lvl2pPr marL="742950" indent="-285750" defTabSz="879475">
              <a:defRPr sz="1600">
                <a:solidFill>
                  <a:schemeClr val="tx1"/>
                </a:solidFill>
                <a:latin typeface="Helvetica" panose="020B0604020202020204" pitchFamily="34" charset="0"/>
                <a:ea typeface="MS PGothic" panose="020B0600070205080204" pitchFamily="34" charset="-128"/>
              </a:defRPr>
            </a:lvl2pPr>
            <a:lvl3pPr marL="1143000" indent="-228600" defTabSz="879475">
              <a:defRPr sz="1600">
                <a:solidFill>
                  <a:schemeClr val="tx1"/>
                </a:solidFill>
                <a:latin typeface="Helvetica" panose="020B0604020202020204" pitchFamily="34" charset="0"/>
                <a:ea typeface="MS PGothic" panose="020B0600070205080204" pitchFamily="34" charset="-128"/>
              </a:defRPr>
            </a:lvl3pPr>
            <a:lvl4pPr marL="1600200" indent="-228600" defTabSz="879475">
              <a:defRPr sz="1600">
                <a:solidFill>
                  <a:schemeClr val="tx1"/>
                </a:solidFill>
                <a:latin typeface="Helvetica" panose="020B0604020202020204" pitchFamily="34" charset="0"/>
                <a:ea typeface="MS PGothic" panose="020B0600070205080204" pitchFamily="34" charset="-128"/>
              </a:defRPr>
            </a:lvl4pPr>
            <a:lvl5pPr marL="2057400" indent="-228600" defTabSz="879475">
              <a:defRPr sz="1600">
                <a:solidFill>
                  <a:schemeClr val="tx1"/>
                </a:solidFill>
                <a:latin typeface="Helvetica" panose="020B0604020202020204"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D3CFBB3C-200F-4E88-8707-FA15912FCD29}" type="slidenum">
              <a:rPr lang="en-US" altLang="en-US" sz="1200">
                <a:latin typeface="Times New Roman" panose="02020603050405020304" pitchFamily="18" charset="0"/>
              </a:rPr>
              <a:pPr/>
              <a:t>33</a:t>
            </a:fld>
            <a:endParaRPr lang="en-US" altLang="en-US" sz="1200">
              <a:latin typeface="Times New Roman" panose="02020603050405020304" pitchFamily="18" charset="0"/>
            </a:endParaRPr>
          </a:p>
        </p:txBody>
      </p:sp>
      <p:sp>
        <p:nvSpPr>
          <p:cNvPr id="160771" name="Rectangle 2"/>
          <p:cNvSpPr>
            <a:spLocks noGrp="1" noRot="1" noChangeAspect="1" noChangeArrowheads="1" noTextEdit="1"/>
          </p:cNvSpPr>
          <p:nvPr>
            <p:ph type="sldImg"/>
          </p:nvPr>
        </p:nvSpPr>
        <p:spPr>
          <a:ln/>
        </p:spPr>
      </p:sp>
      <p:sp>
        <p:nvSpPr>
          <p:cNvPr id="1607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anose="020B0604020202020204" pitchFamily="34" charset="0"/>
                <a:ea typeface="MS PGothic" panose="020B0600070205080204" pitchFamily="34" charset="-128"/>
              </a:defRPr>
            </a:lvl1pPr>
            <a:lvl2pPr marL="742950" indent="-285750" defTabSz="879475">
              <a:defRPr sz="1600">
                <a:solidFill>
                  <a:schemeClr val="tx1"/>
                </a:solidFill>
                <a:latin typeface="Helvetica" panose="020B0604020202020204" pitchFamily="34" charset="0"/>
                <a:ea typeface="MS PGothic" panose="020B0600070205080204" pitchFamily="34" charset="-128"/>
              </a:defRPr>
            </a:lvl2pPr>
            <a:lvl3pPr marL="1143000" indent="-228600" defTabSz="879475">
              <a:defRPr sz="1600">
                <a:solidFill>
                  <a:schemeClr val="tx1"/>
                </a:solidFill>
                <a:latin typeface="Helvetica" panose="020B0604020202020204" pitchFamily="34" charset="0"/>
                <a:ea typeface="MS PGothic" panose="020B0600070205080204" pitchFamily="34" charset="-128"/>
              </a:defRPr>
            </a:lvl3pPr>
            <a:lvl4pPr marL="1600200" indent="-228600" defTabSz="879475">
              <a:defRPr sz="1600">
                <a:solidFill>
                  <a:schemeClr val="tx1"/>
                </a:solidFill>
                <a:latin typeface="Helvetica" panose="020B0604020202020204" pitchFamily="34" charset="0"/>
                <a:ea typeface="MS PGothic" panose="020B0600070205080204" pitchFamily="34" charset="-128"/>
              </a:defRPr>
            </a:lvl4pPr>
            <a:lvl5pPr marL="2057400" indent="-228600" defTabSz="879475">
              <a:defRPr sz="1600">
                <a:solidFill>
                  <a:schemeClr val="tx1"/>
                </a:solidFill>
                <a:latin typeface="Helvetica" panose="020B0604020202020204"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24605E6D-C19B-414B-A739-A187B98A4127}" type="slidenum">
              <a:rPr lang="en-US" altLang="en-US" sz="1200">
                <a:latin typeface="Times New Roman" panose="02020603050405020304" pitchFamily="18" charset="0"/>
              </a:rPr>
              <a:pPr/>
              <a:t>34</a:t>
            </a:fld>
            <a:endParaRPr lang="en-US" altLang="en-US" sz="1200">
              <a:latin typeface="Times New Roman" panose="02020603050405020304" pitchFamily="18" charset="0"/>
            </a:endParaRPr>
          </a:p>
        </p:txBody>
      </p:sp>
      <p:sp>
        <p:nvSpPr>
          <p:cNvPr id="161795" name="Rectangle 2"/>
          <p:cNvSpPr>
            <a:spLocks noGrp="1" noRot="1" noChangeAspect="1" noChangeArrowheads="1" noTextEdit="1"/>
          </p:cNvSpPr>
          <p:nvPr>
            <p:ph type="sldImg"/>
          </p:nvPr>
        </p:nvSpPr>
        <p:spPr>
          <a:ln/>
        </p:spPr>
      </p:sp>
      <p:sp>
        <p:nvSpPr>
          <p:cNvPr id="1617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anose="020B0604020202020204" pitchFamily="34" charset="0"/>
                <a:ea typeface="MS PGothic" panose="020B0600070205080204" pitchFamily="34" charset="-128"/>
              </a:defRPr>
            </a:lvl1pPr>
            <a:lvl2pPr marL="742950" indent="-285750" defTabSz="879475">
              <a:defRPr sz="1600">
                <a:solidFill>
                  <a:schemeClr val="tx1"/>
                </a:solidFill>
                <a:latin typeface="Helvetica" panose="020B0604020202020204" pitchFamily="34" charset="0"/>
                <a:ea typeface="MS PGothic" panose="020B0600070205080204" pitchFamily="34" charset="-128"/>
              </a:defRPr>
            </a:lvl2pPr>
            <a:lvl3pPr marL="1143000" indent="-228600" defTabSz="879475">
              <a:defRPr sz="1600">
                <a:solidFill>
                  <a:schemeClr val="tx1"/>
                </a:solidFill>
                <a:latin typeface="Helvetica" panose="020B0604020202020204" pitchFamily="34" charset="0"/>
                <a:ea typeface="MS PGothic" panose="020B0600070205080204" pitchFamily="34" charset="-128"/>
              </a:defRPr>
            </a:lvl3pPr>
            <a:lvl4pPr marL="1600200" indent="-228600" defTabSz="879475">
              <a:defRPr sz="1600">
                <a:solidFill>
                  <a:schemeClr val="tx1"/>
                </a:solidFill>
                <a:latin typeface="Helvetica" panose="020B0604020202020204" pitchFamily="34" charset="0"/>
                <a:ea typeface="MS PGothic" panose="020B0600070205080204" pitchFamily="34" charset="-128"/>
              </a:defRPr>
            </a:lvl4pPr>
            <a:lvl5pPr marL="2057400" indent="-228600" defTabSz="879475">
              <a:defRPr sz="1600">
                <a:solidFill>
                  <a:schemeClr val="tx1"/>
                </a:solidFill>
                <a:latin typeface="Helvetica" panose="020B0604020202020204"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661CC594-1CD7-40CD-93E6-4CE1ACA4FA95}" type="slidenum">
              <a:rPr lang="en-US" altLang="en-US" sz="1200">
                <a:latin typeface="Times New Roman" panose="02020603050405020304" pitchFamily="18" charset="0"/>
              </a:rPr>
              <a:pPr/>
              <a:t>35</a:t>
            </a:fld>
            <a:endParaRPr lang="en-US" altLang="en-US" sz="1200">
              <a:latin typeface="Times New Roman" panose="02020603050405020304" pitchFamily="18" charset="0"/>
            </a:endParaRPr>
          </a:p>
        </p:txBody>
      </p:sp>
      <p:sp>
        <p:nvSpPr>
          <p:cNvPr id="162819" name="Rectangle 2"/>
          <p:cNvSpPr>
            <a:spLocks noGrp="1" noRot="1" noChangeAspect="1" noChangeArrowheads="1" noTextEdit="1"/>
          </p:cNvSpPr>
          <p:nvPr>
            <p:ph type="sldImg"/>
          </p:nvPr>
        </p:nvSpPr>
        <p:spPr>
          <a:ln/>
        </p:spPr>
      </p:sp>
      <p:sp>
        <p:nvSpPr>
          <p:cNvPr id="1628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anose="020B0604020202020204" pitchFamily="34" charset="0"/>
                <a:ea typeface="MS PGothic" panose="020B0600070205080204" pitchFamily="34" charset="-128"/>
              </a:defRPr>
            </a:lvl1pPr>
            <a:lvl2pPr marL="742950" indent="-285750" defTabSz="879475">
              <a:defRPr sz="1600">
                <a:solidFill>
                  <a:schemeClr val="tx1"/>
                </a:solidFill>
                <a:latin typeface="Helvetica" panose="020B0604020202020204" pitchFamily="34" charset="0"/>
                <a:ea typeface="MS PGothic" panose="020B0600070205080204" pitchFamily="34" charset="-128"/>
              </a:defRPr>
            </a:lvl2pPr>
            <a:lvl3pPr marL="1143000" indent="-228600" defTabSz="879475">
              <a:defRPr sz="1600">
                <a:solidFill>
                  <a:schemeClr val="tx1"/>
                </a:solidFill>
                <a:latin typeface="Helvetica" panose="020B0604020202020204" pitchFamily="34" charset="0"/>
                <a:ea typeface="MS PGothic" panose="020B0600070205080204" pitchFamily="34" charset="-128"/>
              </a:defRPr>
            </a:lvl3pPr>
            <a:lvl4pPr marL="1600200" indent="-228600" defTabSz="879475">
              <a:defRPr sz="1600">
                <a:solidFill>
                  <a:schemeClr val="tx1"/>
                </a:solidFill>
                <a:latin typeface="Helvetica" panose="020B0604020202020204" pitchFamily="34" charset="0"/>
                <a:ea typeface="MS PGothic" panose="020B0600070205080204" pitchFamily="34" charset="-128"/>
              </a:defRPr>
            </a:lvl4pPr>
            <a:lvl5pPr marL="2057400" indent="-228600" defTabSz="879475">
              <a:defRPr sz="1600">
                <a:solidFill>
                  <a:schemeClr val="tx1"/>
                </a:solidFill>
                <a:latin typeface="Helvetica" panose="020B0604020202020204"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0905BC7D-19D1-496A-A71C-F4ACCD3A8056}" type="slidenum">
              <a:rPr lang="en-US" altLang="en-US" sz="1200">
                <a:latin typeface="Times New Roman" panose="02020603050405020304" pitchFamily="18" charset="0"/>
              </a:rPr>
              <a:pPr/>
              <a:t>36</a:t>
            </a:fld>
            <a:endParaRPr lang="en-US" altLang="en-US" sz="1200">
              <a:latin typeface="Times New Roman" panose="02020603050405020304" pitchFamily="18" charset="0"/>
            </a:endParaRPr>
          </a:p>
        </p:txBody>
      </p:sp>
      <p:sp>
        <p:nvSpPr>
          <p:cNvPr id="163843" name="Rectangle 2"/>
          <p:cNvSpPr>
            <a:spLocks noGrp="1" noRot="1" noChangeAspect="1" noChangeArrowheads="1" noTextEdit="1"/>
          </p:cNvSpPr>
          <p:nvPr>
            <p:ph type="sldImg"/>
          </p:nvPr>
        </p:nvSpPr>
        <p:spPr>
          <a:ln/>
        </p:spPr>
      </p:sp>
      <p:sp>
        <p:nvSpPr>
          <p:cNvPr id="1638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anose="020B0604020202020204" pitchFamily="34" charset="0"/>
                <a:ea typeface="MS PGothic" panose="020B0600070205080204" pitchFamily="34" charset="-128"/>
              </a:defRPr>
            </a:lvl1pPr>
            <a:lvl2pPr marL="742950" indent="-285750" defTabSz="879475">
              <a:defRPr sz="1600">
                <a:solidFill>
                  <a:schemeClr val="tx1"/>
                </a:solidFill>
                <a:latin typeface="Helvetica" panose="020B0604020202020204" pitchFamily="34" charset="0"/>
                <a:ea typeface="MS PGothic" panose="020B0600070205080204" pitchFamily="34" charset="-128"/>
              </a:defRPr>
            </a:lvl2pPr>
            <a:lvl3pPr marL="1143000" indent="-228600" defTabSz="879475">
              <a:defRPr sz="1600">
                <a:solidFill>
                  <a:schemeClr val="tx1"/>
                </a:solidFill>
                <a:latin typeface="Helvetica" panose="020B0604020202020204" pitchFamily="34" charset="0"/>
                <a:ea typeface="MS PGothic" panose="020B0600070205080204" pitchFamily="34" charset="-128"/>
              </a:defRPr>
            </a:lvl3pPr>
            <a:lvl4pPr marL="1600200" indent="-228600" defTabSz="879475">
              <a:defRPr sz="1600">
                <a:solidFill>
                  <a:schemeClr val="tx1"/>
                </a:solidFill>
                <a:latin typeface="Helvetica" panose="020B0604020202020204" pitchFamily="34" charset="0"/>
                <a:ea typeface="MS PGothic" panose="020B0600070205080204" pitchFamily="34" charset="-128"/>
              </a:defRPr>
            </a:lvl4pPr>
            <a:lvl5pPr marL="2057400" indent="-228600" defTabSz="879475">
              <a:defRPr sz="1600">
                <a:solidFill>
                  <a:schemeClr val="tx1"/>
                </a:solidFill>
                <a:latin typeface="Helvetica" panose="020B0604020202020204"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CE2452A7-D935-438C-8E58-EBAA7C5921E7}" type="slidenum">
              <a:rPr lang="en-US" altLang="en-US" sz="1200">
                <a:latin typeface="Times New Roman" panose="02020603050405020304" pitchFamily="18" charset="0"/>
              </a:rPr>
              <a:pPr/>
              <a:t>37</a:t>
            </a:fld>
            <a:endParaRPr lang="en-US" altLang="en-US" sz="1200">
              <a:latin typeface="Times New Roman" panose="02020603050405020304" pitchFamily="18" charset="0"/>
            </a:endParaRPr>
          </a:p>
        </p:txBody>
      </p:sp>
      <p:sp>
        <p:nvSpPr>
          <p:cNvPr id="164867" name="Rectangle 2"/>
          <p:cNvSpPr>
            <a:spLocks noGrp="1" noRot="1" noChangeAspect="1" noChangeArrowheads="1" noTextEdit="1"/>
          </p:cNvSpPr>
          <p:nvPr>
            <p:ph type="sldImg"/>
          </p:nvPr>
        </p:nvSpPr>
        <p:spPr>
          <a:ln/>
        </p:spPr>
      </p:sp>
      <p:sp>
        <p:nvSpPr>
          <p:cNvPr id="1648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anose="020B0604020202020204" pitchFamily="34" charset="0"/>
                <a:ea typeface="MS PGothic" panose="020B0600070205080204" pitchFamily="34" charset="-128"/>
              </a:defRPr>
            </a:lvl1pPr>
            <a:lvl2pPr marL="742950" indent="-285750" defTabSz="879475">
              <a:defRPr sz="1600">
                <a:solidFill>
                  <a:schemeClr val="tx1"/>
                </a:solidFill>
                <a:latin typeface="Helvetica" panose="020B0604020202020204" pitchFamily="34" charset="0"/>
                <a:ea typeface="MS PGothic" panose="020B0600070205080204" pitchFamily="34" charset="-128"/>
              </a:defRPr>
            </a:lvl2pPr>
            <a:lvl3pPr marL="1143000" indent="-228600" defTabSz="879475">
              <a:defRPr sz="1600">
                <a:solidFill>
                  <a:schemeClr val="tx1"/>
                </a:solidFill>
                <a:latin typeface="Helvetica" panose="020B0604020202020204" pitchFamily="34" charset="0"/>
                <a:ea typeface="MS PGothic" panose="020B0600070205080204" pitchFamily="34" charset="-128"/>
              </a:defRPr>
            </a:lvl3pPr>
            <a:lvl4pPr marL="1600200" indent="-228600" defTabSz="879475">
              <a:defRPr sz="1600">
                <a:solidFill>
                  <a:schemeClr val="tx1"/>
                </a:solidFill>
                <a:latin typeface="Helvetica" panose="020B0604020202020204" pitchFamily="34" charset="0"/>
                <a:ea typeface="MS PGothic" panose="020B0600070205080204" pitchFamily="34" charset="-128"/>
              </a:defRPr>
            </a:lvl4pPr>
            <a:lvl5pPr marL="2057400" indent="-228600" defTabSz="879475">
              <a:defRPr sz="1600">
                <a:solidFill>
                  <a:schemeClr val="tx1"/>
                </a:solidFill>
                <a:latin typeface="Helvetica" panose="020B0604020202020204"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31C8F3DF-6BC3-4F63-A739-DE5E1DD0CF5A}" type="slidenum">
              <a:rPr lang="en-US" altLang="en-US" sz="1200">
                <a:latin typeface="Times New Roman" panose="02020603050405020304" pitchFamily="18" charset="0"/>
              </a:rPr>
              <a:pPr/>
              <a:t>39</a:t>
            </a:fld>
            <a:endParaRPr lang="en-US" altLang="en-US" sz="1200">
              <a:latin typeface="Times New Roman" panose="02020603050405020304" pitchFamily="18" charset="0"/>
            </a:endParaRPr>
          </a:p>
        </p:txBody>
      </p:sp>
      <p:sp>
        <p:nvSpPr>
          <p:cNvPr id="165891" name="Rectangle 2"/>
          <p:cNvSpPr>
            <a:spLocks noGrp="1" noRot="1" noChangeAspect="1" noChangeArrowheads="1" noTextEdit="1"/>
          </p:cNvSpPr>
          <p:nvPr>
            <p:ph type="sldImg"/>
          </p:nvPr>
        </p:nvSpPr>
        <p:spPr>
          <a:ln/>
        </p:spPr>
      </p:sp>
      <p:sp>
        <p:nvSpPr>
          <p:cNvPr id="1658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anose="020B0604020202020204" pitchFamily="34" charset="0"/>
                <a:ea typeface="MS PGothic" panose="020B0600070205080204" pitchFamily="34" charset="-128"/>
              </a:defRPr>
            </a:lvl1pPr>
            <a:lvl2pPr marL="742950" indent="-285750" defTabSz="879475">
              <a:defRPr sz="1600">
                <a:solidFill>
                  <a:schemeClr val="tx1"/>
                </a:solidFill>
                <a:latin typeface="Helvetica" panose="020B0604020202020204" pitchFamily="34" charset="0"/>
                <a:ea typeface="MS PGothic" panose="020B0600070205080204" pitchFamily="34" charset="-128"/>
              </a:defRPr>
            </a:lvl2pPr>
            <a:lvl3pPr marL="1143000" indent="-228600" defTabSz="879475">
              <a:defRPr sz="1600">
                <a:solidFill>
                  <a:schemeClr val="tx1"/>
                </a:solidFill>
                <a:latin typeface="Helvetica" panose="020B0604020202020204" pitchFamily="34" charset="0"/>
                <a:ea typeface="MS PGothic" panose="020B0600070205080204" pitchFamily="34" charset="-128"/>
              </a:defRPr>
            </a:lvl3pPr>
            <a:lvl4pPr marL="1600200" indent="-228600" defTabSz="879475">
              <a:defRPr sz="1600">
                <a:solidFill>
                  <a:schemeClr val="tx1"/>
                </a:solidFill>
                <a:latin typeface="Helvetica" panose="020B0604020202020204" pitchFamily="34" charset="0"/>
                <a:ea typeface="MS PGothic" panose="020B0600070205080204" pitchFamily="34" charset="-128"/>
              </a:defRPr>
            </a:lvl4pPr>
            <a:lvl5pPr marL="2057400" indent="-228600" defTabSz="879475">
              <a:defRPr sz="1600">
                <a:solidFill>
                  <a:schemeClr val="tx1"/>
                </a:solidFill>
                <a:latin typeface="Helvetica" panose="020B0604020202020204"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1C9CA965-8FA2-468E-B54C-6DEAE91A6722}" type="slidenum">
              <a:rPr lang="en-US" altLang="en-US" sz="1200">
                <a:latin typeface="Times New Roman" panose="02020603050405020304" pitchFamily="18" charset="0"/>
              </a:rPr>
              <a:pPr/>
              <a:t>40</a:t>
            </a:fld>
            <a:endParaRPr lang="en-US" altLang="en-US" sz="1200">
              <a:latin typeface="Times New Roman" panose="02020603050405020304" pitchFamily="18" charset="0"/>
            </a:endParaRPr>
          </a:p>
        </p:txBody>
      </p:sp>
      <p:sp>
        <p:nvSpPr>
          <p:cNvPr id="166915" name="Rectangle 2"/>
          <p:cNvSpPr>
            <a:spLocks noGrp="1" noRot="1" noChangeAspect="1" noChangeArrowheads="1" noTextEdit="1"/>
          </p:cNvSpPr>
          <p:nvPr>
            <p:ph type="sldImg"/>
          </p:nvPr>
        </p:nvSpPr>
        <p:spPr>
          <a:ln/>
        </p:spPr>
      </p:sp>
      <p:sp>
        <p:nvSpPr>
          <p:cNvPr id="1669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anose="020B0604020202020204" pitchFamily="34" charset="0"/>
                <a:ea typeface="MS PGothic" panose="020B0600070205080204" pitchFamily="34" charset="-128"/>
              </a:defRPr>
            </a:lvl1pPr>
            <a:lvl2pPr marL="742950" indent="-285750" defTabSz="879475">
              <a:defRPr sz="1600">
                <a:solidFill>
                  <a:schemeClr val="tx1"/>
                </a:solidFill>
                <a:latin typeface="Helvetica" panose="020B0604020202020204" pitchFamily="34" charset="0"/>
                <a:ea typeface="MS PGothic" panose="020B0600070205080204" pitchFamily="34" charset="-128"/>
              </a:defRPr>
            </a:lvl2pPr>
            <a:lvl3pPr marL="1143000" indent="-228600" defTabSz="879475">
              <a:defRPr sz="1600">
                <a:solidFill>
                  <a:schemeClr val="tx1"/>
                </a:solidFill>
                <a:latin typeface="Helvetica" panose="020B0604020202020204" pitchFamily="34" charset="0"/>
                <a:ea typeface="MS PGothic" panose="020B0600070205080204" pitchFamily="34" charset="-128"/>
              </a:defRPr>
            </a:lvl3pPr>
            <a:lvl4pPr marL="1600200" indent="-228600" defTabSz="879475">
              <a:defRPr sz="1600">
                <a:solidFill>
                  <a:schemeClr val="tx1"/>
                </a:solidFill>
                <a:latin typeface="Helvetica" panose="020B0604020202020204" pitchFamily="34" charset="0"/>
                <a:ea typeface="MS PGothic" panose="020B0600070205080204" pitchFamily="34" charset="-128"/>
              </a:defRPr>
            </a:lvl4pPr>
            <a:lvl5pPr marL="2057400" indent="-228600" defTabSz="879475">
              <a:defRPr sz="1600">
                <a:solidFill>
                  <a:schemeClr val="tx1"/>
                </a:solidFill>
                <a:latin typeface="Helvetica" panose="020B0604020202020204"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8F6C4B6F-6830-44A3-A878-77571DDC891A}" type="slidenum">
              <a:rPr lang="en-US" altLang="en-US" sz="1200">
                <a:latin typeface="Times New Roman" panose="02020603050405020304" pitchFamily="18" charset="0"/>
              </a:rPr>
              <a:pPr/>
              <a:t>42</a:t>
            </a:fld>
            <a:endParaRPr lang="en-US" altLang="en-US" sz="1200">
              <a:latin typeface="Times New Roman" panose="02020603050405020304" pitchFamily="18" charset="0"/>
            </a:endParaRPr>
          </a:p>
        </p:txBody>
      </p:sp>
      <p:sp>
        <p:nvSpPr>
          <p:cNvPr id="138243" name="Rectangle 2"/>
          <p:cNvSpPr>
            <a:spLocks noGrp="1" noRot="1" noChangeAspect="1" noChangeArrowheads="1" noTextEdit="1"/>
          </p:cNvSpPr>
          <p:nvPr>
            <p:ph type="sldImg"/>
          </p:nvPr>
        </p:nvSpPr>
        <p:spPr>
          <a:ln/>
        </p:spPr>
      </p:sp>
      <p:sp>
        <p:nvSpPr>
          <p:cNvPr id="1382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10835743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hyperlink" Target="http://www.db-book.com/" TargetMode="Externa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hyperlink" Target="http://www.db-book.com/" TargetMode="External"/><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hyperlink" Target="http://www.db-book.com/"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Text Box 7">
            <a:extLst>
              <a:ext uri="{FF2B5EF4-FFF2-40B4-BE49-F238E27FC236}">
                <a16:creationId xmlns:a16="http://schemas.microsoft.com/office/drawing/2014/main" id="{6AB433D2-BE84-467A-82DB-DBFCF9F936A3}"/>
              </a:ext>
            </a:extLst>
          </p:cNvPr>
          <p:cNvSpPr txBox="1">
            <a:spLocks noChangeArrowheads="1"/>
          </p:cNvSpPr>
          <p:nvPr/>
        </p:nvSpPr>
        <p:spPr bwMode="auto">
          <a:xfrm>
            <a:off x="2674938" y="5726113"/>
            <a:ext cx="3694112" cy="793750"/>
          </a:xfrm>
          <a:prstGeom prst="rect">
            <a:avLst/>
          </a:prstGeom>
          <a:noFill/>
          <a:ln>
            <a:noFill/>
          </a:ln>
          <a:extLst>
            <a:ext uri="{909E8E84-426E-40dd-AFC4-6F175D3DCCD1}"/>
            <a:ext uri="{91240B29-F687-4f45-9708-019B960494DF}"/>
          </a:extLst>
        </p:spPr>
        <p:txBody>
          <a:bodyPr wrap="none">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ctr">
              <a:spcBef>
                <a:spcPct val="50000"/>
              </a:spcBef>
              <a:defRPr/>
            </a:pPr>
            <a:r>
              <a:rPr lang="en-US" altLang="en-US" b="1" dirty="0">
                <a:solidFill>
                  <a:srgbClr val="002060"/>
                </a:solidFill>
              </a:rPr>
              <a:t>Database System Concepts, 7</a:t>
            </a:r>
            <a:r>
              <a:rPr lang="en-US" altLang="en-US" b="1" baseline="30000" dirty="0">
                <a:solidFill>
                  <a:srgbClr val="002060"/>
                </a:solidFill>
              </a:rPr>
              <a:t>th</a:t>
            </a:r>
            <a:r>
              <a:rPr lang="en-US" altLang="en-US" b="1" dirty="0">
                <a:solidFill>
                  <a:srgbClr val="002060"/>
                </a:solidFill>
              </a:rPr>
              <a:t> Ed</a:t>
            </a:r>
            <a:r>
              <a:rPr lang="en-US" altLang="en-US" dirty="0">
                <a:solidFill>
                  <a:srgbClr val="002060"/>
                </a:solidFill>
              </a:rPr>
              <a:t>.</a:t>
            </a:r>
          </a:p>
          <a:p>
            <a:pPr algn="ctr">
              <a:spcBef>
                <a:spcPct val="50000"/>
              </a:spcBef>
              <a:defRPr/>
            </a:pPr>
            <a:r>
              <a:rPr lang="en-US" altLang="en-US" sz="1200" b="1" dirty="0">
                <a:solidFill>
                  <a:srgbClr val="002060"/>
                </a:solidFill>
              </a:rPr>
              <a:t>©Silberschatz, Korth and Sudarshan</a:t>
            </a:r>
            <a:br>
              <a:rPr lang="en-US" altLang="en-US" sz="1200" b="1" dirty="0">
                <a:solidFill>
                  <a:srgbClr val="002060"/>
                </a:solidFill>
              </a:rPr>
            </a:br>
            <a:r>
              <a:rPr lang="en-US" altLang="en-US" sz="1200" b="1" dirty="0">
                <a:solidFill>
                  <a:srgbClr val="002060"/>
                </a:solidFill>
              </a:rPr>
              <a:t>See </a:t>
            </a:r>
            <a:r>
              <a:rPr lang="en-US" altLang="en-US" sz="1200" b="1" dirty="0">
                <a:solidFill>
                  <a:srgbClr val="002060"/>
                </a:solidFill>
                <a:hlinkClick r:id="rId2"/>
              </a:rPr>
              <a:t>www.db-book.com</a:t>
            </a:r>
            <a:r>
              <a:rPr lang="en-US" altLang="en-US" sz="1200" b="1" dirty="0">
                <a:solidFill>
                  <a:srgbClr val="002060"/>
                </a:solidFill>
              </a:rPr>
              <a:t> for conditions on re-use </a:t>
            </a:r>
          </a:p>
        </p:txBody>
      </p:sp>
      <p:sp>
        <p:nvSpPr>
          <p:cNvPr id="487426" name="Rectangle 2"/>
          <p:cNvSpPr>
            <a:spLocks noGrp="1" noChangeArrowheads="1"/>
          </p:cNvSpPr>
          <p:nvPr>
            <p:ph type="ctrTitle"/>
          </p:nvPr>
        </p:nvSpPr>
        <p:spPr>
          <a:xfrm>
            <a:off x="685800" y="2286000"/>
            <a:ext cx="7772400" cy="1143000"/>
          </a:xfrm>
        </p:spPr>
        <p:txBody>
          <a:bodyPr/>
          <a:lstStyle>
            <a:lvl1pPr>
              <a:defRPr>
                <a:solidFill>
                  <a:srgbClr val="002060"/>
                </a:solidFill>
              </a:defRPr>
            </a:lvl1pPr>
          </a:lstStyle>
          <a:p>
            <a:r>
              <a:rPr lang="en-US" dirty="0"/>
              <a:t>Click to edit Master title style</a:t>
            </a:r>
          </a:p>
        </p:txBody>
      </p:sp>
      <p:sp>
        <p:nvSpPr>
          <p:cNvPr id="7" name="Rectangle 4">
            <a:extLst>
              <a:ext uri="{FF2B5EF4-FFF2-40B4-BE49-F238E27FC236}">
                <a16:creationId xmlns:a16="http://schemas.microsoft.com/office/drawing/2014/main" id="{51BECEEC-3BC9-4D4E-99DA-2E5AA4578487}"/>
              </a:ext>
            </a:extLst>
          </p:cNvPr>
          <p:cNvSpPr>
            <a:spLocks noGrp="1" noChangeArrowheads="1"/>
          </p:cNvSpPr>
          <p:nvPr>
            <p:ph type="ftr" sz="quarter" idx="10"/>
          </p:nvPr>
        </p:nvSpPr>
        <p:spPr bwMode="auto">
          <a:xfrm>
            <a:off x="2862263" y="5780088"/>
            <a:ext cx="3448050" cy="457200"/>
          </a:xfrm>
          <a:prstGeom prst="rect">
            <a:avLst/>
          </a:prstGeom>
          <a:ln>
            <a:miter lim="800000"/>
            <a:headEnd/>
            <a:tailEnd/>
          </a:ln>
        </p:spPr>
        <p:txBody>
          <a:bodyPr vert="horz" wrap="square" lIns="91440" tIns="45720" rIns="91440" bIns="45720" numCol="1" anchor="t" anchorCtr="0" compatLnSpc="1">
            <a:prstTxWarp prst="textNoShape">
              <a:avLst/>
            </a:prstTxWarp>
          </a:bodyPr>
          <a:lstStyle>
            <a:lvl1pPr algn="ctr">
              <a:spcBef>
                <a:spcPct val="50000"/>
              </a:spcBef>
              <a:defRPr>
                <a:solidFill>
                  <a:srgbClr val="578963"/>
                </a:solidFill>
                <a:latin typeface="Times New Roman" charset="0"/>
                <a:ea typeface="+mn-ea"/>
                <a:cs typeface="+mn-cs"/>
              </a:defRPr>
            </a:lvl1pPr>
          </a:lstStyle>
          <a:p>
            <a:pPr>
              <a:defRPr/>
            </a:pPr>
            <a:r>
              <a:rPr lang="en-US"/>
              <a:t>7</a:t>
            </a:r>
            <a:endParaRPr lang="en-US" dirty="0"/>
          </a:p>
        </p:txBody>
      </p:sp>
      <p:sp>
        <p:nvSpPr>
          <p:cNvPr id="8" name="Rectangle 5">
            <a:extLst>
              <a:ext uri="{FF2B5EF4-FFF2-40B4-BE49-F238E27FC236}">
                <a16:creationId xmlns:a16="http://schemas.microsoft.com/office/drawing/2014/main" id="{E5B7FE48-B4A0-4404-A94E-2D4837BDADF1}"/>
              </a:ext>
            </a:extLst>
          </p:cNvPr>
          <p:cNvSpPr>
            <a:spLocks noGrp="1" noChangeArrowheads="1"/>
          </p:cNvSpPr>
          <p:nvPr>
            <p:ph type="sldNum" sz="quarter" idx="11"/>
          </p:nvPr>
        </p:nvSpPr>
        <p:spPr>
          <a:xfrm>
            <a:off x="6596063" y="6218238"/>
            <a:ext cx="1905000" cy="457200"/>
          </a:xfrm>
        </p:spPr>
        <p:txBody>
          <a:bodyPr/>
          <a:lstStyle>
            <a:lvl1pPr>
              <a:defRPr smtClean="0">
                <a:solidFill>
                  <a:srgbClr val="578963"/>
                </a:solidFill>
              </a:defRPr>
            </a:lvl1pPr>
          </a:lstStyle>
          <a:p>
            <a:fld id="{C5A1666A-4F16-4D6F-8CC9-19658F8F9F60}" type="slidenum">
              <a:rPr lang="en-US" altLang="en-US" smtClean="0"/>
              <a:pPr/>
              <a:t>‹#›</a:t>
            </a:fld>
            <a:endParaRPr lang="en-US" altLang="en-US"/>
          </a:p>
        </p:txBody>
      </p:sp>
      <p:pic>
        <p:nvPicPr>
          <p:cNvPr id="9" name="Picture 8" descr="Cover-6Ed"/>
          <p:cNvPicPr>
            <a:picLocks noChangeAspect="1" noChangeArrowheads="1"/>
          </p:cNvPicPr>
          <p:nvPr/>
        </p:nvPicPr>
        <p:blipFill>
          <a:blip r:embed="rId3"/>
          <a:stretch>
            <a:fillRect/>
          </a:stretch>
        </p:blipFill>
        <p:spPr bwMode="auto">
          <a:xfrm>
            <a:off x="0" y="12336"/>
            <a:ext cx="1331269" cy="170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9" descr="Cover-6Ed">
            <a:extLst>
              <a:ext uri="{FF2B5EF4-FFF2-40B4-BE49-F238E27FC236}">
                <a16:creationId xmlns:a16="http://schemas.microsoft.com/office/drawing/2014/main" id="{77026798-0827-482F-848C-054321BDFD4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24" y="0"/>
            <a:ext cx="1331912" cy="170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8" descr="Cover-6Ed">
            <a:extLst>
              <a:ext uri="{FF2B5EF4-FFF2-40B4-BE49-F238E27FC236}">
                <a16:creationId xmlns:a16="http://schemas.microsoft.com/office/drawing/2014/main" id="{12BFBC13-3518-4549-85D9-A32C1D723BAD}"/>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5224" y="0"/>
            <a:ext cx="1331912" cy="170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166470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37424" y="1102497"/>
            <a:ext cx="8408126" cy="5367972"/>
          </a:xfrm>
        </p:spPr>
        <p:txBody>
          <a:bodyPr/>
          <a:lstStyle>
            <a:lvl1pPr marL="342900" indent="-342900">
              <a:buSzPct val="110000"/>
              <a:buFont typeface="Wingdings" panose="05000000000000000000" pitchFamily="2" charset="2"/>
              <a:buChar char="§"/>
              <a:defRPr sz="1700"/>
            </a:lvl1pPr>
            <a:lvl2pPr marL="742950" indent="-285750">
              <a:buSzPct val="110000"/>
              <a:buFont typeface="Arial" panose="020B0604020202020204" pitchFamily="34" charset="0"/>
              <a:buChar char="•"/>
              <a:defRPr sz="1700"/>
            </a:lvl2pPr>
            <a:lvl3pPr marL="1085850" indent="-228600">
              <a:buSzPct val="100000"/>
              <a:buFont typeface="Wingdings" panose="05000000000000000000" pitchFamily="2" charset="2"/>
              <a:buChar char="§"/>
              <a:defRPr sz="1700"/>
            </a:lvl3pPr>
            <a:lvl4pPr marL="1428750" indent="-228600">
              <a:buFont typeface="Arial" panose="020B0604020202020204" pitchFamily="34" charset="0"/>
              <a:buChar char="•"/>
              <a:defRPr sz="1700"/>
            </a:lvl4pPr>
            <a:lvl5pPr marL="1771650" indent="-228600">
              <a:buSzPct val="100000"/>
              <a:buFont typeface="Wingdings" panose="05000000000000000000" pitchFamily="2" charset="2"/>
              <a:buChar char="§"/>
              <a:defRPr sz="17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Rectangle 3">
            <a:extLst>
              <a:ext uri="{FF2B5EF4-FFF2-40B4-BE49-F238E27FC236}">
                <a16:creationId xmlns:a16="http://schemas.microsoft.com/office/drawing/2014/main" id="{E42D457B-4574-44A7-82F5-364A95AA2566}"/>
              </a:ext>
            </a:extLst>
          </p:cNvPr>
          <p:cNvSpPr>
            <a:spLocks noGrp="1" noChangeArrowheads="1"/>
          </p:cNvSpPr>
          <p:nvPr>
            <p:ph type="sldNum" sz="quarter" idx="10"/>
          </p:nvPr>
        </p:nvSpPr>
        <p:spPr>
          <a:ln/>
        </p:spPr>
        <p:txBody>
          <a:bodyPr/>
          <a:lstStyle>
            <a:lvl1pPr>
              <a:defRPr/>
            </a:lvl1pPr>
          </a:lstStyle>
          <a:p>
            <a:fld id="{7E61BABB-146E-43C2-957A-F74489A8053A}" type="slidenum">
              <a:rPr lang="en-US" altLang="en-US" smtClean="0"/>
              <a:pPr/>
              <a:t>‹#›</a:t>
            </a:fld>
            <a:endParaRPr lang="en-US" altLang="en-US"/>
          </a:p>
        </p:txBody>
      </p:sp>
    </p:spTree>
    <p:extLst>
      <p:ext uri="{BB962C8B-B14F-4D97-AF65-F5344CB8AC3E}">
        <p14:creationId xmlns:p14="http://schemas.microsoft.com/office/powerpoint/2010/main" val="29229296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5800" y="2447471"/>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74863" y="4073662"/>
            <a:ext cx="7772400" cy="1500187"/>
          </a:xfrm>
        </p:spPr>
        <p:txBody>
          <a:bodyPr anchor="b"/>
          <a:lstStyle>
            <a:lvl1pPr marL="342900" indent="-342900">
              <a:buFont typeface="Wingdings" panose="05000000000000000000" pitchFamily="2" charset="2"/>
              <a:buChar char="§"/>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Edit Master text styles</a:t>
            </a:r>
          </a:p>
        </p:txBody>
      </p:sp>
      <p:sp>
        <p:nvSpPr>
          <p:cNvPr id="4" name="Rectangle 3">
            <a:extLst>
              <a:ext uri="{FF2B5EF4-FFF2-40B4-BE49-F238E27FC236}">
                <a16:creationId xmlns:a16="http://schemas.microsoft.com/office/drawing/2014/main" id="{9833A2CD-6A4B-4240-88F1-B4D7FEB50A79}"/>
              </a:ext>
            </a:extLst>
          </p:cNvPr>
          <p:cNvSpPr>
            <a:spLocks noGrp="1" noChangeArrowheads="1"/>
          </p:cNvSpPr>
          <p:nvPr>
            <p:ph type="sldNum" sz="quarter" idx="10"/>
          </p:nvPr>
        </p:nvSpPr>
        <p:spPr>
          <a:ln/>
        </p:spPr>
        <p:txBody>
          <a:bodyPr/>
          <a:lstStyle>
            <a:lvl1pPr>
              <a:defRPr/>
            </a:lvl1pPr>
          </a:lstStyle>
          <a:p>
            <a:fld id="{B8911A7C-8095-450C-8C6E-9FD10552B060}" type="slidenum">
              <a:rPr lang="en-US" altLang="en-US" smtClean="0"/>
              <a:pPr/>
              <a:t>‹#›</a:t>
            </a:fld>
            <a:endParaRPr lang="en-US" altLang="en-US"/>
          </a:p>
        </p:txBody>
      </p:sp>
    </p:spTree>
    <p:extLst>
      <p:ext uri="{BB962C8B-B14F-4D97-AF65-F5344CB8AC3E}">
        <p14:creationId xmlns:p14="http://schemas.microsoft.com/office/powerpoint/2010/main" val="7657526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Rectangle 3">
            <a:extLst>
              <a:ext uri="{FF2B5EF4-FFF2-40B4-BE49-F238E27FC236}">
                <a16:creationId xmlns:a16="http://schemas.microsoft.com/office/drawing/2014/main" id="{BC4FAFEB-DA24-40E3-81A3-2C7117781D6B}"/>
              </a:ext>
            </a:extLst>
          </p:cNvPr>
          <p:cNvSpPr>
            <a:spLocks noGrp="1" noChangeArrowheads="1"/>
          </p:cNvSpPr>
          <p:nvPr>
            <p:ph type="sldNum" sz="quarter" idx="10"/>
          </p:nvPr>
        </p:nvSpPr>
        <p:spPr>
          <a:ln/>
        </p:spPr>
        <p:txBody>
          <a:bodyPr/>
          <a:lstStyle>
            <a:lvl1pPr>
              <a:defRPr/>
            </a:lvl1pPr>
          </a:lstStyle>
          <a:p>
            <a:fld id="{C6A00A4D-DB2F-4805-9D30-1601D390370A}" type="slidenum">
              <a:rPr lang="en-US" altLang="en-US" smtClean="0"/>
              <a:pPr/>
              <a:t>‹#›</a:t>
            </a:fld>
            <a:endParaRPr lang="en-US" altLang="en-US"/>
          </a:p>
        </p:txBody>
      </p:sp>
      <p:sp>
        <p:nvSpPr>
          <p:cNvPr id="6" name="Content Placeholder 2">
            <a:extLst>
              <a:ext uri="{FF2B5EF4-FFF2-40B4-BE49-F238E27FC236}">
                <a16:creationId xmlns:a16="http://schemas.microsoft.com/office/drawing/2014/main" id="{EE86E211-15D2-459B-B331-A82FFB150BE0}"/>
              </a:ext>
            </a:extLst>
          </p:cNvPr>
          <p:cNvSpPr>
            <a:spLocks noGrp="1"/>
          </p:cNvSpPr>
          <p:nvPr>
            <p:ph idx="1"/>
          </p:nvPr>
        </p:nvSpPr>
        <p:spPr>
          <a:xfrm>
            <a:off x="437424" y="1102497"/>
            <a:ext cx="3985352" cy="5367972"/>
          </a:xfrm>
        </p:spPr>
        <p:txBody>
          <a:bodyPr/>
          <a:lstStyle>
            <a:lvl1pPr marL="342900" indent="-342900">
              <a:buSzPct val="110000"/>
              <a:buFont typeface="Wingdings" panose="05000000000000000000" pitchFamily="2" charset="2"/>
              <a:buChar char="§"/>
              <a:defRPr sz="1700"/>
            </a:lvl1pPr>
            <a:lvl2pPr marL="742950" indent="-285750">
              <a:buSzPct val="110000"/>
              <a:buFont typeface="Arial" panose="020B0604020202020204" pitchFamily="34" charset="0"/>
              <a:buChar char="•"/>
              <a:defRPr sz="1700"/>
            </a:lvl2pPr>
            <a:lvl3pPr marL="1085850" indent="-228600">
              <a:buSzPct val="100000"/>
              <a:buFont typeface="Wingdings" panose="05000000000000000000" pitchFamily="2" charset="2"/>
              <a:buChar char="§"/>
              <a:defRPr sz="1700"/>
            </a:lvl3pPr>
            <a:lvl4pPr marL="1428750" indent="-228600">
              <a:buFont typeface="Arial" panose="020B0604020202020204" pitchFamily="34" charset="0"/>
              <a:buChar char="•"/>
              <a:defRPr sz="1700"/>
            </a:lvl4pPr>
            <a:lvl5pPr marL="1771650" indent="-228600">
              <a:buSzPct val="100000"/>
              <a:buFont typeface="Wingdings" panose="05000000000000000000" pitchFamily="2" charset="2"/>
              <a:buChar char="§"/>
              <a:defRPr sz="17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9119847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457200" y="2174875"/>
            <a:ext cx="4040188" cy="3951288"/>
          </a:xfrm>
        </p:spPr>
        <p:txBody>
          <a:bodyPr/>
          <a:lstStyle>
            <a:lvl1pPr>
              <a:defRPr sz="1700"/>
            </a:lvl1pPr>
            <a:lvl2pPr>
              <a:defRPr sz="1700"/>
            </a:lvl2pPr>
            <a:lvl3pPr>
              <a:defRPr sz="1700"/>
            </a:lvl3pPr>
            <a:lvl4pPr>
              <a:defRPr sz="1700"/>
            </a:lvl4pPr>
            <a:lvl5pPr>
              <a:defRPr sz="17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1700"/>
            </a:lvl1pPr>
            <a:lvl2pPr>
              <a:defRPr sz="1700"/>
            </a:lvl2pPr>
            <a:lvl3pPr>
              <a:defRPr sz="1700"/>
            </a:lvl3pPr>
            <a:lvl4pPr>
              <a:defRPr sz="1700"/>
            </a:lvl4pPr>
            <a:lvl5pPr>
              <a:defRPr sz="17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3">
            <a:extLst>
              <a:ext uri="{FF2B5EF4-FFF2-40B4-BE49-F238E27FC236}">
                <a16:creationId xmlns:a16="http://schemas.microsoft.com/office/drawing/2014/main" id="{42096E68-496F-4499-93E9-D10C62B93D1A}"/>
              </a:ext>
            </a:extLst>
          </p:cNvPr>
          <p:cNvSpPr>
            <a:spLocks noGrp="1" noChangeArrowheads="1"/>
          </p:cNvSpPr>
          <p:nvPr>
            <p:ph type="sldNum" sz="quarter" idx="10"/>
          </p:nvPr>
        </p:nvSpPr>
        <p:spPr>
          <a:ln/>
        </p:spPr>
        <p:txBody>
          <a:bodyPr/>
          <a:lstStyle>
            <a:lvl1pPr>
              <a:defRPr/>
            </a:lvl1pPr>
          </a:lstStyle>
          <a:p>
            <a:fld id="{CDAB9B80-DF76-48EB-90ED-332DFA16C8C5}" type="slidenum">
              <a:rPr lang="en-US" altLang="en-US" smtClean="0"/>
              <a:pPr/>
              <a:t>‹#›</a:t>
            </a:fld>
            <a:endParaRPr lang="en-US" altLang="en-US"/>
          </a:p>
        </p:txBody>
      </p:sp>
    </p:spTree>
    <p:extLst>
      <p:ext uri="{BB962C8B-B14F-4D97-AF65-F5344CB8AC3E}">
        <p14:creationId xmlns:p14="http://schemas.microsoft.com/office/powerpoint/2010/main" val="11583598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3">
            <a:extLst>
              <a:ext uri="{FF2B5EF4-FFF2-40B4-BE49-F238E27FC236}">
                <a16:creationId xmlns:a16="http://schemas.microsoft.com/office/drawing/2014/main" id="{F8A17BCC-393D-48FB-8CCD-31D1E0C6FA40}"/>
              </a:ext>
            </a:extLst>
          </p:cNvPr>
          <p:cNvSpPr>
            <a:spLocks noGrp="1" noChangeArrowheads="1"/>
          </p:cNvSpPr>
          <p:nvPr>
            <p:ph type="sldNum" sz="quarter" idx="10"/>
          </p:nvPr>
        </p:nvSpPr>
        <p:spPr>
          <a:ln/>
        </p:spPr>
        <p:txBody>
          <a:bodyPr/>
          <a:lstStyle>
            <a:lvl1pPr>
              <a:defRPr/>
            </a:lvl1pPr>
          </a:lstStyle>
          <a:p>
            <a:fld id="{D7F13DB9-4DBA-4FBB-AEC4-DAFE588C3D15}" type="slidenum">
              <a:rPr lang="en-US" altLang="en-US" smtClean="0"/>
              <a:pPr/>
              <a:t>‹#›</a:t>
            </a:fld>
            <a:endParaRPr lang="en-US" altLang="en-US"/>
          </a:p>
        </p:txBody>
      </p:sp>
    </p:spTree>
    <p:extLst>
      <p:ext uri="{BB962C8B-B14F-4D97-AF65-F5344CB8AC3E}">
        <p14:creationId xmlns:p14="http://schemas.microsoft.com/office/powerpoint/2010/main" val="34815820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3">
            <a:extLst>
              <a:ext uri="{FF2B5EF4-FFF2-40B4-BE49-F238E27FC236}">
                <a16:creationId xmlns:a16="http://schemas.microsoft.com/office/drawing/2014/main" id="{A54EDB4F-7D4C-4F34-9AD3-169F9858A5EE}"/>
              </a:ext>
            </a:extLst>
          </p:cNvPr>
          <p:cNvSpPr>
            <a:spLocks noGrp="1" noChangeArrowheads="1"/>
          </p:cNvSpPr>
          <p:nvPr>
            <p:ph type="sldNum" sz="quarter" idx="10"/>
          </p:nvPr>
        </p:nvSpPr>
        <p:spPr>
          <a:ln/>
        </p:spPr>
        <p:txBody>
          <a:bodyPr/>
          <a:lstStyle>
            <a:lvl1pPr>
              <a:defRPr/>
            </a:lvl1pPr>
          </a:lstStyle>
          <a:p>
            <a:fld id="{56791594-5C2E-4441-B7B6-82984035929F}" type="slidenum">
              <a:rPr lang="en-US" altLang="en-US" smtClean="0"/>
              <a:pPr/>
              <a:t>‹#›</a:t>
            </a:fld>
            <a:endParaRPr lang="en-US" altLang="en-US"/>
          </a:p>
        </p:txBody>
      </p:sp>
    </p:spTree>
    <p:extLst>
      <p:ext uri="{BB962C8B-B14F-4D97-AF65-F5344CB8AC3E}">
        <p14:creationId xmlns:p14="http://schemas.microsoft.com/office/powerpoint/2010/main" val="22724728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1700"/>
            </a:lvl1pPr>
            <a:lvl2pPr>
              <a:defRPr sz="1700"/>
            </a:lvl2pPr>
            <a:lvl3pPr>
              <a:defRPr sz="1700"/>
            </a:lvl3pPr>
            <a:lvl4pPr>
              <a:defRPr sz="1700"/>
            </a:lvl4pPr>
            <a:lvl5pPr>
              <a:defRPr sz="17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Rectangle 3">
            <a:extLst>
              <a:ext uri="{FF2B5EF4-FFF2-40B4-BE49-F238E27FC236}">
                <a16:creationId xmlns:a16="http://schemas.microsoft.com/office/drawing/2014/main" id="{AA8DFBA5-2441-4C97-8340-430BD863557C}"/>
              </a:ext>
            </a:extLst>
          </p:cNvPr>
          <p:cNvSpPr>
            <a:spLocks noGrp="1" noChangeArrowheads="1"/>
          </p:cNvSpPr>
          <p:nvPr>
            <p:ph type="sldNum" sz="quarter" idx="10"/>
          </p:nvPr>
        </p:nvSpPr>
        <p:spPr>
          <a:ln/>
        </p:spPr>
        <p:txBody>
          <a:bodyPr/>
          <a:lstStyle>
            <a:lvl1pPr>
              <a:defRPr/>
            </a:lvl1pPr>
          </a:lstStyle>
          <a:p>
            <a:fld id="{5A1FC2B3-B7EC-454D-9B6D-F703F1879077}" type="slidenum">
              <a:rPr lang="en-US" altLang="en-US" smtClean="0"/>
              <a:pPr/>
              <a:t>‹#›</a:t>
            </a:fld>
            <a:endParaRPr lang="en-US" altLang="en-US"/>
          </a:p>
        </p:txBody>
      </p:sp>
    </p:spTree>
    <p:extLst>
      <p:ext uri="{BB962C8B-B14F-4D97-AF65-F5344CB8AC3E}">
        <p14:creationId xmlns:p14="http://schemas.microsoft.com/office/powerpoint/2010/main" val="6277260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Rectangle 3">
            <a:extLst>
              <a:ext uri="{FF2B5EF4-FFF2-40B4-BE49-F238E27FC236}">
                <a16:creationId xmlns:a16="http://schemas.microsoft.com/office/drawing/2014/main" id="{D8B4ACE8-FA36-4C9A-B2D0-93D5FB40D304}"/>
              </a:ext>
            </a:extLst>
          </p:cNvPr>
          <p:cNvSpPr>
            <a:spLocks noGrp="1" noChangeArrowheads="1"/>
          </p:cNvSpPr>
          <p:nvPr>
            <p:ph type="sldNum" sz="quarter" idx="10"/>
          </p:nvPr>
        </p:nvSpPr>
        <p:spPr>
          <a:ln/>
        </p:spPr>
        <p:txBody>
          <a:bodyPr/>
          <a:lstStyle>
            <a:lvl1pPr>
              <a:defRPr/>
            </a:lvl1pPr>
          </a:lstStyle>
          <a:p>
            <a:fld id="{13436E7B-A083-4D63-80EB-4BF9F57C2504}" type="slidenum">
              <a:rPr lang="en-US" altLang="en-US" smtClean="0"/>
              <a:pPr/>
              <a:t>‹#›</a:t>
            </a:fld>
            <a:endParaRPr lang="en-US" altLang="en-US"/>
          </a:p>
        </p:txBody>
      </p:sp>
    </p:spTree>
    <p:extLst>
      <p:ext uri="{BB962C8B-B14F-4D97-AF65-F5344CB8AC3E}">
        <p14:creationId xmlns:p14="http://schemas.microsoft.com/office/powerpoint/2010/main" val="31786827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
            <a:extLst>
              <a:ext uri="{FF2B5EF4-FFF2-40B4-BE49-F238E27FC236}">
                <a16:creationId xmlns:a16="http://schemas.microsoft.com/office/drawing/2014/main" id="{7677CD6D-A5E2-4543-81E0-D97745649CEB}"/>
              </a:ext>
            </a:extLst>
          </p:cNvPr>
          <p:cNvSpPr>
            <a:spLocks noGrp="1" noChangeArrowheads="1"/>
          </p:cNvSpPr>
          <p:nvPr>
            <p:ph type="sldNum" sz="quarter" idx="10"/>
          </p:nvPr>
        </p:nvSpPr>
        <p:spPr>
          <a:ln/>
        </p:spPr>
        <p:txBody>
          <a:bodyPr/>
          <a:lstStyle>
            <a:lvl1pPr>
              <a:defRPr/>
            </a:lvl1pPr>
          </a:lstStyle>
          <a:p>
            <a:fld id="{44B62CAA-081B-42AF-90A2-E1A8BD75245B}" type="slidenum">
              <a:rPr lang="en-US" altLang="en-US" smtClean="0"/>
              <a:pPr/>
              <a:t>‹#›</a:t>
            </a:fld>
            <a:endParaRPr lang="en-US" altLang="en-US"/>
          </a:p>
        </p:txBody>
      </p:sp>
    </p:spTree>
    <p:extLst>
      <p:ext uri="{BB962C8B-B14F-4D97-AF65-F5344CB8AC3E}">
        <p14:creationId xmlns:p14="http://schemas.microsoft.com/office/powerpoint/2010/main" val="6574808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26250" y="117475"/>
            <a:ext cx="2019300" cy="58801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68350" y="117475"/>
            <a:ext cx="5905500" cy="588010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
            <a:extLst>
              <a:ext uri="{FF2B5EF4-FFF2-40B4-BE49-F238E27FC236}">
                <a16:creationId xmlns:a16="http://schemas.microsoft.com/office/drawing/2014/main" id="{66D4BD1A-4145-49C3-8D7D-1F956B760305}"/>
              </a:ext>
            </a:extLst>
          </p:cNvPr>
          <p:cNvSpPr>
            <a:spLocks noGrp="1" noChangeArrowheads="1"/>
          </p:cNvSpPr>
          <p:nvPr>
            <p:ph type="sldNum" sz="quarter" idx="10"/>
          </p:nvPr>
        </p:nvSpPr>
        <p:spPr>
          <a:ln/>
        </p:spPr>
        <p:txBody>
          <a:bodyPr/>
          <a:lstStyle>
            <a:lvl1pPr>
              <a:defRPr/>
            </a:lvl1pPr>
          </a:lstStyle>
          <a:p>
            <a:fld id="{785B9146-0874-4D81-AD0F-79DEE71ECAE8}" type="slidenum">
              <a:rPr lang="en-US" altLang="en-US" smtClean="0"/>
              <a:pPr/>
              <a:t>‹#›</a:t>
            </a:fld>
            <a:endParaRPr lang="en-US" altLang="en-US"/>
          </a:p>
        </p:txBody>
      </p:sp>
    </p:spTree>
    <p:extLst>
      <p:ext uri="{BB962C8B-B14F-4D97-AF65-F5344CB8AC3E}">
        <p14:creationId xmlns:p14="http://schemas.microsoft.com/office/powerpoint/2010/main" val="239148766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768350" y="117475"/>
            <a:ext cx="8077200" cy="609600"/>
          </a:xfrm>
        </p:spPr>
        <p:txBody>
          <a:bodyPr/>
          <a:lstStyle/>
          <a:p>
            <a:r>
              <a:rPr lang="en-US"/>
              <a:t>Click to edit Master title style</a:t>
            </a:r>
          </a:p>
        </p:txBody>
      </p:sp>
      <p:sp>
        <p:nvSpPr>
          <p:cNvPr id="3" name="Text Placeholder 2"/>
          <p:cNvSpPr>
            <a:spLocks noGrp="1"/>
          </p:cNvSpPr>
          <p:nvPr>
            <p:ph type="body" sz="half" idx="1"/>
          </p:nvPr>
        </p:nvSpPr>
        <p:spPr>
          <a:xfrm>
            <a:off x="814388" y="1093788"/>
            <a:ext cx="3754437" cy="490378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21225" y="1093788"/>
            <a:ext cx="3754438" cy="490378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3">
            <a:extLst>
              <a:ext uri="{FF2B5EF4-FFF2-40B4-BE49-F238E27FC236}">
                <a16:creationId xmlns:a16="http://schemas.microsoft.com/office/drawing/2014/main" id="{D7C2D5D2-FFA8-4B97-9D6C-DF120847B519}"/>
              </a:ext>
            </a:extLst>
          </p:cNvPr>
          <p:cNvSpPr>
            <a:spLocks noGrp="1" noChangeArrowheads="1"/>
          </p:cNvSpPr>
          <p:nvPr>
            <p:ph type="sldNum" sz="quarter" idx="10"/>
          </p:nvPr>
        </p:nvSpPr>
        <p:spPr>
          <a:ln/>
        </p:spPr>
        <p:txBody>
          <a:bodyPr/>
          <a:lstStyle>
            <a:lvl1pPr>
              <a:defRPr/>
            </a:lvl1pPr>
          </a:lstStyle>
          <a:p>
            <a:fld id="{C6A00A4D-DB2F-4805-9D30-1601D390370A}" type="slidenum">
              <a:rPr lang="en-US" altLang="en-US" smtClean="0"/>
              <a:pPr/>
              <a:t>‹#›</a:t>
            </a:fld>
            <a:endParaRPr lang="en-US" altLang="en-US"/>
          </a:p>
        </p:txBody>
      </p:sp>
    </p:spTree>
    <p:extLst>
      <p:ext uri="{BB962C8B-B14F-4D97-AF65-F5344CB8AC3E}">
        <p14:creationId xmlns:p14="http://schemas.microsoft.com/office/powerpoint/2010/main" val="178140189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1_Title Slide">
    <p:spTree>
      <p:nvGrpSpPr>
        <p:cNvPr id="1" name=""/>
        <p:cNvGrpSpPr/>
        <p:nvPr/>
      </p:nvGrpSpPr>
      <p:grpSpPr>
        <a:xfrm>
          <a:off x="0" y="0"/>
          <a:ext cx="0" cy="0"/>
          <a:chOff x="0" y="0"/>
          <a:chExt cx="0" cy="0"/>
        </a:xfrm>
      </p:grpSpPr>
      <p:sp>
        <p:nvSpPr>
          <p:cNvPr id="5" name="Text Box 7">
            <a:extLst>
              <a:ext uri="{FF2B5EF4-FFF2-40B4-BE49-F238E27FC236}">
                <a16:creationId xmlns:a16="http://schemas.microsoft.com/office/drawing/2014/main" id="{6E2D77BB-A1E3-4E40-9A08-249BCF8B8523}"/>
              </a:ext>
            </a:extLst>
          </p:cNvPr>
          <p:cNvSpPr txBox="1">
            <a:spLocks noChangeArrowheads="1"/>
          </p:cNvSpPr>
          <p:nvPr/>
        </p:nvSpPr>
        <p:spPr bwMode="auto">
          <a:xfrm>
            <a:off x="2674938" y="5726113"/>
            <a:ext cx="3694112" cy="793750"/>
          </a:xfrm>
          <a:prstGeom prst="rect">
            <a:avLst/>
          </a:prstGeom>
          <a:noFill/>
          <a:ln>
            <a:noFill/>
          </a:ln>
          <a:extLst>
            <a:ext uri="{909E8E84-426E-40dd-AFC4-6F175D3DCCD1}"/>
            <a:ext uri="{91240B29-F687-4f45-9708-019B960494DF}"/>
          </a:extLst>
        </p:spPr>
        <p:txBody>
          <a:bodyPr wrap="none">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ctr">
              <a:spcBef>
                <a:spcPct val="50000"/>
              </a:spcBef>
              <a:defRPr/>
            </a:pPr>
            <a:r>
              <a:rPr lang="en-US" altLang="en-US" b="1" dirty="0">
                <a:solidFill>
                  <a:srgbClr val="002060"/>
                </a:solidFill>
              </a:rPr>
              <a:t>Database System Concepts, 7</a:t>
            </a:r>
            <a:r>
              <a:rPr lang="en-US" altLang="en-US" b="1" baseline="30000" dirty="0">
                <a:solidFill>
                  <a:srgbClr val="002060"/>
                </a:solidFill>
              </a:rPr>
              <a:t>th</a:t>
            </a:r>
            <a:r>
              <a:rPr lang="en-US" altLang="en-US" b="1" dirty="0">
                <a:solidFill>
                  <a:srgbClr val="002060"/>
                </a:solidFill>
              </a:rPr>
              <a:t> Ed</a:t>
            </a:r>
            <a:r>
              <a:rPr lang="en-US" altLang="en-US" dirty="0">
                <a:solidFill>
                  <a:srgbClr val="002060"/>
                </a:solidFill>
              </a:rPr>
              <a:t>.</a:t>
            </a:r>
          </a:p>
          <a:p>
            <a:pPr algn="ctr">
              <a:spcBef>
                <a:spcPct val="50000"/>
              </a:spcBef>
              <a:defRPr/>
            </a:pPr>
            <a:r>
              <a:rPr lang="en-US" altLang="en-US" sz="1200" b="1" dirty="0">
                <a:solidFill>
                  <a:srgbClr val="002060"/>
                </a:solidFill>
              </a:rPr>
              <a:t>©Silberschatz, Korth and Sudarshan</a:t>
            </a:r>
            <a:br>
              <a:rPr lang="en-US" altLang="en-US" sz="1200" b="1" dirty="0">
                <a:solidFill>
                  <a:srgbClr val="002060"/>
                </a:solidFill>
              </a:rPr>
            </a:br>
            <a:r>
              <a:rPr lang="en-US" altLang="en-US" sz="1200" b="1" dirty="0">
                <a:solidFill>
                  <a:srgbClr val="002060"/>
                </a:solidFill>
              </a:rPr>
              <a:t>See </a:t>
            </a:r>
            <a:r>
              <a:rPr lang="en-US" altLang="en-US" sz="1200" b="1" dirty="0">
                <a:solidFill>
                  <a:srgbClr val="002060"/>
                </a:solidFill>
                <a:hlinkClick r:id="rId2"/>
              </a:rPr>
              <a:t>www.db-book.com</a:t>
            </a:r>
            <a:r>
              <a:rPr lang="en-US" altLang="en-US" sz="1200" b="1" dirty="0">
                <a:solidFill>
                  <a:srgbClr val="002060"/>
                </a:solidFill>
              </a:rPr>
              <a:t> for conditions on re-use </a:t>
            </a:r>
          </a:p>
        </p:txBody>
      </p:sp>
      <p:sp>
        <p:nvSpPr>
          <p:cNvPr id="613378" name="Rectangle 2"/>
          <p:cNvSpPr>
            <a:spLocks noGrp="1" noChangeArrowheads="1"/>
          </p:cNvSpPr>
          <p:nvPr>
            <p:ph type="ctrTitle"/>
          </p:nvPr>
        </p:nvSpPr>
        <p:spPr>
          <a:xfrm>
            <a:off x="685800" y="2286000"/>
            <a:ext cx="7772400" cy="1143000"/>
          </a:xfrm>
        </p:spPr>
        <p:txBody>
          <a:bodyPr/>
          <a:lstStyle>
            <a:lvl1pPr>
              <a:defRPr>
                <a:solidFill>
                  <a:srgbClr val="002060"/>
                </a:solidFill>
              </a:defRPr>
            </a:lvl1pPr>
          </a:lstStyle>
          <a:p>
            <a:r>
              <a:rPr lang="en-US"/>
              <a:t>Click to edit Master title style</a:t>
            </a:r>
            <a:endParaRPr lang="en-US" dirty="0"/>
          </a:p>
        </p:txBody>
      </p:sp>
      <p:sp>
        <p:nvSpPr>
          <p:cNvPr id="7" name="Rectangle 4">
            <a:extLst>
              <a:ext uri="{FF2B5EF4-FFF2-40B4-BE49-F238E27FC236}">
                <a16:creationId xmlns:a16="http://schemas.microsoft.com/office/drawing/2014/main" id="{4053C40E-D8FC-4564-9F45-CF1A70873460}"/>
              </a:ext>
            </a:extLst>
          </p:cNvPr>
          <p:cNvSpPr>
            <a:spLocks noGrp="1" noChangeArrowheads="1"/>
          </p:cNvSpPr>
          <p:nvPr>
            <p:ph type="ftr" sz="quarter" idx="10"/>
          </p:nvPr>
        </p:nvSpPr>
        <p:spPr bwMode="auto">
          <a:xfrm>
            <a:off x="2862263" y="5780088"/>
            <a:ext cx="3448050" cy="457200"/>
          </a:xfrm>
          <a:prstGeom prst="rect">
            <a:avLst/>
          </a:prstGeom>
          <a:ln>
            <a:miter lim="800000"/>
            <a:headEnd/>
            <a:tailEnd/>
          </a:ln>
        </p:spPr>
        <p:txBody>
          <a:bodyPr vert="horz" wrap="square" lIns="91440" tIns="45720" rIns="91440" bIns="45720" numCol="1" anchor="t" anchorCtr="0" compatLnSpc="1">
            <a:prstTxWarp prst="textNoShape">
              <a:avLst/>
            </a:prstTxWarp>
          </a:bodyPr>
          <a:lstStyle>
            <a:lvl1pPr algn="ctr">
              <a:spcBef>
                <a:spcPct val="50000"/>
              </a:spcBef>
              <a:defRPr>
                <a:solidFill>
                  <a:srgbClr val="578963"/>
                </a:solidFill>
                <a:latin typeface="Times New Roman" charset="0"/>
                <a:ea typeface="+mn-ea"/>
                <a:cs typeface="+mn-cs"/>
              </a:defRPr>
            </a:lvl1pPr>
          </a:lstStyle>
          <a:p>
            <a:pPr>
              <a:defRPr/>
            </a:pPr>
            <a:r>
              <a:rPr lang="en-US" dirty="0"/>
              <a:t>7</a:t>
            </a:r>
          </a:p>
        </p:txBody>
      </p:sp>
      <p:sp>
        <p:nvSpPr>
          <p:cNvPr id="8" name="Rectangle 5">
            <a:extLst>
              <a:ext uri="{FF2B5EF4-FFF2-40B4-BE49-F238E27FC236}">
                <a16:creationId xmlns:a16="http://schemas.microsoft.com/office/drawing/2014/main" id="{D2D242F4-2B18-4F93-AF83-C0B3D393143B}"/>
              </a:ext>
            </a:extLst>
          </p:cNvPr>
          <p:cNvSpPr>
            <a:spLocks noGrp="1" noChangeArrowheads="1"/>
          </p:cNvSpPr>
          <p:nvPr>
            <p:ph type="sldNum" sz="quarter" idx="11"/>
          </p:nvPr>
        </p:nvSpPr>
        <p:spPr>
          <a:xfrm>
            <a:off x="6596063" y="6218238"/>
            <a:ext cx="1905000" cy="457200"/>
          </a:xfrm>
        </p:spPr>
        <p:txBody>
          <a:bodyPr/>
          <a:lstStyle>
            <a:lvl1pPr>
              <a:defRPr smtClean="0">
                <a:solidFill>
                  <a:srgbClr val="578963"/>
                </a:solidFill>
              </a:defRPr>
            </a:lvl1pPr>
          </a:lstStyle>
          <a:p>
            <a:fld id="{C6A00A4D-DB2F-4805-9D30-1601D390370A}" type="slidenum">
              <a:rPr lang="en-US" altLang="en-US" smtClean="0"/>
              <a:pPr/>
              <a:t>‹#›</a:t>
            </a:fld>
            <a:endParaRPr lang="en-US" altLang="en-US"/>
          </a:p>
        </p:txBody>
      </p:sp>
      <p:pic>
        <p:nvPicPr>
          <p:cNvPr id="9" name="Picture 8" descr="Cover-6Ed"/>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24" y="0"/>
            <a:ext cx="1331912" cy="170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0908400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cSld name="2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3"/>
          <p:cNvSpPr>
            <a:spLocks noGrp="1" noChangeArrowheads="1"/>
          </p:cNvSpPr>
          <p:nvPr>
            <p:ph type="sldNum" sz="quarter" idx="10"/>
          </p:nvPr>
        </p:nvSpPr>
        <p:spPr>
          <a:ln/>
        </p:spPr>
        <p:txBody>
          <a:bodyPr/>
          <a:lstStyle>
            <a:lvl1pPr>
              <a:defRPr/>
            </a:lvl1pPr>
          </a:lstStyle>
          <a:p>
            <a:fld id="{F07297F0-678A-42BC-8D0F-2BF24413825E}" type="slidenum">
              <a:rPr lang="en-US" altLang="en-US"/>
              <a:pPr/>
              <a:t>‹#›</a:t>
            </a:fld>
            <a:endParaRPr lang="en-US" altLang="en-US"/>
          </a:p>
        </p:txBody>
      </p:sp>
    </p:spTree>
    <p:extLst>
      <p:ext uri="{BB962C8B-B14F-4D97-AF65-F5344CB8AC3E}">
        <p14:creationId xmlns:p14="http://schemas.microsoft.com/office/powerpoint/2010/main" val="241563280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3_Title Slide">
    <p:spTree>
      <p:nvGrpSpPr>
        <p:cNvPr id="1" name=""/>
        <p:cNvGrpSpPr/>
        <p:nvPr/>
      </p:nvGrpSpPr>
      <p:grpSpPr>
        <a:xfrm>
          <a:off x="0" y="0"/>
          <a:ext cx="0" cy="0"/>
          <a:chOff x="0" y="0"/>
          <a:chExt cx="0" cy="0"/>
        </a:xfrm>
      </p:grpSpPr>
      <p:sp>
        <p:nvSpPr>
          <p:cNvPr id="5" name="Text Box 7"/>
          <p:cNvSpPr txBox="1">
            <a:spLocks noChangeArrowheads="1"/>
          </p:cNvSpPr>
          <p:nvPr/>
        </p:nvSpPr>
        <p:spPr bwMode="auto">
          <a:xfrm>
            <a:off x="2674938" y="5726113"/>
            <a:ext cx="3694112" cy="793750"/>
          </a:xfrm>
          <a:prstGeom prst="rect">
            <a:avLst/>
          </a:prstGeom>
          <a:noFill/>
          <a:ln>
            <a:noFill/>
          </a:ln>
          <a:extLst>
            <a:ext uri="{909E8E84-426E-40dd-AFC4-6F175D3DCCD1}"/>
            <a:ext uri="{91240B29-F687-4f45-9708-019B960494DF}"/>
          </a:extLst>
        </p:spPr>
        <p:txBody>
          <a:bodyPr wrap="none">
            <a:spAutoFit/>
          </a:bodyPr>
          <a:lstStyle/>
          <a:p>
            <a:pPr algn="ctr">
              <a:spcBef>
                <a:spcPct val="50000"/>
              </a:spcBef>
              <a:defRPr/>
            </a:pPr>
            <a:r>
              <a:rPr lang="en-US" b="1" dirty="0">
                <a:solidFill>
                  <a:srgbClr val="002060"/>
                </a:solidFill>
                <a:latin typeface="Helvetica" charset="0"/>
              </a:rPr>
              <a:t>Database System Concepts, 7</a:t>
            </a:r>
            <a:r>
              <a:rPr lang="en-US" b="1" baseline="30000" dirty="0">
                <a:solidFill>
                  <a:srgbClr val="002060"/>
                </a:solidFill>
                <a:latin typeface="Helvetica" charset="0"/>
              </a:rPr>
              <a:t>th</a:t>
            </a:r>
            <a:r>
              <a:rPr lang="en-US" b="1" dirty="0">
                <a:solidFill>
                  <a:srgbClr val="002060"/>
                </a:solidFill>
                <a:latin typeface="Helvetica" charset="0"/>
              </a:rPr>
              <a:t> Ed</a:t>
            </a:r>
            <a:r>
              <a:rPr lang="en-US" dirty="0">
                <a:solidFill>
                  <a:srgbClr val="002060"/>
                </a:solidFill>
                <a:latin typeface="Helvetica" charset="0"/>
              </a:rPr>
              <a:t>.</a:t>
            </a:r>
          </a:p>
          <a:p>
            <a:pPr algn="ctr">
              <a:spcBef>
                <a:spcPct val="50000"/>
              </a:spcBef>
              <a:defRPr/>
            </a:pPr>
            <a:r>
              <a:rPr lang="en-US" sz="1200" b="1" dirty="0">
                <a:solidFill>
                  <a:srgbClr val="002060"/>
                </a:solidFill>
                <a:latin typeface="Helvetica" charset="0"/>
              </a:rPr>
              <a:t>©Silberschatz, Korth and Sudarshan</a:t>
            </a:r>
            <a:br>
              <a:rPr lang="en-US" sz="1200" b="1" dirty="0">
                <a:solidFill>
                  <a:srgbClr val="002060"/>
                </a:solidFill>
                <a:latin typeface="Helvetica" charset="0"/>
              </a:rPr>
            </a:br>
            <a:r>
              <a:rPr lang="en-US" sz="1200" b="1" dirty="0">
                <a:solidFill>
                  <a:srgbClr val="002060"/>
                </a:solidFill>
                <a:latin typeface="Helvetica" charset="0"/>
              </a:rPr>
              <a:t>See </a:t>
            </a:r>
            <a:r>
              <a:rPr lang="en-US" sz="1200" b="1" dirty="0">
                <a:solidFill>
                  <a:srgbClr val="002060"/>
                </a:solidFill>
                <a:latin typeface="Helvetica" charset="0"/>
                <a:hlinkClick r:id="rId2"/>
              </a:rPr>
              <a:t>www.db-book.com</a:t>
            </a:r>
            <a:r>
              <a:rPr lang="en-US" sz="1200" b="1" dirty="0">
                <a:solidFill>
                  <a:srgbClr val="002060"/>
                </a:solidFill>
                <a:latin typeface="Helvetica" charset="0"/>
              </a:rPr>
              <a:t> for conditions on re-use </a:t>
            </a:r>
          </a:p>
        </p:txBody>
      </p:sp>
      <p:pic>
        <p:nvPicPr>
          <p:cNvPr id="6" name="Picture 8" descr="Cover-6Ed"/>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5224" y="0"/>
            <a:ext cx="1331912" cy="170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3954" name="Rectangle 2"/>
          <p:cNvSpPr>
            <a:spLocks noGrp="1" noChangeArrowheads="1"/>
          </p:cNvSpPr>
          <p:nvPr>
            <p:ph type="ctrTitle"/>
          </p:nvPr>
        </p:nvSpPr>
        <p:spPr>
          <a:xfrm>
            <a:off x="685800" y="2286000"/>
            <a:ext cx="7772400" cy="1143000"/>
          </a:xfrm>
        </p:spPr>
        <p:txBody>
          <a:bodyPr/>
          <a:lstStyle>
            <a:lvl1pPr>
              <a:defRPr>
                <a:solidFill>
                  <a:srgbClr val="002060"/>
                </a:solidFill>
              </a:defRPr>
            </a:lvl1pPr>
          </a:lstStyle>
          <a:p>
            <a:r>
              <a:rPr lang="en-US" dirty="0"/>
              <a:t>Click to edit Master title style</a:t>
            </a:r>
          </a:p>
        </p:txBody>
      </p:sp>
      <p:sp>
        <p:nvSpPr>
          <p:cNvPr id="7" name="Rectangle 5"/>
          <p:cNvSpPr>
            <a:spLocks noGrp="1" noChangeArrowheads="1"/>
          </p:cNvSpPr>
          <p:nvPr>
            <p:ph type="sldNum" sz="quarter" idx="10"/>
          </p:nvPr>
        </p:nvSpPr>
        <p:spPr>
          <a:xfrm>
            <a:off x="6596063" y="6218238"/>
            <a:ext cx="1905000" cy="457200"/>
          </a:xfrm>
        </p:spPr>
        <p:txBody>
          <a:bodyPr/>
          <a:lstStyle>
            <a:lvl1pPr>
              <a:defRPr>
                <a:solidFill>
                  <a:srgbClr val="578963"/>
                </a:solidFill>
              </a:defRPr>
            </a:lvl1pPr>
          </a:lstStyle>
          <a:p>
            <a:fld id="{C5A1666A-4F16-4D6F-8CC9-19658F8F9F60}" type="slidenum">
              <a:rPr lang="en-US" altLang="en-US"/>
              <a:pPr/>
              <a:t>‹#›</a:t>
            </a:fld>
            <a:endParaRPr lang="en-US" altLang="en-US"/>
          </a:p>
        </p:txBody>
      </p:sp>
    </p:spTree>
    <p:extLst>
      <p:ext uri="{BB962C8B-B14F-4D97-AF65-F5344CB8AC3E}">
        <p14:creationId xmlns:p14="http://schemas.microsoft.com/office/powerpoint/2010/main" val="10112400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jpe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40B05D94-0FBF-40E0-A0E2-9EC3FEAB3CBA}"/>
              </a:ext>
            </a:extLst>
          </p:cNvPr>
          <p:cNvSpPr>
            <a:spLocks noGrp="1" noChangeArrowheads="1"/>
          </p:cNvSpPr>
          <p:nvPr>
            <p:ph type="body" idx="1"/>
          </p:nvPr>
        </p:nvSpPr>
        <p:spPr bwMode="auto">
          <a:xfrm>
            <a:off x="814388" y="1093788"/>
            <a:ext cx="7661275" cy="4903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US" altLang="en-US" dirty="0"/>
          </a:p>
        </p:txBody>
      </p:sp>
      <p:sp>
        <p:nvSpPr>
          <p:cNvPr id="486403" name="Rectangle 3">
            <a:extLst>
              <a:ext uri="{FF2B5EF4-FFF2-40B4-BE49-F238E27FC236}">
                <a16:creationId xmlns:a16="http://schemas.microsoft.com/office/drawing/2014/main" id="{A6119F77-21C9-4FBD-95D1-4884EA2BEF6F}"/>
              </a:ext>
            </a:extLst>
          </p:cNvPr>
          <p:cNvSpPr>
            <a:spLocks noGrp="1" noChangeArrowheads="1"/>
          </p:cNvSpPr>
          <p:nvPr>
            <p:ph type="sldNum" sz="quarter" idx="4"/>
          </p:nvPr>
        </p:nvSpPr>
        <p:spPr bwMode="auto">
          <a:xfrm>
            <a:off x="6553200" y="6400800"/>
            <a:ext cx="19050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r">
              <a:spcBef>
                <a:spcPct val="50000"/>
              </a:spcBef>
              <a:defRPr sz="1400" smtClean="0">
                <a:solidFill>
                  <a:schemeClr val="bg2"/>
                </a:solidFill>
                <a:latin typeface="Times New Roman" panose="02020603050405020304" pitchFamily="18" charset="0"/>
              </a:defRPr>
            </a:lvl1pPr>
          </a:lstStyle>
          <a:p>
            <a:fld id="{C6A00A4D-DB2F-4805-9D30-1601D390370A}" type="slidenum">
              <a:rPr lang="en-US" altLang="en-US" smtClean="0"/>
              <a:pPr/>
              <a:t>‹#›</a:t>
            </a:fld>
            <a:endParaRPr lang="en-US" altLang="en-US"/>
          </a:p>
        </p:txBody>
      </p:sp>
      <p:sp>
        <p:nvSpPr>
          <p:cNvPr id="1028" name="Text Box 4">
            <a:extLst>
              <a:ext uri="{FF2B5EF4-FFF2-40B4-BE49-F238E27FC236}">
                <a16:creationId xmlns:a16="http://schemas.microsoft.com/office/drawing/2014/main" id="{DB0C920A-6775-4600-AD1D-310553D67F86}"/>
              </a:ext>
            </a:extLst>
          </p:cNvPr>
          <p:cNvSpPr txBox="1">
            <a:spLocks noChangeArrowheads="1"/>
          </p:cNvSpPr>
          <p:nvPr/>
        </p:nvSpPr>
        <p:spPr bwMode="auto">
          <a:xfrm>
            <a:off x="6762750" y="6613525"/>
            <a:ext cx="2381250" cy="244475"/>
          </a:xfrm>
          <a:prstGeom prst="rect">
            <a:avLst/>
          </a:prstGeom>
          <a:noFill/>
          <a:ln>
            <a:noFill/>
          </a:ln>
          <a:extLst>
            <a:ext uri="{909E8E84-426E-40dd-AFC4-6F175D3DCCD1}"/>
            <a:ext uri="{91240B29-F687-4f45-9708-019B960494DF}"/>
          </a:extLst>
        </p:spPr>
        <p:txBody>
          <a:bodyPr wrap="none">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ctr">
              <a:spcBef>
                <a:spcPct val="50000"/>
              </a:spcBef>
              <a:defRPr/>
            </a:pPr>
            <a:r>
              <a:rPr lang="en-US" altLang="en-US" sz="1000" b="1" dirty="0">
                <a:solidFill>
                  <a:srgbClr val="002060"/>
                </a:solidFill>
              </a:rPr>
              <a:t>©Silberschatz, Korth and Sudarshan</a:t>
            </a:r>
          </a:p>
        </p:txBody>
      </p:sp>
      <p:sp>
        <p:nvSpPr>
          <p:cNvPr id="486405" name="Text Box 5">
            <a:extLst>
              <a:ext uri="{FF2B5EF4-FFF2-40B4-BE49-F238E27FC236}">
                <a16:creationId xmlns:a16="http://schemas.microsoft.com/office/drawing/2014/main" id="{7FED4366-B3D8-4635-90AF-59F6E59B903B}"/>
              </a:ext>
            </a:extLst>
          </p:cNvPr>
          <p:cNvSpPr txBox="1">
            <a:spLocks noChangeArrowheads="1"/>
          </p:cNvSpPr>
          <p:nvPr/>
        </p:nvSpPr>
        <p:spPr bwMode="auto">
          <a:xfrm>
            <a:off x="4444717" y="6613525"/>
            <a:ext cx="518092" cy="246221"/>
          </a:xfrm>
          <a:prstGeom prst="rect">
            <a:avLst/>
          </a:prstGeom>
          <a:noFill/>
          <a:ln w="9525">
            <a:noFill/>
            <a:miter lim="800000"/>
            <a:headEnd/>
            <a:tailEnd/>
          </a:ln>
          <a:effectLst/>
        </p:spPr>
        <p:txBody>
          <a:bodyPr wrap="none">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ctr">
              <a:spcBef>
                <a:spcPct val="50000"/>
              </a:spcBef>
              <a:defRPr/>
            </a:pPr>
            <a:r>
              <a:rPr lang="en-US" altLang="en-US" sz="1000" b="1" dirty="0">
                <a:solidFill>
                  <a:srgbClr val="002060"/>
                </a:solidFill>
              </a:rPr>
              <a:t>19.</a:t>
            </a:r>
            <a:fld id="{370CC2A8-7410-4F9E-B2CB-FCF9B3031B7B}" type="slidenum">
              <a:rPr lang="en-US" altLang="en-US" sz="1000" b="1" smtClean="0">
                <a:solidFill>
                  <a:srgbClr val="002060"/>
                </a:solidFill>
              </a:rPr>
              <a:pPr algn="ctr">
                <a:spcBef>
                  <a:spcPct val="50000"/>
                </a:spcBef>
                <a:defRPr/>
              </a:pPr>
              <a:t>‹#›</a:t>
            </a:fld>
            <a:endParaRPr lang="en-US" altLang="en-US" sz="1000" b="1" dirty="0">
              <a:solidFill>
                <a:srgbClr val="002060"/>
              </a:solidFill>
            </a:endParaRPr>
          </a:p>
        </p:txBody>
      </p:sp>
      <p:sp>
        <p:nvSpPr>
          <p:cNvPr id="486406" name="Rectangle 6">
            <a:extLst>
              <a:ext uri="{FF2B5EF4-FFF2-40B4-BE49-F238E27FC236}">
                <a16:creationId xmlns:a16="http://schemas.microsoft.com/office/drawing/2014/main" id="{0CE0643F-4358-4AEC-B259-E86C95F0ED4B}"/>
              </a:ext>
            </a:extLst>
          </p:cNvPr>
          <p:cNvSpPr>
            <a:spLocks noGrp="1" noChangeArrowheads="1"/>
          </p:cNvSpPr>
          <p:nvPr>
            <p:ph type="title"/>
          </p:nvPr>
        </p:nvSpPr>
        <p:spPr bwMode="auto">
          <a:xfrm>
            <a:off x="768350" y="117475"/>
            <a:ext cx="8077200" cy="6096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en-US"/>
              <a:t>Click to edit Master title style</a:t>
            </a:r>
            <a:endParaRPr lang="en-US" dirty="0"/>
          </a:p>
        </p:txBody>
      </p:sp>
      <p:sp>
        <p:nvSpPr>
          <p:cNvPr id="1031" name="Text Box 7">
            <a:extLst>
              <a:ext uri="{FF2B5EF4-FFF2-40B4-BE49-F238E27FC236}">
                <a16:creationId xmlns:a16="http://schemas.microsoft.com/office/drawing/2014/main" id="{00361987-037F-4498-968A-B3CB9D3A9E08}"/>
              </a:ext>
            </a:extLst>
          </p:cNvPr>
          <p:cNvSpPr txBox="1">
            <a:spLocks noChangeArrowheads="1"/>
          </p:cNvSpPr>
          <p:nvPr/>
        </p:nvSpPr>
        <p:spPr bwMode="auto">
          <a:xfrm>
            <a:off x="0" y="6613525"/>
            <a:ext cx="2571750" cy="244475"/>
          </a:xfrm>
          <a:prstGeom prst="rect">
            <a:avLst/>
          </a:prstGeom>
          <a:noFill/>
          <a:ln>
            <a:noFill/>
          </a:ln>
          <a:extLst>
            <a:ext uri="{909E8E84-426E-40dd-AFC4-6F175D3DCCD1}"/>
            <a:ext uri="{91240B29-F687-4f45-9708-019B960494DF}"/>
          </a:extLst>
        </p:spPr>
        <p:txBody>
          <a:bodyPr wrap="none">
            <a:spAutoFit/>
          </a:bodyPr>
          <a:lstStyle>
            <a:lvl1pPr>
              <a:defRPr sz="1600">
                <a:solidFill>
                  <a:schemeClr val="tx1"/>
                </a:solidFill>
                <a:latin typeface="Helvetica" charset="0"/>
                <a:ea typeface="MS PGothic" charset="0"/>
                <a:cs typeface="MS PGothic" charset="0"/>
              </a:defRPr>
            </a:lvl1pPr>
            <a:lvl2pPr marL="742950" indent="-285750">
              <a:defRPr sz="1600">
                <a:solidFill>
                  <a:schemeClr val="tx1"/>
                </a:solidFill>
                <a:latin typeface="Helvetica" charset="0"/>
                <a:ea typeface="MS PGothic" charset="0"/>
                <a:cs typeface="MS PGothic" charset="0"/>
              </a:defRPr>
            </a:lvl2pPr>
            <a:lvl3pPr marL="1143000" indent="-228600">
              <a:defRPr sz="1600">
                <a:solidFill>
                  <a:schemeClr val="tx1"/>
                </a:solidFill>
                <a:latin typeface="Helvetica" charset="0"/>
                <a:ea typeface="MS PGothic" charset="0"/>
                <a:cs typeface="MS PGothic" charset="0"/>
              </a:defRPr>
            </a:lvl3pPr>
            <a:lvl4pPr marL="1600200" indent="-228600">
              <a:defRPr sz="1600">
                <a:solidFill>
                  <a:schemeClr val="tx1"/>
                </a:solidFill>
                <a:latin typeface="Helvetica" charset="0"/>
                <a:ea typeface="MS PGothic" charset="0"/>
                <a:cs typeface="MS PGothic" charset="0"/>
              </a:defRPr>
            </a:lvl4pPr>
            <a:lvl5pPr marL="2057400" indent="-228600">
              <a:defRPr sz="1600">
                <a:solidFill>
                  <a:schemeClr val="tx1"/>
                </a:solidFill>
                <a:latin typeface="Helvetica" charset="0"/>
                <a:ea typeface="MS PGothic" charset="0"/>
                <a:cs typeface="MS PGothic" charset="0"/>
              </a:defRPr>
            </a:lvl5pPr>
            <a:lvl6pPr marL="2514600" indent="-228600" eaLnBrk="0" fontAlgn="base" hangingPunct="0">
              <a:spcBef>
                <a:spcPct val="0"/>
              </a:spcBef>
              <a:spcAft>
                <a:spcPct val="0"/>
              </a:spcAft>
              <a:defRPr sz="1600">
                <a:solidFill>
                  <a:schemeClr val="tx1"/>
                </a:solidFill>
                <a:latin typeface="Helvetica" charset="0"/>
                <a:ea typeface="MS PGothic" charset="0"/>
                <a:cs typeface="MS PGothic" charset="0"/>
              </a:defRPr>
            </a:lvl6pPr>
            <a:lvl7pPr marL="2971800" indent="-228600" eaLnBrk="0" fontAlgn="base" hangingPunct="0">
              <a:spcBef>
                <a:spcPct val="0"/>
              </a:spcBef>
              <a:spcAft>
                <a:spcPct val="0"/>
              </a:spcAft>
              <a:defRPr sz="1600">
                <a:solidFill>
                  <a:schemeClr val="tx1"/>
                </a:solidFill>
                <a:latin typeface="Helvetica" charset="0"/>
                <a:ea typeface="MS PGothic" charset="0"/>
                <a:cs typeface="MS PGothic" charset="0"/>
              </a:defRPr>
            </a:lvl7pPr>
            <a:lvl8pPr marL="3429000" indent="-228600" eaLnBrk="0" fontAlgn="base" hangingPunct="0">
              <a:spcBef>
                <a:spcPct val="0"/>
              </a:spcBef>
              <a:spcAft>
                <a:spcPct val="0"/>
              </a:spcAft>
              <a:defRPr sz="1600">
                <a:solidFill>
                  <a:schemeClr val="tx1"/>
                </a:solidFill>
                <a:latin typeface="Helvetica" charset="0"/>
                <a:ea typeface="MS PGothic" charset="0"/>
                <a:cs typeface="MS PGothic" charset="0"/>
              </a:defRPr>
            </a:lvl8pPr>
            <a:lvl9pPr marL="3886200" indent="-228600" eaLnBrk="0" fontAlgn="base" hangingPunct="0">
              <a:spcBef>
                <a:spcPct val="0"/>
              </a:spcBef>
              <a:spcAft>
                <a:spcPct val="0"/>
              </a:spcAft>
              <a:defRPr sz="1600">
                <a:solidFill>
                  <a:schemeClr val="tx1"/>
                </a:solidFill>
                <a:latin typeface="Helvetica" charset="0"/>
                <a:ea typeface="MS PGothic" charset="0"/>
                <a:cs typeface="MS PGothic" charset="0"/>
              </a:defRPr>
            </a:lvl9pPr>
          </a:lstStyle>
          <a:p>
            <a:pPr>
              <a:spcBef>
                <a:spcPct val="50000"/>
              </a:spcBef>
              <a:defRPr/>
            </a:pPr>
            <a:r>
              <a:rPr lang="en-US" sz="1000" b="1" dirty="0">
                <a:solidFill>
                  <a:srgbClr val="002060"/>
                </a:solidFill>
              </a:rPr>
              <a:t>Database System Concepts - 7</a:t>
            </a:r>
            <a:r>
              <a:rPr lang="en-US" sz="1000" b="1" baseline="30000" dirty="0">
                <a:solidFill>
                  <a:srgbClr val="002060"/>
                </a:solidFill>
              </a:rPr>
              <a:t>th</a:t>
            </a:r>
            <a:r>
              <a:rPr lang="en-US" sz="1000" b="1" dirty="0">
                <a:solidFill>
                  <a:srgbClr val="002060"/>
                </a:solidFill>
              </a:rPr>
              <a:t> Edition</a:t>
            </a:r>
          </a:p>
        </p:txBody>
      </p:sp>
      <p:sp>
        <p:nvSpPr>
          <p:cNvPr id="1032" name="Freeform 8">
            <a:extLst>
              <a:ext uri="{FF2B5EF4-FFF2-40B4-BE49-F238E27FC236}">
                <a16:creationId xmlns:a16="http://schemas.microsoft.com/office/drawing/2014/main" id="{0669EEB5-E1E1-4615-B40A-87AE23727066}"/>
              </a:ext>
            </a:extLst>
          </p:cNvPr>
          <p:cNvSpPr>
            <a:spLocks/>
          </p:cNvSpPr>
          <p:nvPr/>
        </p:nvSpPr>
        <p:spPr bwMode="auto">
          <a:xfrm>
            <a:off x="8916988" y="5445125"/>
            <a:ext cx="227012" cy="47625"/>
          </a:xfrm>
          <a:custGeom>
            <a:avLst/>
            <a:gdLst>
              <a:gd name="T0" fmla="*/ 0 w 285"/>
              <a:gd name="T1" fmla="*/ 35963902 h 61"/>
              <a:gd name="T2" fmla="*/ 1268878 w 285"/>
              <a:gd name="T3" fmla="*/ 29258145 h 61"/>
              <a:gd name="T4" fmla="*/ 5710347 w 285"/>
              <a:gd name="T5" fmla="*/ 20724682 h 61"/>
              <a:gd name="T6" fmla="*/ 10785858 w 285"/>
              <a:gd name="T7" fmla="*/ 15238439 h 61"/>
              <a:gd name="T8" fmla="*/ 19033961 w 285"/>
              <a:gd name="T9" fmla="*/ 10362732 h 61"/>
              <a:gd name="T10" fmla="*/ 28550941 w 285"/>
              <a:gd name="T11" fmla="*/ 6095219 h 61"/>
              <a:gd name="T12" fmla="*/ 36164206 w 285"/>
              <a:gd name="T13" fmla="*/ 3656975 h 61"/>
              <a:gd name="T14" fmla="*/ 44412309 w 285"/>
              <a:gd name="T15" fmla="*/ 1218732 h 61"/>
              <a:gd name="T16" fmla="*/ 53929289 w 285"/>
              <a:gd name="T17" fmla="*/ 0 h 61"/>
              <a:gd name="T18" fmla="*/ 63446270 w 285"/>
              <a:gd name="T19" fmla="*/ 0 h 61"/>
              <a:gd name="T20" fmla="*/ 74866965 w 285"/>
              <a:gd name="T21" fmla="*/ 0 h 61"/>
              <a:gd name="T22" fmla="*/ 86921700 w 285"/>
              <a:gd name="T23" fmla="*/ 0 h 61"/>
              <a:gd name="T24" fmla="*/ 97707558 w 285"/>
              <a:gd name="T25" fmla="*/ 1218732 h 61"/>
              <a:gd name="T26" fmla="*/ 109762293 w 285"/>
              <a:gd name="T27" fmla="*/ 3656975 h 61"/>
              <a:gd name="T28" fmla="*/ 121817029 w 285"/>
              <a:gd name="T29" fmla="*/ 4876488 h 61"/>
              <a:gd name="T30" fmla="*/ 132602887 w 285"/>
              <a:gd name="T31" fmla="*/ 7314732 h 61"/>
              <a:gd name="T32" fmla="*/ 142119867 w 285"/>
              <a:gd name="T33" fmla="*/ 9143219 h 61"/>
              <a:gd name="T34" fmla="*/ 151636847 w 285"/>
              <a:gd name="T35" fmla="*/ 11581463 h 61"/>
              <a:gd name="T36" fmla="*/ 161153827 w 285"/>
              <a:gd name="T37" fmla="*/ 14019707 h 61"/>
              <a:gd name="T38" fmla="*/ 168767890 w 285"/>
              <a:gd name="T39" fmla="*/ 15238439 h 61"/>
              <a:gd name="T40" fmla="*/ 173209359 w 285"/>
              <a:gd name="T41" fmla="*/ 16457951 h 61"/>
              <a:gd name="T42" fmla="*/ 179553747 w 285"/>
              <a:gd name="T43" fmla="*/ 18896195 h 61"/>
              <a:gd name="T44" fmla="*/ 177015992 w 285"/>
              <a:gd name="T45" fmla="*/ 26819902 h 61"/>
              <a:gd name="T46" fmla="*/ 173209359 w 285"/>
              <a:gd name="T47" fmla="*/ 25601170 h 61"/>
              <a:gd name="T48" fmla="*/ 164961257 w 285"/>
              <a:gd name="T49" fmla="*/ 24382439 h 61"/>
              <a:gd name="T50" fmla="*/ 152906521 w 285"/>
              <a:gd name="T51" fmla="*/ 21944195 h 61"/>
              <a:gd name="T52" fmla="*/ 145927296 w 285"/>
              <a:gd name="T53" fmla="*/ 20724682 h 61"/>
              <a:gd name="T54" fmla="*/ 138313234 w 285"/>
              <a:gd name="T55" fmla="*/ 19505951 h 61"/>
              <a:gd name="T56" fmla="*/ 131334009 w 285"/>
              <a:gd name="T57" fmla="*/ 18896195 h 61"/>
              <a:gd name="T58" fmla="*/ 124355581 w 285"/>
              <a:gd name="T59" fmla="*/ 17676682 h 61"/>
              <a:gd name="T60" fmla="*/ 115472641 w 285"/>
              <a:gd name="T61" fmla="*/ 16457951 h 61"/>
              <a:gd name="T62" fmla="*/ 109762293 w 285"/>
              <a:gd name="T63" fmla="*/ 15238439 h 61"/>
              <a:gd name="T64" fmla="*/ 103417905 w 285"/>
              <a:gd name="T65" fmla="*/ 14019707 h 61"/>
              <a:gd name="T66" fmla="*/ 97707558 w 285"/>
              <a:gd name="T67" fmla="*/ 12800195 h 61"/>
              <a:gd name="T68" fmla="*/ 90094292 w 285"/>
              <a:gd name="T69" fmla="*/ 11581463 h 61"/>
              <a:gd name="T70" fmla="*/ 69791454 w 285"/>
              <a:gd name="T71" fmla="*/ 9143219 h 61"/>
              <a:gd name="T72" fmla="*/ 52660412 w 285"/>
              <a:gd name="T73" fmla="*/ 12800195 h 61"/>
              <a:gd name="T74" fmla="*/ 37433084 w 285"/>
              <a:gd name="T75" fmla="*/ 17676682 h 61"/>
              <a:gd name="T76" fmla="*/ 33626451 w 285"/>
              <a:gd name="T77" fmla="*/ 18896195 h 61"/>
              <a:gd name="T78" fmla="*/ 27282063 w 285"/>
              <a:gd name="T79" fmla="*/ 20724682 h 61"/>
              <a:gd name="T80" fmla="*/ 20302838 w 285"/>
              <a:gd name="T81" fmla="*/ 23162926 h 61"/>
              <a:gd name="T82" fmla="*/ 14592491 w 285"/>
              <a:gd name="T83" fmla="*/ 26819902 h 61"/>
              <a:gd name="T84" fmla="*/ 4441470 w 285"/>
              <a:gd name="T85" fmla="*/ 33525658 h 61"/>
              <a:gd name="T86" fmla="*/ 1268878 w 285"/>
              <a:gd name="T87" fmla="*/ 37182633 h 61"/>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285" h="61">
                <a:moveTo>
                  <a:pt x="2" y="61"/>
                </a:moveTo>
                <a:lnTo>
                  <a:pt x="0" y="59"/>
                </a:lnTo>
                <a:lnTo>
                  <a:pt x="0" y="55"/>
                </a:lnTo>
                <a:lnTo>
                  <a:pt x="2" y="48"/>
                </a:lnTo>
                <a:lnTo>
                  <a:pt x="5" y="40"/>
                </a:lnTo>
                <a:lnTo>
                  <a:pt x="9" y="34"/>
                </a:lnTo>
                <a:lnTo>
                  <a:pt x="13" y="31"/>
                </a:lnTo>
                <a:lnTo>
                  <a:pt x="17" y="25"/>
                </a:lnTo>
                <a:lnTo>
                  <a:pt x="24" y="21"/>
                </a:lnTo>
                <a:lnTo>
                  <a:pt x="30" y="17"/>
                </a:lnTo>
                <a:lnTo>
                  <a:pt x="40" y="13"/>
                </a:lnTo>
                <a:lnTo>
                  <a:pt x="45" y="10"/>
                </a:lnTo>
                <a:lnTo>
                  <a:pt x="51" y="8"/>
                </a:lnTo>
                <a:lnTo>
                  <a:pt x="57" y="6"/>
                </a:lnTo>
                <a:lnTo>
                  <a:pt x="64" y="6"/>
                </a:lnTo>
                <a:lnTo>
                  <a:pt x="70" y="2"/>
                </a:lnTo>
                <a:lnTo>
                  <a:pt x="78" y="2"/>
                </a:lnTo>
                <a:lnTo>
                  <a:pt x="85" y="0"/>
                </a:lnTo>
                <a:lnTo>
                  <a:pt x="93" y="0"/>
                </a:lnTo>
                <a:lnTo>
                  <a:pt x="100" y="0"/>
                </a:lnTo>
                <a:lnTo>
                  <a:pt x="110" y="0"/>
                </a:lnTo>
                <a:lnTo>
                  <a:pt x="118" y="0"/>
                </a:lnTo>
                <a:lnTo>
                  <a:pt x="129" y="0"/>
                </a:lnTo>
                <a:lnTo>
                  <a:pt x="137" y="0"/>
                </a:lnTo>
                <a:lnTo>
                  <a:pt x="146" y="2"/>
                </a:lnTo>
                <a:lnTo>
                  <a:pt x="154" y="2"/>
                </a:lnTo>
                <a:lnTo>
                  <a:pt x="163" y="4"/>
                </a:lnTo>
                <a:lnTo>
                  <a:pt x="173" y="6"/>
                </a:lnTo>
                <a:lnTo>
                  <a:pt x="182" y="8"/>
                </a:lnTo>
                <a:lnTo>
                  <a:pt x="192" y="8"/>
                </a:lnTo>
                <a:lnTo>
                  <a:pt x="201" y="12"/>
                </a:lnTo>
                <a:lnTo>
                  <a:pt x="209" y="12"/>
                </a:lnTo>
                <a:lnTo>
                  <a:pt x="216" y="13"/>
                </a:lnTo>
                <a:lnTo>
                  <a:pt x="224" y="15"/>
                </a:lnTo>
                <a:lnTo>
                  <a:pt x="234" y="17"/>
                </a:lnTo>
                <a:lnTo>
                  <a:pt x="239" y="19"/>
                </a:lnTo>
                <a:lnTo>
                  <a:pt x="247" y="21"/>
                </a:lnTo>
                <a:lnTo>
                  <a:pt x="254" y="23"/>
                </a:lnTo>
                <a:lnTo>
                  <a:pt x="260" y="25"/>
                </a:lnTo>
                <a:lnTo>
                  <a:pt x="266" y="25"/>
                </a:lnTo>
                <a:lnTo>
                  <a:pt x="270" y="27"/>
                </a:lnTo>
                <a:lnTo>
                  <a:pt x="273" y="27"/>
                </a:lnTo>
                <a:lnTo>
                  <a:pt x="279" y="29"/>
                </a:lnTo>
                <a:lnTo>
                  <a:pt x="283" y="31"/>
                </a:lnTo>
                <a:lnTo>
                  <a:pt x="285" y="32"/>
                </a:lnTo>
                <a:lnTo>
                  <a:pt x="279" y="44"/>
                </a:lnTo>
                <a:lnTo>
                  <a:pt x="277" y="44"/>
                </a:lnTo>
                <a:lnTo>
                  <a:pt x="273" y="42"/>
                </a:lnTo>
                <a:lnTo>
                  <a:pt x="268" y="42"/>
                </a:lnTo>
                <a:lnTo>
                  <a:pt x="260" y="40"/>
                </a:lnTo>
                <a:lnTo>
                  <a:pt x="251" y="38"/>
                </a:lnTo>
                <a:lnTo>
                  <a:pt x="241" y="36"/>
                </a:lnTo>
                <a:lnTo>
                  <a:pt x="235" y="34"/>
                </a:lnTo>
                <a:lnTo>
                  <a:pt x="230" y="34"/>
                </a:lnTo>
                <a:lnTo>
                  <a:pt x="224" y="32"/>
                </a:lnTo>
                <a:lnTo>
                  <a:pt x="218" y="32"/>
                </a:lnTo>
                <a:lnTo>
                  <a:pt x="213" y="31"/>
                </a:lnTo>
                <a:lnTo>
                  <a:pt x="207" y="31"/>
                </a:lnTo>
                <a:lnTo>
                  <a:pt x="201" y="29"/>
                </a:lnTo>
                <a:lnTo>
                  <a:pt x="196" y="29"/>
                </a:lnTo>
                <a:lnTo>
                  <a:pt x="190" y="27"/>
                </a:lnTo>
                <a:lnTo>
                  <a:pt x="182" y="27"/>
                </a:lnTo>
                <a:lnTo>
                  <a:pt x="178" y="25"/>
                </a:lnTo>
                <a:lnTo>
                  <a:pt x="173" y="25"/>
                </a:lnTo>
                <a:lnTo>
                  <a:pt x="167" y="23"/>
                </a:lnTo>
                <a:lnTo>
                  <a:pt x="163" y="23"/>
                </a:lnTo>
                <a:lnTo>
                  <a:pt x="158" y="21"/>
                </a:lnTo>
                <a:lnTo>
                  <a:pt x="154" y="21"/>
                </a:lnTo>
                <a:lnTo>
                  <a:pt x="148" y="19"/>
                </a:lnTo>
                <a:lnTo>
                  <a:pt x="142" y="19"/>
                </a:lnTo>
                <a:lnTo>
                  <a:pt x="144" y="48"/>
                </a:lnTo>
                <a:lnTo>
                  <a:pt x="110" y="15"/>
                </a:lnTo>
                <a:lnTo>
                  <a:pt x="118" y="48"/>
                </a:lnTo>
                <a:lnTo>
                  <a:pt x="83" y="21"/>
                </a:lnTo>
                <a:lnTo>
                  <a:pt x="91" y="48"/>
                </a:lnTo>
                <a:lnTo>
                  <a:pt x="59" y="29"/>
                </a:lnTo>
                <a:lnTo>
                  <a:pt x="57" y="29"/>
                </a:lnTo>
                <a:lnTo>
                  <a:pt x="53" y="31"/>
                </a:lnTo>
                <a:lnTo>
                  <a:pt x="49" y="31"/>
                </a:lnTo>
                <a:lnTo>
                  <a:pt x="43" y="34"/>
                </a:lnTo>
                <a:lnTo>
                  <a:pt x="38" y="36"/>
                </a:lnTo>
                <a:lnTo>
                  <a:pt x="32" y="38"/>
                </a:lnTo>
                <a:lnTo>
                  <a:pt x="26" y="42"/>
                </a:lnTo>
                <a:lnTo>
                  <a:pt x="23" y="44"/>
                </a:lnTo>
                <a:lnTo>
                  <a:pt x="15" y="50"/>
                </a:lnTo>
                <a:lnTo>
                  <a:pt x="7" y="55"/>
                </a:lnTo>
                <a:lnTo>
                  <a:pt x="4" y="59"/>
                </a:lnTo>
                <a:lnTo>
                  <a:pt x="2" y="6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pic>
        <p:nvPicPr>
          <p:cNvPr id="11" name="Picture 10" descr="Cover-6Ed">
            <a:extLst>
              <a:ext uri="{FF2B5EF4-FFF2-40B4-BE49-F238E27FC236}">
                <a16:creationId xmlns:a16="http://schemas.microsoft.com/office/drawing/2014/main" id="{8415B884-A6BF-4E61-8F45-53870045B346}"/>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1113" y="0"/>
            <a:ext cx="639762" cy="815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9" descr="Cover-6Ed">
            <a:extLst>
              <a:ext uri="{FF2B5EF4-FFF2-40B4-BE49-F238E27FC236}">
                <a16:creationId xmlns:a16="http://schemas.microsoft.com/office/drawing/2014/main" id="{9C0BCCEA-1B42-4AE9-A38C-03480ED81B9E}"/>
              </a:ext>
            </a:extLst>
          </p:cNvPr>
          <p:cNvPicPr>
            <a:picLocks noChangeAspect="1" noChangeArrowheads="1"/>
          </p:cNvPicPr>
          <p:nvPr userDrawn="1"/>
        </p:nvPicPr>
        <p:blipFill>
          <a:blip r:embed="rId17">
            <a:extLst>
              <a:ext uri="{28A0092B-C50C-407E-A947-70E740481C1C}">
                <a14:useLocalDpi xmlns:a14="http://schemas.microsoft.com/office/drawing/2010/main" val="0"/>
              </a:ext>
            </a:extLst>
          </a:blip>
          <a:srcRect/>
          <a:stretch>
            <a:fillRect/>
          </a:stretch>
        </p:blipFill>
        <p:spPr bwMode="auto">
          <a:xfrm>
            <a:off x="11113" y="0"/>
            <a:ext cx="639762" cy="815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59414639"/>
      </p:ext>
    </p:extLst>
  </p:cSld>
  <p:clrMap bg1="lt1" tx1="dk1" bg2="lt2" tx2="dk2" accent1="accent1" accent2="accent2" accent3="accent3" accent4="accent4" accent5="accent5" accent6="accent6" hlink="hlink" folHlink="folHlink"/>
  <p:sldLayoutIdLst>
    <p:sldLayoutId id="2147483800" r:id="rId1"/>
    <p:sldLayoutId id="2147483801" r:id="rId2"/>
    <p:sldLayoutId id="2147483802" r:id="rId3"/>
    <p:sldLayoutId id="2147483803" r:id="rId4"/>
    <p:sldLayoutId id="2147483804" r:id="rId5"/>
    <p:sldLayoutId id="2147483805" r:id="rId6"/>
    <p:sldLayoutId id="2147483806" r:id="rId7"/>
    <p:sldLayoutId id="2147483807" r:id="rId8"/>
    <p:sldLayoutId id="2147483808" r:id="rId9"/>
    <p:sldLayoutId id="2147483809" r:id="rId10"/>
    <p:sldLayoutId id="2147483810" r:id="rId11"/>
    <p:sldLayoutId id="2147483811" r:id="rId12"/>
    <p:sldLayoutId id="2147483812" r:id="rId13"/>
    <p:sldLayoutId id="2147483813" r:id="rId14"/>
    <p:sldLayoutId id="2147483798" r:id="rId15"/>
  </p:sldLayoutIdLst>
  <p:txStyles>
    <p:titleStyle>
      <a:lvl1pPr algn="ctr" rtl="0" eaLnBrk="1" fontAlgn="base" hangingPunct="1">
        <a:spcBef>
          <a:spcPct val="0"/>
        </a:spcBef>
        <a:spcAft>
          <a:spcPct val="0"/>
        </a:spcAft>
        <a:defRPr kumimoji="1" sz="2800" b="1">
          <a:solidFill>
            <a:srgbClr val="002060"/>
          </a:solidFill>
          <a:effectLst>
            <a:outerShdw blurRad="38100" dist="38100" dir="2700000" algn="tl">
              <a:srgbClr val="DDDDDD"/>
            </a:outerShdw>
          </a:effectLst>
          <a:latin typeface="+mj-lt"/>
          <a:ea typeface="MS PGothic" charset="0"/>
          <a:cs typeface="MS PGothic" charset="0"/>
        </a:defRPr>
      </a:lvl1pPr>
      <a:lvl2pPr algn="ctr" rtl="0" eaLnBrk="1" fontAlgn="base" hangingPunct="1">
        <a:spcBef>
          <a:spcPct val="0"/>
        </a:spcBef>
        <a:spcAft>
          <a:spcPct val="0"/>
        </a:spcAft>
        <a:defRPr kumimoji="1" sz="3200" b="1">
          <a:solidFill>
            <a:schemeClr val="tx2"/>
          </a:solidFill>
          <a:effectLst>
            <a:outerShdw blurRad="38100" dist="38100" dir="2700000" algn="tl">
              <a:srgbClr val="DDDDDD"/>
            </a:outerShdw>
          </a:effectLst>
          <a:latin typeface="Helvetica" charset="0"/>
          <a:ea typeface="MS PGothic" charset="0"/>
          <a:cs typeface="MS PGothic" charset="0"/>
        </a:defRPr>
      </a:lvl2pPr>
      <a:lvl3pPr algn="ctr" rtl="0" eaLnBrk="1" fontAlgn="base" hangingPunct="1">
        <a:spcBef>
          <a:spcPct val="0"/>
        </a:spcBef>
        <a:spcAft>
          <a:spcPct val="0"/>
        </a:spcAft>
        <a:defRPr kumimoji="1" sz="3200" b="1">
          <a:solidFill>
            <a:schemeClr val="tx2"/>
          </a:solidFill>
          <a:effectLst>
            <a:outerShdw blurRad="38100" dist="38100" dir="2700000" algn="tl">
              <a:srgbClr val="DDDDDD"/>
            </a:outerShdw>
          </a:effectLst>
          <a:latin typeface="Helvetica" charset="0"/>
          <a:ea typeface="MS PGothic" charset="0"/>
          <a:cs typeface="MS PGothic" charset="0"/>
        </a:defRPr>
      </a:lvl3pPr>
      <a:lvl4pPr algn="ctr" rtl="0" eaLnBrk="1" fontAlgn="base" hangingPunct="1">
        <a:spcBef>
          <a:spcPct val="0"/>
        </a:spcBef>
        <a:spcAft>
          <a:spcPct val="0"/>
        </a:spcAft>
        <a:defRPr kumimoji="1" sz="3200" b="1">
          <a:solidFill>
            <a:schemeClr val="tx2"/>
          </a:solidFill>
          <a:effectLst>
            <a:outerShdw blurRad="38100" dist="38100" dir="2700000" algn="tl">
              <a:srgbClr val="DDDDDD"/>
            </a:outerShdw>
          </a:effectLst>
          <a:latin typeface="Helvetica" charset="0"/>
          <a:ea typeface="MS PGothic" charset="0"/>
          <a:cs typeface="MS PGothic" charset="0"/>
        </a:defRPr>
      </a:lvl4pPr>
      <a:lvl5pPr algn="ctr" rtl="0" eaLnBrk="1" fontAlgn="base" hangingPunct="1">
        <a:spcBef>
          <a:spcPct val="0"/>
        </a:spcBef>
        <a:spcAft>
          <a:spcPct val="0"/>
        </a:spcAft>
        <a:defRPr kumimoji="1" sz="3200" b="1">
          <a:solidFill>
            <a:schemeClr val="tx2"/>
          </a:solidFill>
          <a:effectLst>
            <a:outerShdw blurRad="38100" dist="38100" dir="2700000" algn="tl">
              <a:srgbClr val="DDDDDD"/>
            </a:outerShdw>
          </a:effectLst>
          <a:latin typeface="Helvetica" charset="0"/>
          <a:ea typeface="MS PGothic" charset="0"/>
          <a:cs typeface="MS PGothic" charset="0"/>
        </a:defRPr>
      </a:lvl5pPr>
      <a:lvl6pPr marL="457200" algn="ctr" rtl="0" eaLnBrk="1" fontAlgn="base" hangingPunct="1">
        <a:spcBef>
          <a:spcPct val="0"/>
        </a:spcBef>
        <a:spcAft>
          <a:spcPct val="0"/>
        </a:spcAft>
        <a:defRPr kumimoji="1" sz="3200" b="1">
          <a:solidFill>
            <a:schemeClr val="tx2"/>
          </a:solidFill>
          <a:effectLst>
            <a:outerShdw blurRad="38100" dist="38100" dir="2700000" algn="tl">
              <a:srgbClr val="DDDDDD"/>
            </a:outerShdw>
          </a:effectLst>
          <a:latin typeface="Helvetica" charset="0"/>
        </a:defRPr>
      </a:lvl6pPr>
      <a:lvl7pPr marL="914400" algn="ctr" rtl="0" eaLnBrk="1" fontAlgn="base" hangingPunct="1">
        <a:spcBef>
          <a:spcPct val="0"/>
        </a:spcBef>
        <a:spcAft>
          <a:spcPct val="0"/>
        </a:spcAft>
        <a:defRPr kumimoji="1" sz="3200" b="1">
          <a:solidFill>
            <a:schemeClr val="tx2"/>
          </a:solidFill>
          <a:effectLst>
            <a:outerShdw blurRad="38100" dist="38100" dir="2700000" algn="tl">
              <a:srgbClr val="DDDDDD"/>
            </a:outerShdw>
          </a:effectLst>
          <a:latin typeface="Helvetica" charset="0"/>
        </a:defRPr>
      </a:lvl7pPr>
      <a:lvl8pPr marL="1371600" algn="ctr" rtl="0" eaLnBrk="1" fontAlgn="base" hangingPunct="1">
        <a:spcBef>
          <a:spcPct val="0"/>
        </a:spcBef>
        <a:spcAft>
          <a:spcPct val="0"/>
        </a:spcAft>
        <a:defRPr kumimoji="1" sz="3200" b="1">
          <a:solidFill>
            <a:schemeClr val="tx2"/>
          </a:solidFill>
          <a:effectLst>
            <a:outerShdw blurRad="38100" dist="38100" dir="2700000" algn="tl">
              <a:srgbClr val="DDDDDD"/>
            </a:outerShdw>
          </a:effectLst>
          <a:latin typeface="Helvetica" charset="0"/>
        </a:defRPr>
      </a:lvl8pPr>
      <a:lvl9pPr marL="1828800" algn="ctr" rtl="0" eaLnBrk="1" fontAlgn="base" hangingPunct="1">
        <a:spcBef>
          <a:spcPct val="0"/>
        </a:spcBef>
        <a:spcAft>
          <a:spcPct val="0"/>
        </a:spcAft>
        <a:defRPr kumimoji="1" sz="3200" b="1">
          <a:solidFill>
            <a:schemeClr val="tx2"/>
          </a:solidFill>
          <a:effectLst>
            <a:outerShdw blurRad="38100" dist="38100" dir="2700000" algn="tl">
              <a:srgbClr val="DDDDDD"/>
            </a:outerShdw>
          </a:effectLst>
          <a:latin typeface="Helvetica" charset="0"/>
        </a:defRPr>
      </a:lvl9pPr>
    </p:titleStyle>
    <p:bodyStyle>
      <a:lvl1pPr marL="342900" indent="-342900" algn="l" rtl="0" eaLnBrk="1" fontAlgn="base" hangingPunct="1">
        <a:spcBef>
          <a:spcPct val="35000"/>
        </a:spcBef>
        <a:spcAft>
          <a:spcPct val="0"/>
        </a:spcAft>
        <a:buClr>
          <a:srgbClr val="002060"/>
        </a:buClr>
        <a:buSzPct val="100000"/>
        <a:buFont typeface="Monotype Sorts" pitchFamily="-65" charset="2"/>
        <a:buChar char="n"/>
        <a:defRPr kumimoji="1" sz="1700">
          <a:solidFill>
            <a:schemeClr val="tx1"/>
          </a:solidFill>
          <a:latin typeface="+mn-lt"/>
          <a:ea typeface="MS PGothic" charset="0"/>
          <a:cs typeface="MS PGothic" charset="0"/>
        </a:defRPr>
      </a:lvl1pPr>
      <a:lvl2pPr marL="742950" indent="-285750" algn="l" rtl="0" eaLnBrk="1" fontAlgn="base" hangingPunct="1">
        <a:spcBef>
          <a:spcPct val="35000"/>
        </a:spcBef>
        <a:spcAft>
          <a:spcPct val="0"/>
        </a:spcAft>
        <a:buClr>
          <a:srgbClr val="FF9933"/>
        </a:buClr>
        <a:buSzPct val="90000"/>
        <a:buFont typeface="Monotype Sorts" pitchFamily="-65" charset="2"/>
        <a:buChar char="l"/>
        <a:defRPr kumimoji="1" sz="1700">
          <a:solidFill>
            <a:schemeClr val="tx1"/>
          </a:solidFill>
          <a:latin typeface="+mn-lt"/>
          <a:ea typeface="MS PGothic" charset="0"/>
          <a:cs typeface="MS PGothic" charset="0"/>
        </a:defRPr>
      </a:lvl2pPr>
      <a:lvl3pPr marL="1085850" indent="-228600" algn="l" rtl="0" eaLnBrk="1" fontAlgn="base" hangingPunct="1">
        <a:spcBef>
          <a:spcPct val="35000"/>
        </a:spcBef>
        <a:spcAft>
          <a:spcPct val="0"/>
        </a:spcAft>
        <a:buClr>
          <a:srgbClr val="33CC33"/>
        </a:buClr>
        <a:buSzPct val="85000"/>
        <a:buFont typeface="Webdings" panose="05030102010509060703" pitchFamily="18" charset="2"/>
        <a:buChar char="4"/>
        <a:defRPr kumimoji="1" sz="1700">
          <a:solidFill>
            <a:schemeClr val="tx1"/>
          </a:solidFill>
          <a:latin typeface="+mn-lt"/>
          <a:ea typeface="MS PGothic" charset="0"/>
          <a:cs typeface="MS PGothic" charset="0"/>
        </a:defRPr>
      </a:lvl3pPr>
      <a:lvl4pPr marL="1428750" indent="-228600" algn="l" rtl="0" eaLnBrk="1" fontAlgn="base" hangingPunct="1">
        <a:spcBef>
          <a:spcPct val="35000"/>
        </a:spcBef>
        <a:spcAft>
          <a:spcPct val="0"/>
        </a:spcAft>
        <a:buClr>
          <a:schemeClr val="hlink"/>
        </a:buClr>
        <a:buFont typeface="Times New Roman" panose="02020603050405020304" pitchFamily="18" charset="0"/>
        <a:buChar char="–"/>
        <a:defRPr kumimoji="1" sz="1700">
          <a:solidFill>
            <a:schemeClr val="tx1"/>
          </a:solidFill>
          <a:latin typeface="+mn-lt"/>
          <a:ea typeface="MS PGothic" charset="0"/>
          <a:cs typeface="MS PGothic" charset="0"/>
        </a:defRPr>
      </a:lvl4pPr>
      <a:lvl5pPr marL="1771650" indent="-228600" algn="l" rtl="0" eaLnBrk="1" fontAlgn="base" hangingPunct="1">
        <a:spcBef>
          <a:spcPct val="35000"/>
        </a:spcBef>
        <a:spcAft>
          <a:spcPct val="0"/>
        </a:spcAft>
        <a:buClr>
          <a:schemeClr val="tx2"/>
        </a:buClr>
        <a:buSzPct val="75000"/>
        <a:buChar char="»"/>
        <a:defRPr kumimoji="1" sz="1700">
          <a:solidFill>
            <a:schemeClr val="tx1"/>
          </a:solidFill>
          <a:latin typeface="+mn-lt"/>
          <a:ea typeface="MS PGothic" charset="0"/>
          <a:cs typeface="MS PGothic" charset="0"/>
        </a:defRPr>
      </a:lvl5pPr>
      <a:lvl6pPr marL="2228850" indent="-228600" algn="l" rtl="0" eaLnBrk="1" fontAlgn="base" hangingPunct="1">
        <a:spcBef>
          <a:spcPct val="35000"/>
        </a:spcBef>
        <a:spcAft>
          <a:spcPct val="0"/>
        </a:spcAft>
        <a:buClr>
          <a:schemeClr val="tx2"/>
        </a:buClr>
        <a:buSzPct val="75000"/>
        <a:buChar char="»"/>
        <a:defRPr kumimoji="1">
          <a:solidFill>
            <a:schemeClr val="tx1"/>
          </a:solidFill>
          <a:latin typeface="+mn-lt"/>
          <a:ea typeface="ＭＳ Ｐゴシック" charset="-128"/>
        </a:defRPr>
      </a:lvl6pPr>
      <a:lvl7pPr marL="2686050" indent="-228600" algn="l" rtl="0" eaLnBrk="1" fontAlgn="base" hangingPunct="1">
        <a:spcBef>
          <a:spcPct val="35000"/>
        </a:spcBef>
        <a:spcAft>
          <a:spcPct val="0"/>
        </a:spcAft>
        <a:buClr>
          <a:schemeClr val="tx2"/>
        </a:buClr>
        <a:buSzPct val="75000"/>
        <a:buChar char="»"/>
        <a:defRPr kumimoji="1">
          <a:solidFill>
            <a:schemeClr val="tx1"/>
          </a:solidFill>
          <a:latin typeface="+mn-lt"/>
          <a:ea typeface="ＭＳ Ｐゴシック" charset="-128"/>
        </a:defRPr>
      </a:lvl7pPr>
      <a:lvl8pPr marL="3143250" indent="-228600" algn="l" rtl="0" eaLnBrk="1" fontAlgn="base" hangingPunct="1">
        <a:spcBef>
          <a:spcPct val="35000"/>
        </a:spcBef>
        <a:spcAft>
          <a:spcPct val="0"/>
        </a:spcAft>
        <a:buClr>
          <a:schemeClr val="tx2"/>
        </a:buClr>
        <a:buSzPct val="75000"/>
        <a:buChar char="»"/>
        <a:defRPr kumimoji="1">
          <a:solidFill>
            <a:schemeClr val="tx1"/>
          </a:solidFill>
          <a:latin typeface="+mn-lt"/>
          <a:ea typeface="ＭＳ Ｐゴシック" charset="-128"/>
        </a:defRPr>
      </a:lvl8pPr>
      <a:lvl9pPr marL="3600450" indent="-228600" algn="l" rtl="0" eaLnBrk="1" fontAlgn="base" hangingPunct="1">
        <a:spcBef>
          <a:spcPct val="35000"/>
        </a:spcBef>
        <a:spcAft>
          <a:spcPct val="0"/>
        </a:spcAft>
        <a:buClr>
          <a:schemeClr val="tx2"/>
        </a:buClr>
        <a:buSzPct val="75000"/>
        <a:buChar char="»"/>
        <a:defRPr kumimoji="1">
          <a:solidFill>
            <a:schemeClr val="tx1"/>
          </a:solidFill>
          <a:latin typeface="+mn-lt"/>
          <a:ea typeface="ＭＳ Ｐゴシック"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2"/>
          <p:cNvSpPr>
            <a:spLocks noGrp="1" noChangeArrowheads="1"/>
          </p:cNvSpPr>
          <p:nvPr>
            <p:ph type="ctrTitle"/>
          </p:nvPr>
        </p:nvSpPr>
        <p:spPr/>
        <p:txBody>
          <a:bodyPr/>
          <a:lstStyle/>
          <a:p>
            <a:pPr>
              <a:defRPr/>
            </a:pPr>
            <a:r>
              <a:rPr lang="en-US" dirty="0">
                <a:effectLst>
                  <a:outerShdw blurRad="38100" dist="38100" dir="2700000" algn="tl">
                    <a:srgbClr val="C0C0C0"/>
                  </a:outerShdw>
                </a:effectLst>
              </a:rPr>
              <a:t>Chapter 19: Recovery System</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Failure Classification</a:t>
            </a:r>
          </a:p>
        </p:txBody>
      </p:sp>
      <p:sp>
        <p:nvSpPr>
          <p:cNvPr id="6147" name="Rectangle 3"/>
          <p:cNvSpPr>
            <a:spLocks noGrp="1" noChangeArrowheads="1"/>
          </p:cNvSpPr>
          <p:nvPr>
            <p:ph idx="1"/>
          </p:nvPr>
        </p:nvSpPr>
        <p:spPr>
          <a:xfrm>
            <a:off x="674703" y="1102497"/>
            <a:ext cx="7723574" cy="5367972"/>
          </a:xfrm>
          <a:prstGeom prst="rect">
            <a:avLst/>
          </a:prstGeom>
        </p:spPr>
        <p:txBody>
          <a:bodyPr/>
          <a:lstStyle/>
          <a:p>
            <a:r>
              <a:rPr lang="en-US" altLang="en-US" b="1" dirty="0"/>
              <a:t>Transaction failure</a:t>
            </a:r>
            <a:r>
              <a:rPr lang="en-US" altLang="en-US" dirty="0"/>
              <a:t> :</a:t>
            </a:r>
          </a:p>
          <a:p>
            <a:pPr lvl="1"/>
            <a:r>
              <a:rPr lang="en-US" altLang="en-US" b="1" dirty="0"/>
              <a:t>Logical errors</a:t>
            </a:r>
            <a:r>
              <a:rPr lang="en-US" altLang="en-US" dirty="0"/>
              <a:t>: transaction cannot complete due to some internal error condition</a:t>
            </a:r>
          </a:p>
          <a:p>
            <a:pPr lvl="1"/>
            <a:r>
              <a:rPr lang="en-US" altLang="en-US" b="1" dirty="0"/>
              <a:t>System errors</a:t>
            </a:r>
            <a:r>
              <a:rPr lang="en-US" altLang="en-US" dirty="0"/>
              <a:t>: the database system must terminate an active transaction due to an error condition (e.g., deadlock)</a:t>
            </a:r>
          </a:p>
          <a:p>
            <a:endParaRPr lang="en-US" altLang="en-US" b="1" dirty="0" smtClean="0"/>
          </a:p>
          <a:p>
            <a:r>
              <a:rPr lang="en-US" altLang="en-US" b="1" dirty="0" smtClean="0"/>
              <a:t>System </a:t>
            </a:r>
            <a:r>
              <a:rPr lang="en-US" altLang="en-US" b="1" dirty="0"/>
              <a:t>crash</a:t>
            </a:r>
            <a:r>
              <a:rPr lang="en-US" altLang="en-US" dirty="0"/>
              <a:t>: a power failure or other hardware or software failure causes the system to crash.</a:t>
            </a:r>
          </a:p>
          <a:p>
            <a:endParaRPr lang="en-US" altLang="en-US" b="1" dirty="0" smtClean="0"/>
          </a:p>
          <a:p>
            <a:r>
              <a:rPr lang="en-US" altLang="en-US" b="1" dirty="0" smtClean="0"/>
              <a:t>Disk </a:t>
            </a:r>
            <a:r>
              <a:rPr lang="en-US" altLang="en-US" b="1" dirty="0"/>
              <a:t>failure</a:t>
            </a:r>
            <a:r>
              <a:rPr lang="en-US" altLang="en-US" dirty="0"/>
              <a:t>: a head crash or similar disk failure destroys all or part of disk storage</a:t>
            </a:r>
          </a:p>
          <a:p>
            <a:pPr lvl="1"/>
            <a:r>
              <a:rPr lang="en-US" altLang="en-US" dirty="0"/>
              <a:t>Destruction is assumed to be detectable: disk drives use checksums to detect failures</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Recovery Algorithms</a:t>
            </a:r>
          </a:p>
        </p:txBody>
      </p:sp>
      <p:sp>
        <p:nvSpPr>
          <p:cNvPr id="7171" name="Rectangle 3"/>
          <p:cNvSpPr>
            <a:spLocks noGrp="1" noChangeArrowheads="1"/>
          </p:cNvSpPr>
          <p:nvPr>
            <p:ph idx="1"/>
          </p:nvPr>
        </p:nvSpPr>
        <p:spPr>
          <a:xfrm>
            <a:off x="683580" y="1102497"/>
            <a:ext cx="7776839" cy="5367972"/>
          </a:xfrm>
        </p:spPr>
        <p:txBody>
          <a:bodyPr/>
          <a:lstStyle/>
          <a:p>
            <a:pPr marL="381000" indent="-381000"/>
            <a:r>
              <a:rPr lang="en-US" altLang="en-US" dirty="0"/>
              <a:t>Suppose transaction </a:t>
            </a:r>
            <a:r>
              <a:rPr lang="en-US" altLang="en-US" i="1" dirty="0" err="1"/>
              <a:t>T</a:t>
            </a:r>
            <a:r>
              <a:rPr lang="en-US" altLang="en-US" i="1" baseline="-25000" dirty="0" err="1"/>
              <a:t>i</a:t>
            </a:r>
            <a:r>
              <a:rPr lang="en-US" altLang="en-US" dirty="0"/>
              <a:t> transfers </a:t>
            </a:r>
            <a:r>
              <a:rPr lang="en-US" altLang="en-US" dirty="0" smtClean="0"/>
              <a:t>Rs50 </a:t>
            </a:r>
            <a:r>
              <a:rPr lang="en-US" altLang="en-US" dirty="0"/>
              <a:t>from account </a:t>
            </a:r>
            <a:r>
              <a:rPr lang="en-US" altLang="en-US" i="1" dirty="0"/>
              <a:t>A</a:t>
            </a:r>
            <a:r>
              <a:rPr lang="en-US" altLang="en-US" dirty="0"/>
              <a:t> to account </a:t>
            </a:r>
            <a:r>
              <a:rPr lang="en-US" altLang="en-US" i="1" dirty="0"/>
              <a:t>B</a:t>
            </a:r>
          </a:p>
          <a:p>
            <a:pPr marL="800100" lvl="1" indent="-342900"/>
            <a:r>
              <a:rPr lang="en-US" altLang="en-US" dirty="0"/>
              <a:t>Two updates: subtract 50 from A and add 50 to B </a:t>
            </a:r>
          </a:p>
          <a:p>
            <a:pPr marL="381000" indent="-381000"/>
            <a:r>
              <a:rPr lang="en-US" altLang="en-US" dirty="0"/>
              <a:t>Transaction </a:t>
            </a:r>
            <a:r>
              <a:rPr lang="en-US" altLang="en-US" i="1" dirty="0" err="1"/>
              <a:t>T</a:t>
            </a:r>
            <a:r>
              <a:rPr lang="en-US" altLang="en-US" i="1" baseline="-25000" dirty="0" err="1"/>
              <a:t>i</a:t>
            </a:r>
            <a:r>
              <a:rPr lang="en-US" altLang="en-US" dirty="0"/>
              <a:t>  requires updates to A and B to be output to the database. </a:t>
            </a:r>
          </a:p>
          <a:p>
            <a:pPr marL="800100" lvl="1" indent="-342900"/>
            <a:r>
              <a:rPr lang="en-US" altLang="en-US" dirty="0"/>
              <a:t>A failure may occur after one of these modifications have been made but before both of them are made. </a:t>
            </a:r>
          </a:p>
          <a:p>
            <a:pPr marL="800100" lvl="1" indent="-342900"/>
            <a:r>
              <a:rPr lang="en-US" altLang="en-US" dirty="0"/>
              <a:t>Modifying the database without ensuring that the transaction will commit  may leave the database in an inconsistent state</a:t>
            </a:r>
          </a:p>
          <a:p>
            <a:pPr marL="800100" lvl="1" indent="-342900"/>
            <a:r>
              <a:rPr lang="en-US" altLang="en-US" dirty="0"/>
              <a:t>Not modifying the database may result in lost updates if failure occurs just after transaction commits</a:t>
            </a:r>
          </a:p>
          <a:p>
            <a:pPr marL="381000" indent="-381000"/>
            <a:r>
              <a:rPr lang="en-US" altLang="en-US" dirty="0"/>
              <a:t>Recovery algorithms have two parts</a:t>
            </a:r>
          </a:p>
          <a:p>
            <a:pPr marL="800100" lvl="1" indent="-342900">
              <a:buFont typeface="Monotype Sorts" charset="2"/>
              <a:buAutoNum type="arabicPeriod"/>
            </a:pPr>
            <a:r>
              <a:rPr lang="en-US" altLang="en-US" dirty="0"/>
              <a:t>Actions taken during normal transaction processing to ensure enough information exists to recover from failures</a:t>
            </a:r>
          </a:p>
          <a:p>
            <a:pPr marL="800100" lvl="1" indent="-342900">
              <a:buFont typeface="Monotype Sorts" charset="2"/>
              <a:buAutoNum type="arabicPeriod"/>
            </a:pPr>
            <a:r>
              <a:rPr lang="en-US" altLang="en-US" dirty="0"/>
              <a:t>Actions taken after a failure to recover the database contents to a state that ensures atomicity, consistency and durability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7171">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171">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171">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171">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171">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171">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7171">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7171">
                                            <p:txEl>
                                              <p:pRg st="7" end="7"/>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7171">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1"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Data Access</a:t>
            </a:r>
          </a:p>
        </p:txBody>
      </p:sp>
      <p:sp>
        <p:nvSpPr>
          <p:cNvPr id="11267" name="Rectangle 3"/>
          <p:cNvSpPr>
            <a:spLocks noGrp="1" noChangeArrowheads="1"/>
          </p:cNvSpPr>
          <p:nvPr>
            <p:ph idx="1"/>
          </p:nvPr>
        </p:nvSpPr>
        <p:spPr>
          <a:xfrm>
            <a:off x="701336" y="1102497"/>
            <a:ext cx="7705817" cy="5367972"/>
          </a:xfrm>
          <a:prstGeom prst="rect">
            <a:avLst/>
          </a:prstGeom>
        </p:spPr>
        <p:txBody>
          <a:bodyPr/>
          <a:lstStyle/>
          <a:p>
            <a:r>
              <a:rPr lang="en-US" altLang="en-US" b="1" dirty="0">
                <a:solidFill>
                  <a:srgbClr val="002060"/>
                </a:solidFill>
              </a:rPr>
              <a:t>Physical blocks</a:t>
            </a:r>
            <a:r>
              <a:rPr lang="en-US" altLang="en-US" dirty="0">
                <a:solidFill>
                  <a:srgbClr val="002060"/>
                </a:solidFill>
              </a:rPr>
              <a:t> </a:t>
            </a:r>
            <a:r>
              <a:rPr lang="en-US" altLang="en-US" dirty="0"/>
              <a:t>are those blocks residing on the disk. </a:t>
            </a:r>
          </a:p>
          <a:p>
            <a:r>
              <a:rPr lang="en-US" altLang="en-US" b="1" dirty="0">
                <a:solidFill>
                  <a:srgbClr val="002060"/>
                </a:solidFill>
              </a:rPr>
              <a:t>Buffer blocks</a:t>
            </a:r>
            <a:r>
              <a:rPr lang="en-US" altLang="en-US" dirty="0">
                <a:solidFill>
                  <a:srgbClr val="002060"/>
                </a:solidFill>
              </a:rPr>
              <a:t> </a:t>
            </a:r>
            <a:r>
              <a:rPr lang="en-US" altLang="en-US" dirty="0"/>
              <a:t>are the blocks residing temporarily in main memory.</a:t>
            </a:r>
          </a:p>
          <a:p>
            <a:r>
              <a:rPr lang="en-US" altLang="en-US" dirty="0"/>
              <a:t>Block movements between  disk and main memory are initiated through the following two operations:</a:t>
            </a:r>
          </a:p>
          <a:p>
            <a:pPr lvl="1"/>
            <a:r>
              <a:rPr lang="en-US" altLang="en-US" b="1" dirty="0">
                <a:solidFill>
                  <a:srgbClr val="002060"/>
                </a:solidFill>
              </a:rPr>
              <a:t>input</a:t>
            </a:r>
            <a:r>
              <a:rPr lang="en-US" altLang="en-US" b="1" dirty="0">
                <a:solidFill>
                  <a:srgbClr val="000099"/>
                </a:solidFill>
              </a:rPr>
              <a:t> </a:t>
            </a:r>
            <a:r>
              <a:rPr lang="en-US" altLang="en-US" dirty="0"/>
              <a:t>(</a:t>
            </a:r>
            <a:r>
              <a:rPr lang="en-US" altLang="en-US" i="1" dirty="0"/>
              <a:t>B</a:t>
            </a:r>
            <a:r>
              <a:rPr lang="en-US" altLang="en-US" dirty="0"/>
              <a:t>) transfers the physical block </a:t>
            </a:r>
            <a:r>
              <a:rPr lang="en-US" altLang="en-US" i="1" dirty="0"/>
              <a:t>B  </a:t>
            </a:r>
            <a:r>
              <a:rPr lang="en-US" altLang="en-US" dirty="0"/>
              <a:t>to main memory.</a:t>
            </a:r>
          </a:p>
          <a:p>
            <a:pPr lvl="1"/>
            <a:r>
              <a:rPr lang="en-US" altLang="en-US" b="1" dirty="0">
                <a:solidFill>
                  <a:srgbClr val="002060"/>
                </a:solidFill>
              </a:rPr>
              <a:t>output </a:t>
            </a:r>
            <a:r>
              <a:rPr lang="en-US" altLang="en-US" dirty="0"/>
              <a:t>(</a:t>
            </a:r>
            <a:r>
              <a:rPr lang="en-US" altLang="en-US" i="1" dirty="0"/>
              <a:t>B</a:t>
            </a:r>
            <a:r>
              <a:rPr lang="en-US" altLang="en-US" dirty="0"/>
              <a:t>) transfers the buffer block </a:t>
            </a:r>
            <a:r>
              <a:rPr lang="en-US" altLang="en-US" i="1" dirty="0"/>
              <a:t>B </a:t>
            </a:r>
            <a:r>
              <a:rPr lang="en-US" altLang="en-US" dirty="0"/>
              <a:t>to the disk, and replaces the appropriate physical block there.</a:t>
            </a:r>
          </a:p>
          <a:p>
            <a:r>
              <a:rPr lang="en-US" altLang="en-US" dirty="0"/>
              <a:t>We assume, for simplicity, that each data item fits in, and is stored inside, a single block.</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2"/>
          <p:cNvSpPr>
            <a:spLocks noGrp="1" noChangeArrowheads="1"/>
          </p:cNvSpPr>
          <p:nvPr>
            <p:ph type="title"/>
          </p:nvPr>
        </p:nvSpPr>
        <p:spPr/>
        <p:txBody>
          <a:bodyPr/>
          <a:lstStyle/>
          <a:p>
            <a:pPr>
              <a:defRPr/>
            </a:pPr>
            <a:r>
              <a:rPr lang="en-US" dirty="0" smtClean="0">
                <a:effectLst>
                  <a:outerShdw blurRad="38100" dist="38100" dir="2700000" algn="tl">
                    <a:srgbClr val="C0C0C0"/>
                  </a:outerShdw>
                </a:effectLst>
              </a:rPr>
              <a:t>Example </a:t>
            </a:r>
            <a:r>
              <a:rPr lang="en-US" dirty="0">
                <a:effectLst>
                  <a:outerShdw blurRad="38100" dist="38100" dir="2700000" algn="tl">
                    <a:srgbClr val="C0C0C0"/>
                  </a:outerShdw>
                </a:effectLst>
              </a:rPr>
              <a:t>of Data Access</a:t>
            </a:r>
          </a:p>
        </p:txBody>
      </p:sp>
      <p:pic>
        <p:nvPicPr>
          <p:cNvPr id="3" name="Picture 2"/>
          <p:cNvPicPr>
            <a:picLocks noChangeAspect="1"/>
          </p:cNvPicPr>
          <p:nvPr/>
        </p:nvPicPr>
        <p:blipFill>
          <a:blip r:embed="rId3"/>
          <a:stretch>
            <a:fillRect/>
          </a:stretch>
        </p:blipFill>
        <p:spPr>
          <a:xfrm>
            <a:off x="2255520" y="1256042"/>
            <a:ext cx="5131879" cy="4992737"/>
          </a:xfrm>
          <a:prstGeom prst="rect">
            <a:avLst/>
          </a:prstGeom>
        </p:spPr>
      </p:pic>
    </p:spTree>
    <p:extLst>
      <p:ext uri="{BB962C8B-B14F-4D97-AF65-F5344CB8AC3E}">
        <p14:creationId xmlns:p14="http://schemas.microsoft.com/office/powerpoint/2010/main" val="372167149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Log-Based Recovery</a:t>
            </a:r>
          </a:p>
        </p:txBody>
      </p:sp>
      <p:sp>
        <p:nvSpPr>
          <p:cNvPr id="15363" name="Rectangle 3"/>
          <p:cNvSpPr>
            <a:spLocks noGrp="1" noChangeArrowheads="1"/>
          </p:cNvSpPr>
          <p:nvPr>
            <p:ph idx="1"/>
          </p:nvPr>
        </p:nvSpPr>
        <p:spPr>
          <a:xfrm>
            <a:off x="674702" y="1102497"/>
            <a:ext cx="7838983" cy="5367972"/>
          </a:xfrm>
          <a:prstGeom prst="rect">
            <a:avLst/>
          </a:prstGeom>
        </p:spPr>
        <p:txBody>
          <a:bodyPr/>
          <a:lstStyle/>
          <a:p>
            <a:pPr>
              <a:lnSpc>
                <a:spcPct val="90000"/>
              </a:lnSpc>
            </a:pPr>
            <a:r>
              <a:rPr lang="en-US" altLang="en-US" dirty="0"/>
              <a:t>A  </a:t>
            </a:r>
            <a:r>
              <a:rPr lang="en-US" altLang="en-US" b="1" dirty="0">
                <a:solidFill>
                  <a:srgbClr val="002060"/>
                </a:solidFill>
              </a:rPr>
              <a:t>log</a:t>
            </a:r>
            <a:r>
              <a:rPr lang="en-US" altLang="en-US" dirty="0">
                <a:solidFill>
                  <a:srgbClr val="002060"/>
                </a:solidFill>
              </a:rPr>
              <a:t>  </a:t>
            </a:r>
            <a:r>
              <a:rPr lang="en-US" altLang="en-US" dirty="0"/>
              <a:t>is a sequence of  </a:t>
            </a:r>
            <a:r>
              <a:rPr lang="en-US" altLang="en-US" b="1" dirty="0"/>
              <a:t>log records</a:t>
            </a:r>
            <a:r>
              <a:rPr lang="en-US" altLang="en-US" dirty="0"/>
              <a:t>. The records  keep information about update activities on the database.</a:t>
            </a:r>
          </a:p>
          <a:p>
            <a:pPr lvl="1">
              <a:lnSpc>
                <a:spcPct val="90000"/>
              </a:lnSpc>
            </a:pPr>
            <a:r>
              <a:rPr lang="en-US" altLang="en-US" dirty="0"/>
              <a:t>The </a:t>
            </a:r>
            <a:r>
              <a:rPr lang="en-US" altLang="en-US" b="1" dirty="0"/>
              <a:t>log</a:t>
            </a:r>
            <a:r>
              <a:rPr lang="en-US" altLang="en-US" dirty="0"/>
              <a:t> is kept on stable storage </a:t>
            </a:r>
          </a:p>
          <a:p>
            <a:pPr>
              <a:lnSpc>
                <a:spcPct val="90000"/>
              </a:lnSpc>
            </a:pPr>
            <a:r>
              <a:rPr lang="en-US" altLang="en-US" dirty="0"/>
              <a:t>When transaction </a:t>
            </a:r>
            <a:r>
              <a:rPr lang="en-US" altLang="en-US" i="1" dirty="0" err="1"/>
              <a:t>T</a:t>
            </a:r>
            <a:r>
              <a:rPr lang="en-US" altLang="en-US" i="1" baseline="-25000" dirty="0" err="1"/>
              <a:t>i</a:t>
            </a:r>
            <a:r>
              <a:rPr lang="en-US" altLang="en-US" i="1" dirty="0"/>
              <a:t> </a:t>
            </a:r>
            <a:r>
              <a:rPr lang="en-US" altLang="en-US" dirty="0"/>
              <a:t>starts, it registers itself by writing a </a:t>
            </a:r>
          </a:p>
          <a:p>
            <a:pPr marL="0" indent="0">
              <a:lnSpc>
                <a:spcPct val="90000"/>
              </a:lnSpc>
              <a:buNone/>
            </a:pPr>
            <a:r>
              <a:rPr lang="en-US" altLang="en-US" sz="800" dirty="0"/>
              <a:t> </a:t>
            </a:r>
            <a:r>
              <a:rPr lang="en-US" altLang="en-US" dirty="0"/>
              <a:t/>
            </a:r>
            <a:br>
              <a:rPr lang="en-US" altLang="en-US" dirty="0"/>
            </a:br>
            <a:r>
              <a:rPr lang="en-US" altLang="en-US" dirty="0"/>
              <a:t>       </a:t>
            </a:r>
            <a:r>
              <a:rPr lang="en-US" altLang="en-US" i="1" dirty="0"/>
              <a:t>&lt;</a:t>
            </a:r>
            <a:r>
              <a:rPr lang="en-US" altLang="en-US" i="1" dirty="0" err="1"/>
              <a:t>T</a:t>
            </a:r>
            <a:r>
              <a:rPr lang="en-US" altLang="en-US" i="1" baseline="-25000" dirty="0" err="1"/>
              <a:t>i</a:t>
            </a:r>
            <a:r>
              <a:rPr lang="en-US" altLang="en-US" i="1" baseline="-25000" dirty="0"/>
              <a:t>  </a:t>
            </a:r>
            <a:r>
              <a:rPr lang="en-US" altLang="en-US" b="1" dirty="0"/>
              <a:t>start</a:t>
            </a:r>
            <a:r>
              <a:rPr lang="en-US" altLang="en-US" dirty="0"/>
              <a:t>&gt; log record</a:t>
            </a:r>
          </a:p>
          <a:p>
            <a:pPr marL="0" indent="0">
              <a:lnSpc>
                <a:spcPct val="90000"/>
              </a:lnSpc>
              <a:buNone/>
            </a:pPr>
            <a:endParaRPr lang="en-US" altLang="en-US" sz="800" dirty="0"/>
          </a:p>
          <a:p>
            <a:pPr>
              <a:lnSpc>
                <a:spcPct val="90000"/>
              </a:lnSpc>
            </a:pPr>
            <a:r>
              <a:rPr lang="en-US" altLang="en-US" i="1" dirty="0" smtClean="0"/>
              <a:t>When </a:t>
            </a:r>
            <a:r>
              <a:rPr lang="en-US" altLang="en-US" i="1" dirty="0" err="1" smtClean="0"/>
              <a:t>T</a:t>
            </a:r>
            <a:r>
              <a:rPr lang="en-US" altLang="en-US" i="1" baseline="-25000" dirty="0" err="1" smtClean="0"/>
              <a:t>i</a:t>
            </a:r>
            <a:r>
              <a:rPr lang="en-US" altLang="en-US" i="1" dirty="0" smtClean="0"/>
              <a:t> </a:t>
            </a:r>
            <a:r>
              <a:rPr lang="en-US" altLang="en-US" dirty="0"/>
              <a:t>executes </a:t>
            </a:r>
            <a:r>
              <a:rPr lang="en-US" altLang="en-US" b="1" dirty="0"/>
              <a:t>write</a:t>
            </a:r>
            <a:r>
              <a:rPr lang="en-US" altLang="en-US" dirty="0"/>
              <a:t>(</a:t>
            </a:r>
            <a:r>
              <a:rPr lang="en-US" altLang="en-US" i="1" dirty="0"/>
              <a:t>X</a:t>
            </a:r>
            <a:r>
              <a:rPr lang="en-US" altLang="en-US" dirty="0"/>
              <a:t>), a log record </a:t>
            </a:r>
          </a:p>
          <a:p>
            <a:pPr marL="0" indent="0">
              <a:lnSpc>
                <a:spcPct val="90000"/>
              </a:lnSpc>
              <a:buNone/>
            </a:pPr>
            <a:r>
              <a:rPr lang="en-US" altLang="en-US" sz="800" dirty="0"/>
              <a:t> </a:t>
            </a:r>
            <a:r>
              <a:rPr lang="en-US" altLang="en-US" dirty="0"/>
              <a:t/>
            </a:r>
            <a:br>
              <a:rPr lang="en-US" altLang="en-US" dirty="0"/>
            </a:br>
            <a:r>
              <a:rPr lang="en-US" altLang="en-US" dirty="0"/>
              <a:t>       </a:t>
            </a:r>
            <a:r>
              <a:rPr lang="en-US" altLang="en-US" i="1" dirty="0"/>
              <a:t>&lt;</a:t>
            </a:r>
            <a:r>
              <a:rPr lang="en-US" altLang="en-US" i="1" dirty="0" err="1"/>
              <a:t>T</a:t>
            </a:r>
            <a:r>
              <a:rPr lang="en-US" altLang="en-US" i="1" baseline="-25000" dirty="0" err="1"/>
              <a:t>i</a:t>
            </a:r>
            <a:r>
              <a:rPr lang="en-US" altLang="en-US" i="1" dirty="0"/>
              <a:t>, X,  V</a:t>
            </a:r>
            <a:r>
              <a:rPr lang="en-US" altLang="en-US" i="1" baseline="-25000" dirty="0"/>
              <a:t>1</a:t>
            </a:r>
            <a:r>
              <a:rPr lang="en-US" altLang="en-US" i="1" dirty="0"/>
              <a:t>,  V</a:t>
            </a:r>
            <a:r>
              <a:rPr lang="en-US" altLang="en-US" i="1" baseline="-25000" dirty="0"/>
              <a:t>2</a:t>
            </a:r>
            <a:r>
              <a:rPr lang="en-US" altLang="en-US" i="1" dirty="0"/>
              <a:t>&gt;  </a:t>
            </a:r>
            <a:br>
              <a:rPr lang="en-US" altLang="en-US" i="1" dirty="0"/>
            </a:br>
            <a:r>
              <a:rPr lang="en-US" altLang="en-US" sz="800" i="1" dirty="0"/>
              <a:t> </a:t>
            </a:r>
          </a:p>
          <a:p>
            <a:pPr marL="0" indent="0">
              <a:lnSpc>
                <a:spcPct val="90000"/>
              </a:lnSpc>
              <a:buNone/>
            </a:pPr>
            <a:r>
              <a:rPr lang="en-US" altLang="en-US" i="1" dirty="0"/>
              <a:t>        </a:t>
            </a:r>
            <a:r>
              <a:rPr lang="en-US" altLang="en-US" dirty="0"/>
              <a:t>is written, where</a:t>
            </a:r>
            <a:r>
              <a:rPr lang="en-US" altLang="en-US" i="1" dirty="0"/>
              <a:t> V</a:t>
            </a:r>
            <a:r>
              <a:rPr lang="en-US" altLang="en-US" i="1" baseline="-25000" dirty="0"/>
              <a:t>1</a:t>
            </a:r>
            <a:r>
              <a:rPr lang="en-US" altLang="en-US" dirty="0"/>
              <a:t> is the value of </a:t>
            </a:r>
            <a:r>
              <a:rPr lang="en-US" altLang="en-US" i="1" dirty="0"/>
              <a:t>X</a:t>
            </a:r>
            <a:r>
              <a:rPr lang="en-US" altLang="en-US" dirty="0"/>
              <a:t>  before the write (the </a:t>
            </a:r>
            <a:r>
              <a:rPr lang="en-US" altLang="en-US" b="1" dirty="0">
                <a:solidFill>
                  <a:srgbClr val="002060"/>
                </a:solidFill>
              </a:rPr>
              <a:t>old </a:t>
            </a:r>
          </a:p>
          <a:p>
            <a:pPr marL="0" indent="0">
              <a:lnSpc>
                <a:spcPct val="90000"/>
              </a:lnSpc>
              <a:buNone/>
            </a:pPr>
            <a:r>
              <a:rPr lang="en-US" altLang="en-US" b="1" dirty="0">
                <a:solidFill>
                  <a:srgbClr val="002060"/>
                </a:solidFill>
              </a:rPr>
              <a:t>       value</a:t>
            </a:r>
            <a:r>
              <a:rPr lang="en-US" altLang="en-US" dirty="0"/>
              <a:t>)</a:t>
            </a:r>
            <a:r>
              <a:rPr lang="en-US" altLang="en-US" b="1" dirty="0"/>
              <a:t>,</a:t>
            </a:r>
            <a:r>
              <a:rPr lang="en-US" altLang="en-US" dirty="0"/>
              <a:t> and </a:t>
            </a:r>
            <a:r>
              <a:rPr lang="en-US" altLang="en-US" i="1" dirty="0"/>
              <a:t>V</a:t>
            </a:r>
            <a:r>
              <a:rPr lang="en-US" altLang="en-US" i="1" baseline="-25000" dirty="0"/>
              <a:t>2</a:t>
            </a:r>
            <a:r>
              <a:rPr lang="en-US" altLang="en-US" i="1" dirty="0"/>
              <a:t> </a:t>
            </a:r>
            <a:r>
              <a:rPr lang="en-US" altLang="en-US" dirty="0"/>
              <a:t>is the value to be written to </a:t>
            </a:r>
            <a:r>
              <a:rPr lang="en-US" altLang="en-US" i="1" dirty="0"/>
              <a:t>X </a:t>
            </a:r>
            <a:r>
              <a:rPr lang="en-US" altLang="en-US" dirty="0"/>
              <a:t>(the </a:t>
            </a:r>
            <a:r>
              <a:rPr lang="en-US" altLang="en-US" b="1" dirty="0">
                <a:solidFill>
                  <a:srgbClr val="002060"/>
                </a:solidFill>
              </a:rPr>
              <a:t>new value</a:t>
            </a:r>
            <a:r>
              <a:rPr lang="en-US" altLang="en-US" dirty="0"/>
              <a:t>). </a:t>
            </a:r>
          </a:p>
          <a:p>
            <a:pPr>
              <a:lnSpc>
                <a:spcPct val="90000"/>
              </a:lnSpc>
            </a:pPr>
            <a:r>
              <a:rPr lang="en-US" altLang="en-US" dirty="0"/>
              <a:t>When </a:t>
            </a:r>
            <a:r>
              <a:rPr lang="en-US" altLang="en-US" i="1" dirty="0" err="1"/>
              <a:t>T</a:t>
            </a:r>
            <a:r>
              <a:rPr lang="en-US" altLang="en-US" i="1" baseline="-25000" dirty="0" err="1"/>
              <a:t>i</a:t>
            </a:r>
            <a:r>
              <a:rPr lang="en-US" altLang="en-US" dirty="0"/>
              <a:t> finishes it last statement, the log record &lt;</a:t>
            </a:r>
            <a:r>
              <a:rPr lang="en-US" altLang="en-US" i="1" dirty="0" err="1"/>
              <a:t>T</a:t>
            </a:r>
            <a:r>
              <a:rPr lang="en-US" altLang="en-US" i="1" baseline="-25000" dirty="0" err="1"/>
              <a:t>i</a:t>
            </a:r>
            <a:r>
              <a:rPr lang="en-US" altLang="en-US" i="1" dirty="0"/>
              <a:t> </a:t>
            </a:r>
            <a:r>
              <a:rPr lang="en-US" altLang="en-US" b="1" i="1" dirty="0"/>
              <a:t> </a:t>
            </a:r>
            <a:r>
              <a:rPr lang="en-US" altLang="en-US" b="1" dirty="0"/>
              <a:t>commi</a:t>
            </a:r>
            <a:r>
              <a:rPr lang="en-US" altLang="en-US" dirty="0"/>
              <a:t>t&gt; is written. </a:t>
            </a:r>
          </a:p>
          <a:p>
            <a:pPr>
              <a:lnSpc>
                <a:spcPct val="90000"/>
              </a:lnSpc>
            </a:pPr>
            <a:r>
              <a:rPr lang="en-US" altLang="en-US" dirty="0"/>
              <a:t>Two approaches using logs</a:t>
            </a:r>
          </a:p>
          <a:p>
            <a:pPr lvl="1">
              <a:lnSpc>
                <a:spcPct val="90000"/>
              </a:lnSpc>
            </a:pPr>
            <a:r>
              <a:rPr lang="en-US" altLang="en-US" dirty="0"/>
              <a:t>Immediate database modification</a:t>
            </a:r>
          </a:p>
          <a:p>
            <a:pPr lvl="1">
              <a:lnSpc>
                <a:spcPct val="90000"/>
              </a:lnSpc>
            </a:pPr>
            <a:r>
              <a:rPr lang="en-US" altLang="en-US" dirty="0"/>
              <a:t>Deferred database modification. </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noFill/>
          <a:extLst>
            <a:ext uri="{909E8E84-426E-40DD-AFC4-6F175D3DCCD1}">
              <a14:hiddenFill xmlns:a14="http://schemas.microsoft.com/office/drawing/2010/main">
                <a:solidFill>
                  <a:srgbClr val="FFFFFF"/>
                </a:solidFill>
              </a14:hiddenFill>
            </a:ext>
          </a:extLst>
        </p:spPr>
        <p:txBody>
          <a:bodyPr/>
          <a:lstStyle/>
          <a:p>
            <a:r>
              <a:rPr lang="en-US" altLang="en-US">
                <a:effectLst/>
              </a:rPr>
              <a:t>Undo and Redo Operations</a:t>
            </a:r>
          </a:p>
        </p:txBody>
      </p:sp>
      <p:sp>
        <p:nvSpPr>
          <p:cNvPr id="20483" name="Rectangle 3"/>
          <p:cNvSpPr>
            <a:spLocks noGrp="1" noChangeArrowheads="1"/>
          </p:cNvSpPr>
          <p:nvPr>
            <p:ph idx="1"/>
          </p:nvPr>
        </p:nvSpPr>
        <p:spPr>
          <a:xfrm>
            <a:off x="656948" y="1102497"/>
            <a:ext cx="7776838" cy="5367972"/>
          </a:xfrm>
        </p:spPr>
        <p:txBody>
          <a:bodyPr/>
          <a:lstStyle/>
          <a:p>
            <a:r>
              <a:rPr lang="en-US" altLang="en-US" b="1" dirty="0">
                <a:solidFill>
                  <a:srgbClr val="002060"/>
                </a:solidFill>
              </a:rPr>
              <a:t>Undo and Redo of Transactions</a:t>
            </a:r>
          </a:p>
          <a:p>
            <a:pPr lvl="1"/>
            <a:r>
              <a:rPr lang="en-US" altLang="en-US" b="1" dirty="0"/>
              <a:t>undo</a:t>
            </a:r>
            <a:r>
              <a:rPr lang="en-US" altLang="en-US" dirty="0"/>
              <a:t>(</a:t>
            </a:r>
            <a:r>
              <a:rPr lang="en-US" altLang="en-US" i="1" dirty="0" err="1"/>
              <a:t>T</a:t>
            </a:r>
            <a:r>
              <a:rPr lang="en-US" altLang="en-US" baseline="-25000" dirty="0" err="1"/>
              <a:t>i</a:t>
            </a:r>
            <a:r>
              <a:rPr lang="en-US" altLang="en-US" dirty="0"/>
              <a:t>)  -- restores the value of all data items updated by </a:t>
            </a:r>
            <a:r>
              <a:rPr lang="en-US" altLang="en-US" i="1" dirty="0" err="1"/>
              <a:t>T</a:t>
            </a:r>
            <a:r>
              <a:rPr lang="en-US" altLang="en-US" i="1" baseline="-25000" dirty="0" err="1"/>
              <a:t>i</a:t>
            </a:r>
            <a:r>
              <a:rPr lang="en-US" altLang="en-US" dirty="0"/>
              <a:t> to their old values, going backwards from the last log record for </a:t>
            </a:r>
            <a:r>
              <a:rPr lang="en-US" altLang="en-US" i="1" dirty="0" err="1"/>
              <a:t>T</a:t>
            </a:r>
            <a:r>
              <a:rPr lang="en-US" altLang="en-US" i="1" baseline="-25000" dirty="0" err="1"/>
              <a:t>i</a:t>
            </a:r>
            <a:endParaRPr lang="en-US" altLang="en-US" i="1" dirty="0"/>
          </a:p>
          <a:p>
            <a:pPr lvl="2"/>
            <a:r>
              <a:rPr lang="en-US" altLang="en-US" dirty="0"/>
              <a:t>Each time a data item X is restored to its old value V a special  log record </a:t>
            </a:r>
            <a:r>
              <a:rPr lang="en-US" altLang="en-US" i="1" dirty="0"/>
              <a:t>&lt;</a:t>
            </a:r>
            <a:r>
              <a:rPr lang="en-US" altLang="en-US" i="1" dirty="0" err="1"/>
              <a:t>T</a:t>
            </a:r>
            <a:r>
              <a:rPr lang="en-US" altLang="en-US" i="1" baseline="-25000" dirty="0" err="1"/>
              <a:t>i</a:t>
            </a:r>
            <a:r>
              <a:rPr lang="en-US" altLang="en-US" i="1" dirty="0"/>
              <a:t> , X, V&gt; </a:t>
            </a:r>
            <a:r>
              <a:rPr lang="en-US" altLang="en-US" dirty="0"/>
              <a:t>is written out</a:t>
            </a:r>
          </a:p>
          <a:p>
            <a:pPr lvl="2"/>
            <a:r>
              <a:rPr lang="en-US" altLang="en-US" dirty="0"/>
              <a:t>When undo of a transaction is complete, a log record </a:t>
            </a:r>
            <a:br>
              <a:rPr lang="en-US" altLang="en-US" dirty="0"/>
            </a:br>
            <a:r>
              <a:rPr lang="en-US" altLang="en-US" i="1" dirty="0"/>
              <a:t>&lt;</a:t>
            </a:r>
            <a:r>
              <a:rPr lang="en-US" altLang="en-US" i="1" dirty="0" err="1"/>
              <a:t>T</a:t>
            </a:r>
            <a:r>
              <a:rPr lang="en-US" altLang="en-US" i="1" baseline="-25000" dirty="0" err="1"/>
              <a:t>i</a:t>
            </a:r>
            <a:r>
              <a:rPr lang="en-US" altLang="en-US" i="1" dirty="0"/>
              <a:t> </a:t>
            </a:r>
            <a:r>
              <a:rPr lang="en-US" altLang="en-US" b="1" dirty="0"/>
              <a:t>abort</a:t>
            </a:r>
            <a:r>
              <a:rPr lang="en-US" altLang="en-US" i="1" dirty="0"/>
              <a:t>&gt; </a:t>
            </a:r>
            <a:r>
              <a:rPr lang="en-US" altLang="en-US" dirty="0"/>
              <a:t>is written out.</a:t>
            </a:r>
          </a:p>
          <a:p>
            <a:pPr lvl="1"/>
            <a:r>
              <a:rPr lang="en-US" altLang="en-US" b="1" dirty="0"/>
              <a:t>redo</a:t>
            </a:r>
            <a:r>
              <a:rPr lang="en-US" altLang="en-US" dirty="0"/>
              <a:t>(</a:t>
            </a:r>
            <a:r>
              <a:rPr lang="en-US" altLang="en-US" i="1" dirty="0" err="1"/>
              <a:t>T</a:t>
            </a:r>
            <a:r>
              <a:rPr lang="en-US" altLang="en-US" baseline="-25000" dirty="0" err="1"/>
              <a:t>i</a:t>
            </a:r>
            <a:r>
              <a:rPr lang="en-US" altLang="en-US" dirty="0"/>
              <a:t>)  -- sets the value of all data items updated by </a:t>
            </a:r>
            <a:r>
              <a:rPr lang="en-US" altLang="en-US" i="1" dirty="0" err="1"/>
              <a:t>T</a:t>
            </a:r>
            <a:r>
              <a:rPr lang="en-US" altLang="en-US" i="1" baseline="-25000" dirty="0" err="1"/>
              <a:t>i</a:t>
            </a:r>
            <a:r>
              <a:rPr lang="en-US" altLang="en-US" i="1" baseline="-25000" dirty="0"/>
              <a:t> </a:t>
            </a:r>
            <a:r>
              <a:rPr lang="en-US" altLang="en-US" i="1" dirty="0"/>
              <a:t> </a:t>
            </a:r>
            <a:r>
              <a:rPr lang="en-US" altLang="en-US" dirty="0"/>
              <a:t>to the new values, going forward from the first log record for </a:t>
            </a:r>
            <a:r>
              <a:rPr lang="en-US" altLang="en-US" i="1" dirty="0" err="1"/>
              <a:t>T</a:t>
            </a:r>
            <a:r>
              <a:rPr lang="en-US" altLang="en-US" i="1" baseline="-25000" dirty="0" err="1"/>
              <a:t>i</a:t>
            </a:r>
            <a:endParaRPr lang="en-US" altLang="en-US" b="1" dirty="0">
              <a:solidFill>
                <a:schemeClr val="tx2"/>
              </a:solidFill>
            </a:endParaRPr>
          </a:p>
          <a:p>
            <a:pPr lvl="2"/>
            <a:r>
              <a:rPr lang="en-US" altLang="en-US" dirty="0"/>
              <a:t>No logging is done in this case</a:t>
            </a:r>
          </a:p>
          <a:p>
            <a:endParaRPr lang="en-US" altLang="en-US" i="1" dirty="0"/>
          </a:p>
          <a:p>
            <a:endParaRPr lang="en-US" altLang="en-US" i="1" baseline="-25000"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669925" y="96838"/>
            <a:ext cx="8166100" cy="608012"/>
          </a:xfrm>
        </p:spPr>
        <p:txBody>
          <a:bodyPr/>
          <a:lstStyle/>
          <a:p>
            <a:pPr>
              <a:defRPr/>
            </a:pPr>
            <a:r>
              <a:rPr lang="en-US" sz="2800" dirty="0">
                <a:ea typeface="ＭＳ Ｐゴシック" charset="0"/>
              </a:rPr>
              <a:t>Immediate DB Modification Recovery Example</a:t>
            </a:r>
          </a:p>
        </p:txBody>
      </p:sp>
      <p:sp>
        <p:nvSpPr>
          <p:cNvPr id="23555" name="Rectangle 3"/>
          <p:cNvSpPr>
            <a:spLocks noGrp="1" noChangeArrowheads="1"/>
          </p:cNvSpPr>
          <p:nvPr>
            <p:ph type="body" idx="4294967295"/>
          </p:nvPr>
        </p:nvSpPr>
        <p:spPr>
          <a:xfrm>
            <a:off x="669926" y="1085850"/>
            <a:ext cx="7692840" cy="5183188"/>
          </a:xfrm>
          <a:prstGeom prst="rect">
            <a:avLst/>
          </a:prstGeom>
        </p:spPr>
        <p:txBody>
          <a:bodyPr/>
          <a:lstStyle/>
          <a:p>
            <a:pPr>
              <a:lnSpc>
                <a:spcPct val="110000"/>
              </a:lnSpc>
              <a:buFont typeface="Monotype Sorts" charset="2"/>
              <a:buNone/>
            </a:pPr>
            <a:r>
              <a:rPr lang="en-US" altLang="en-US" dirty="0"/>
              <a:t>  Below we show the log as it appears at three instances of time.</a:t>
            </a:r>
          </a:p>
          <a:p>
            <a:pPr>
              <a:lnSpc>
                <a:spcPct val="70000"/>
              </a:lnSpc>
              <a:buFont typeface="Monotype Sorts" charset="2"/>
              <a:buNone/>
            </a:pPr>
            <a:endParaRPr lang="en-US" altLang="en-US" dirty="0"/>
          </a:p>
          <a:p>
            <a:pPr>
              <a:lnSpc>
                <a:spcPct val="70000"/>
              </a:lnSpc>
              <a:buFont typeface="Monotype Sorts" charset="2"/>
              <a:buNone/>
            </a:pPr>
            <a:endParaRPr lang="en-US" altLang="en-US" dirty="0"/>
          </a:p>
          <a:p>
            <a:pPr>
              <a:lnSpc>
                <a:spcPct val="70000"/>
              </a:lnSpc>
              <a:buFont typeface="Monotype Sorts" charset="2"/>
              <a:buNone/>
            </a:pPr>
            <a:endParaRPr lang="en-US" altLang="en-US" dirty="0"/>
          </a:p>
          <a:p>
            <a:pPr>
              <a:lnSpc>
                <a:spcPct val="70000"/>
              </a:lnSpc>
              <a:buFont typeface="Monotype Sorts" charset="2"/>
              <a:buNone/>
            </a:pPr>
            <a:endParaRPr lang="en-US" altLang="en-US" dirty="0"/>
          </a:p>
          <a:p>
            <a:pPr>
              <a:lnSpc>
                <a:spcPct val="70000"/>
              </a:lnSpc>
              <a:buFont typeface="Monotype Sorts" charset="2"/>
              <a:buNone/>
            </a:pPr>
            <a:endParaRPr lang="en-US" altLang="en-US" dirty="0"/>
          </a:p>
          <a:p>
            <a:pPr>
              <a:lnSpc>
                <a:spcPct val="70000"/>
              </a:lnSpc>
              <a:buFont typeface="Monotype Sorts" charset="2"/>
              <a:buNone/>
            </a:pPr>
            <a:endParaRPr lang="en-US" altLang="en-US" dirty="0"/>
          </a:p>
          <a:p>
            <a:pPr>
              <a:lnSpc>
                <a:spcPct val="70000"/>
              </a:lnSpc>
              <a:buFont typeface="Monotype Sorts" charset="2"/>
              <a:buNone/>
            </a:pPr>
            <a:endParaRPr lang="en-US" altLang="en-US" dirty="0"/>
          </a:p>
          <a:p>
            <a:pPr>
              <a:lnSpc>
                <a:spcPct val="30000"/>
              </a:lnSpc>
              <a:buFont typeface="Monotype Sorts" charset="2"/>
              <a:buNone/>
            </a:pPr>
            <a:endParaRPr lang="en-US" altLang="en-US" dirty="0"/>
          </a:p>
          <a:p>
            <a:pPr>
              <a:lnSpc>
                <a:spcPct val="70000"/>
              </a:lnSpc>
              <a:buFont typeface="Monotype Sorts" charset="2"/>
              <a:buNone/>
            </a:pPr>
            <a:endParaRPr lang="en-US" altLang="en-US" dirty="0"/>
          </a:p>
          <a:p>
            <a:pPr>
              <a:lnSpc>
                <a:spcPct val="70000"/>
              </a:lnSpc>
              <a:buFont typeface="Monotype Sorts" charset="2"/>
              <a:buNone/>
            </a:pPr>
            <a:r>
              <a:rPr lang="en-US" altLang="en-US" dirty="0"/>
              <a:t>Recovery actions in each case above are:</a:t>
            </a:r>
          </a:p>
          <a:p>
            <a:pPr>
              <a:lnSpc>
                <a:spcPct val="90000"/>
              </a:lnSpc>
              <a:buFont typeface="Monotype Sorts" charset="2"/>
              <a:buNone/>
            </a:pPr>
            <a:r>
              <a:rPr lang="en-US" altLang="en-US" dirty="0"/>
              <a:t>(a)  undo (</a:t>
            </a:r>
            <a:r>
              <a:rPr lang="en-US" altLang="en-US" i="1" dirty="0"/>
              <a:t>T</a:t>
            </a:r>
            <a:r>
              <a:rPr lang="en-US" altLang="en-US" baseline="-25000" dirty="0"/>
              <a:t>0</a:t>
            </a:r>
            <a:r>
              <a:rPr lang="en-US" altLang="en-US" dirty="0"/>
              <a:t>): B is restored to 2000 and A to 1000, and log records</a:t>
            </a:r>
            <a:br>
              <a:rPr lang="en-US" altLang="en-US" dirty="0"/>
            </a:br>
            <a:r>
              <a:rPr lang="en-US" altLang="en-US" dirty="0"/>
              <a:t>&lt;</a:t>
            </a:r>
            <a:r>
              <a:rPr lang="en-US" altLang="en-US" i="1" dirty="0"/>
              <a:t>T</a:t>
            </a:r>
            <a:r>
              <a:rPr lang="en-US" altLang="en-US" baseline="-25000" dirty="0"/>
              <a:t>0</a:t>
            </a:r>
            <a:r>
              <a:rPr lang="en-US" altLang="en-US" dirty="0"/>
              <a:t>, B, 2000&gt;, &lt;</a:t>
            </a:r>
            <a:r>
              <a:rPr lang="en-US" altLang="en-US" i="1" dirty="0"/>
              <a:t>T</a:t>
            </a:r>
            <a:r>
              <a:rPr lang="en-US" altLang="en-US" baseline="-25000" dirty="0"/>
              <a:t>0</a:t>
            </a:r>
            <a:r>
              <a:rPr lang="en-US" altLang="en-US" dirty="0"/>
              <a:t>, A, 1000&gt;, &lt;</a:t>
            </a:r>
            <a:r>
              <a:rPr lang="en-US" altLang="en-US" i="1" dirty="0"/>
              <a:t>T</a:t>
            </a:r>
            <a:r>
              <a:rPr lang="en-US" altLang="en-US" baseline="-25000" dirty="0"/>
              <a:t>0</a:t>
            </a:r>
            <a:r>
              <a:rPr lang="en-US" altLang="en-US" dirty="0"/>
              <a:t>, </a:t>
            </a:r>
            <a:r>
              <a:rPr lang="en-US" altLang="en-US" b="1" dirty="0"/>
              <a:t>abort</a:t>
            </a:r>
            <a:r>
              <a:rPr lang="en-US" altLang="en-US" dirty="0"/>
              <a:t>&gt; are written out</a:t>
            </a:r>
          </a:p>
          <a:p>
            <a:pPr>
              <a:lnSpc>
                <a:spcPct val="90000"/>
              </a:lnSpc>
              <a:buFont typeface="Monotype Sorts" charset="2"/>
              <a:buNone/>
            </a:pPr>
            <a:r>
              <a:rPr lang="en-US" altLang="en-US" dirty="0"/>
              <a:t>(b) redo (</a:t>
            </a:r>
            <a:r>
              <a:rPr lang="en-US" altLang="en-US" i="1" dirty="0"/>
              <a:t>T</a:t>
            </a:r>
            <a:r>
              <a:rPr lang="en-US" altLang="en-US" baseline="-25000" dirty="0"/>
              <a:t>0</a:t>
            </a:r>
            <a:r>
              <a:rPr lang="en-US" altLang="en-US" dirty="0"/>
              <a:t>) and undo (</a:t>
            </a:r>
            <a:r>
              <a:rPr lang="en-US" altLang="en-US" i="1" dirty="0"/>
              <a:t>T</a:t>
            </a:r>
            <a:r>
              <a:rPr lang="en-US" altLang="en-US" baseline="-25000" dirty="0"/>
              <a:t>1</a:t>
            </a:r>
            <a:r>
              <a:rPr lang="en-US" altLang="en-US" dirty="0"/>
              <a:t>): </a:t>
            </a:r>
            <a:r>
              <a:rPr lang="en-US" altLang="en-US" i="1" dirty="0"/>
              <a:t>A</a:t>
            </a:r>
            <a:r>
              <a:rPr lang="en-US" altLang="en-US" dirty="0"/>
              <a:t> and </a:t>
            </a:r>
            <a:r>
              <a:rPr lang="en-US" altLang="en-US" i="1" dirty="0"/>
              <a:t>B</a:t>
            </a:r>
            <a:r>
              <a:rPr lang="en-US" altLang="en-US" dirty="0"/>
              <a:t> are set to 950 and 2050 and C is restored to 700.  Log records &lt;</a:t>
            </a:r>
            <a:r>
              <a:rPr lang="en-US" altLang="en-US" i="1" dirty="0"/>
              <a:t>T</a:t>
            </a:r>
            <a:r>
              <a:rPr lang="en-US" altLang="en-US" baseline="-25000" dirty="0"/>
              <a:t>1</a:t>
            </a:r>
            <a:r>
              <a:rPr lang="en-US" altLang="en-US" dirty="0"/>
              <a:t>, C, 700&gt;, &lt;</a:t>
            </a:r>
            <a:r>
              <a:rPr lang="en-US" altLang="en-US" i="1" dirty="0"/>
              <a:t>T</a:t>
            </a:r>
            <a:r>
              <a:rPr lang="en-US" altLang="en-US" baseline="-25000" dirty="0"/>
              <a:t>1</a:t>
            </a:r>
            <a:r>
              <a:rPr lang="en-US" altLang="en-US" dirty="0"/>
              <a:t>, </a:t>
            </a:r>
            <a:r>
              <a:rPr lang="en-US" altLang="en-US" b="1" dirty="0"/>
              <a:t>abort</a:t>
            </a:r>
            <a:r>
              <a:rPr lang="en-US" altLang="en-US" dirty="0"/>
              <a:t>&gt; are written out.</a:t>
            </a:r>
          </a:p>
          <a:p>
            <a:pPr>
              <a:lnSpc>
                <a:spcPct val="90000"/>
              </a:lnSpc>
              <a:buFont typeface="Monotype Sorts" charset="2"/>
              <a:buNone/>
            </a:pPr>
            <a:r>
              <a:rPr lang="en-US" altLang="en-US" dirty="0"/>
              <a:t>(c)  redo (</a:t>
            </a:r>
            <a:r>
              <a:rPr lang="en-US" altLang="en-US" i="1" dirty="0"/>
              <a:t>T</a:t>
            </a:r>
            <a:r>
              <a:rPr lang="en-US" altLang="en-US" baseline="-25000" dirty="0"/>
              <a:t>0</a:t>
            </a:r>
            <a:r>
              <a:rPr lang="en-US" altLang="en-US" dirty="0"/>
              <a:t>) and redo (</a:t>
            </a:r>
            <a:r>
              <a:rPr lang="en-US" altLang="en-US" i="1" dirty="0"/>
              <a:t>T</a:t>
            </a:r>
            <a:r>
              <a:rPr lang="en-US" altLang="en-US" baseline="-25000" dirty="0"/>
              <a:t>1</a:t>
            </a:r>
            <a:r>
              <a:rPr lang="en-US" altLang="en-US" dirty="0"/>
              <a:t>): A and B are set to 950 and 2050 </a:t>
            </a:r>
          </a:p>
          <a:p>
            <a:pPr>
              <a:lnSpc>
                <a:spcPct val="90000"/>
              </a:lnSpc>
              <a:buFont typeface="Monotype Sorts" charset="2"/>
              <a:buNone/>
            </a:pPr>
            <a:r>
              <a:rPr lang="en-US" altLang="en-US" dirty="0"/>
              <a:t>       respectively. Then </a:t>
            </a:r>
            <a:r>
              <a:rPr lang="en-US" altLang="en-US" i="1" dirty="0"/>
              <a:t>C</a:t>
            </a:r>
            <a:r>
              <a:rPr lang="en-US" altLang="en-US" dirty="0"/>
              <a:t> is set to 600</a:t>
            </a:r>
          </a:p>
        </p:txBody>
      </p:sp>
      <p:pic>
        <p:nvPicPr>
          <p:cNvPr id="23556" name="Picture 1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63700" y="1601788"/>
            <a:ext cx="6554788" cy="2166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Checkpoints</a:t>
            </a:r>
          </a:p>
        </p:txBody>
      </p:sp>
      <p:sp>
        <p:nvSpPr>
          <p:cNvPr id="24579" name="Rectangle 3"/>
          <p:cNvSpPr>
            <a:spLocks noGrp="1" noChangeArrowheads="1"/>
          </p:cNvSpPr>
          <p:nvPr>
            <p:ph idx="1"/>
          </p:nvPr>
        </p:nvSpPr>
        <p:spPr>
          <a:xfrm>
            <a:off x="692458" y="1102497"/>
            <a:ext cx="7759084" cy="5367972"/>
          </a:xfrm>
          <a:prstGeom prst="rect">
            <a:avLst/>
          </a:prstGeom>
        </p:spPr>
        <p:txBody>
          <a:bodyPr/>
          <a:lstStyle/>
          <a:p>
            <a:pPr marL="381000" indent="-381000"/>
            <a:r>
              <a:rPr lang="en-US" altLang="en-US" dirty="0"/>
              <a:t>Redoing/undoing all transactions recorded in the log can be very slow </a:t>
            </a:r>
          </a:p>
          <a:p>
            <a:pPr marL="800100" lvl="1" indent="-342900"/>
            <a:r>
              <a:rPr lang="en-US" altLang="en-US" dirty="0"/>
              <a:t>Processing the entire log is time-consuming if the system has run for a long time</a:t>
            </a:r>
          </a:p>
          <a:p>
            <a:pPr marL="800100" lvl="1" indent="-342900"/>
            <a:r>
              <a:rPr lang="en-US" altLang="en-US" dirty="0"/>
              <a:t>We might unnecessarily redo transactions which have already output their updates to the database.</a:t>
            </a:r>
          </a:p>
          <a:p>
            <a:pPr marL="381000" indent="-381000"/>
            <a:r>
              <a:rPr lang="en-US" altLang="en-US" dirty="0"/>
              <a:t>Streamline recovery procedure by periodically performing </a:t>
            </a:r>
            <a:r>
              <a:rPr lang="en-US" altLang="en-US" b="1" dirty="0">
                <a:solidFill>
                  <a:srgbClr val="002060"/>
                </a:solidFill>
              </a:rPr>
              <a:t>checkpointing</a:t>
            </a:r>
          </a:p>
          <a:p>
            <a:pPr marL="0" indent="0">
              <a:buNone/>
            </a:pPr>
            <a:r>
              <a:rPr lang="en-US" altLang="en-US" sz="400" b="1" dirty="0">
                <a:solidFill>
                  <a:srgbClr val="002060"/>
                </a:solidFill>
              </a:rPr>
              <a:t> </a:t>
            </a:r>
            <a:r>
              <a:rPr lang="en-US" altLang="en-US" sz="400" dirty="0">
                <a:solidFill>
                  <a:srgbClr val="002060"/>
                </a:solidFill>
              </a:rPr>
              <a:t> </a:t>
            </a:r>
          </a:p>
          <a:p>
            <a:pPr marL="457200" lvl="1" indent="0">
              <a:spcBef>
                <a:spcPts val="0"/>
              </a:spcBef>
              <a:buNone/>
            </a:pPr>
            <a:r>
              <a:rPr lang="en-US" altLang="en-US" dirty="0">
                <a:solidFill>
                  <a:srgbClr val="FF9900"/>
                </a:solidFill>
              </a:rPr>
              <a:t>1.</a:t>
            </a:r>
            <a:r>
              <a:rPr lang="en-US" altLang="en-US" dirty="0"/>
              <a:t>   Output all log records currently residing in main memory onto stable </a:t>
            </a:r>
          </a:p>
          <a:p>
            <a:pPr marL="457200" lvl="1" indent="0">
              <a:spcBef>
                <a:spcPts val="0"/>
              </a:spcBef>
              <a:buNone/>
            </a:pPr>
            <a:r>
              <a:rPr lang="en-US" altLang="en-US" dirty="0"/>
              <a:t>      storage.</a:t>
            </a:r>
          </a:p>
          <a:p>
            <a:pPr marL="457200" lvl="1" indent="0">
              <a:buNone/>
            </a:pPr>
            <a:r>
              <a:rPr lang="en-US" altLang="en-US" dirty="0">
                <a:solidFill>
                  <a:srgbClr val="FF9900"/>
                </a:solidFill>
              </a:rPr>
              <a:t>2.   </a:t>
            </a:r>
            <a:r>
              <a:rPr lang="en-US" altLang="en-US" dirty="0"/>
              <a:t>Output all modified buffer blocks to the disk.</a:t>
            </a:r>
          </a:p>
          <a:p>
            <a:pPr marL="457200" lvl="1" indent="0">
              <a:buNone/>
            </a:pPr>
            <a:endParaRPr lang="en-US" altLang="en-US" sz="400" dirty="0"/>
          </a:p>
          <a:p>
            <a:pPr marL="457200" lvl="1" indent="0">
              <a:spcBef>
                <a:spcPts val="0"/>
              </a:spcBef>
              <a:buNone/>
            </a:pPr>
            <a:r>
              <a:rPr lang="en-US" altLang="en-US" dirty="0">
                <a:solidFill>
                  <a:srgbClr val="FF9900"/>
                </a:solidFill>
              </a:rPr>
              <a:t>3.</a:t>
            </a:r>
            <a:r>
              <a:rPr lang="en-US" altLang="en-US" dirty="0"/>
              <a:t>   Write a log record &lt;</a:t>
            </a:r>
            <a:r>
              <a:rPr lang="en-US" altLang="en-US" b="1" dirty="0"/>
              <a:t> checkpoint </a:t>
            </a:r>
            <a:r>
              <a:rPr lang="en-US" altLang="en-US" i="1" dirty="0"/>
              <a:t>L</a:t>
            </a:r>
            <a:r>
              <a:rPr lang="en-US" altLang="en-US" dirty="0"/>
              <a:t>&gt; onto stable storage where </a:t>
            </a:r>
            <a:r>
              <a:rPr lang="en-US" altLang="en-US" i="1" dirty="0"/>
              <a:t>L</a:t>
            </a:r>
            <a:r>
              <a:rPr lang="en-US" altLang="en-US" dirty="0"/>
              <a:t> is a </a:t>
            </a:r>
          </a:p>
          <a:p>
            <a:pPr marL="457200" lvl="1" indent="0">
              <a:spcBef>
                <a:spcPts val="0"/>
              </a:spcBef>
              <a:buNone/>
            </a:pPr>
            <a:r>
              <a:rPr lang="en-US" altLang="en-US" dirty="0"/>
              <a:t>      list of all transactions active at the time of checkpoint.</a:t>
            </a:r>
          </a:p>
          <a:p>
            <a:pPr marL="457200" lvl="1" indent="0">
              <a:buNone/>
            </a:pPr>
            <a:r>
              <a:rPr lang="en-US" altLang="en-US" dirty="0">
                <a:solidFill>
                  <a:srgbClr val="FF9900"/>
                </a:solidFill>
              </a:rPr>
              <a:t>4.</a:t>
            </a:r>
            <a:r>
              <a:rPr lang="en-US" altLang="en-US" dirty="0"/>
              <a:t>   All updates are stopped while doing checkpointing</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579">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4579">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4579">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4579">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4579">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4579">
                                            <p:txEl>
                                              <p:pRg st="9" end="9"/>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4579">
                                            <p:txEl>
                                              <p:pRg st="10" end="10"/>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4579">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Checkpoints (Cont.)</a:t>
            </a:r>
          </a:p>
        </p:txBody>
      </p:sp>
      <p:sp>
        <p:nvSpPr>
          <p:cNvPr id="25603" name="Rectangle 3"/>
          <p:cNvSpPr>
            <a:spLocks noGrp="1" noChangeArrowheads="1"/>
          </p:cNvSpPr>
          <p:nvPr>
            <p:ph idx="1"/>
          </p:nvPr>
        </p:nvSpPr>
        <p:spPr>
          <a:xfrm>
            <a:off x="692458" y="1102497"/>
            <a:ext cx="7625919" cy="5367972"/>
          </a:xfrm>
          <a:prstGeom prst="rect">
            <a:avLst/>
          </a:prstGeom>
        </p:spPr>
        <p:txBody>
          <a:bodyPr/>
          <a:lstStyle/>
          <a:p>
            <a:pPr marL="381000" indent="-381000"/>
            <a:r>
              <a:rPr lang="en-US" altLang="en-US" dirty="0"/>
              <a:t>During recovery we need to consider only the most recent transaction </a:t>
            </a:r>
            <a:r>
              <a:rPr lang="en-US" altLang="en-US" dirty="0" err="1"/>
              <a:t>T</a:t>
            </a:r>
            <a:r>
              <a:rPr lang="en-US" altLang="en-US" baseline="-25000" dirty="0" err="1"/>
              <a:t>i</a:t>
            </a:r>
            <a:r>
              <a:rPr lang="en-US" altLang="en-US" dirty="0"/>
              <a:t> that started before the checkpoint, and transactions that started after </a:t>
            </a:r>
            <a:r>
              <a:rPr lang="en-US" altLang="en-US" i="1" dirty="0" err="1"/>
              <a:t>T</a:t>
            </a:r>
            <a:r>
              <a:rPr lang="en-US" altLang="en-US" i="1" baseline="-25000" dirty="0" err="1"/>
              <a:t>i</a:t>
            </a:r>
            <a:r>
              <a:rPr lang="en-US" altLang="en-US" dirty="0"/>
              <a:t>. </a:t>
            </a:r>
          </a:p>
          <a:p>
            <a:pPr marL="800100" lvl="1" indent="-342900"/>
            <a:r>
              <a:rPr lang="en-US" altLang="en-US" dirty="0"/>
              <a:t>Scan backwards from end of log to find the most recent &lt;</a:t>
            </a:r>
            <a:r>
              <a:rPr lang="en-US" altLang="en-US" b="1" dirty="0"/>
              <a:t>checkpoint </a:t>
            </a:r>
            <a:r>
              <a:rPr lang="en-US" altLang="en-US" i="1" dirty="0"/>
              <a:t>L</a:t>
            </a:r>
            <a:r>
              <a:rPr lang="en-US" altLang="en-US" dirty="0"/>
              <a:t>&gt; record </a:t>
            </a:r>
          </a:p>
          <a:p>
            <a:pPr marL="800100" lvl="1" indent="-342900"/>
            <a:r>
              <a:rPr lang="en-US" altLang="en-US" dirty="0"/>
              <a:t>Only transactions that are in </a:t>
            </a:r>
            <a:r>
              <a:rPr lang="en-US" altLang="en-US" i="1" dirty="0"/>
              <a:t>L</a:t>
            </a:r>
            <a:r>
              <a:rPr lang="en-US" altLang="en-US" dirty="0"/>
              <a:t> or started after the checkpoint need to be redone or undone</a:t>
            </a:r>
          </a:p>
          <a:p>
            <a:pPr marL="800100" lvl="1" indent="-342900"/>
            <a:r>
              <a:rPr lang="en-US" altLang="en-US" dirty="0"/>
              <a:t>Transactions that committed or aborted before the checkpoint already have all their updates output to stable storage.</a:t>
            </a:r>
          </a:p>
          <a:p>
            <a:pPr marL="381000" indent="-381000"/>
            <a:r>
              <a:rPr lang="en-US" altLang="en-US" dirty="0"/>
              <a:t>Some earlier part of the log may be needed for undo operations</a:t>
            </a:r>
          </a:p>
          <a:p>
            <a:pPr marL="800100" lvl="1" indent="-342900"/>
            <a:r>
              <a:rPr lang="en-US" altLang="en-US" dirty="0"/>
              <a:t>Continue scanning backwards till a record </a:t>
            </a:r>
            <a:r>
              <a:rPr lang="en-US" altLang="en-US" i="1" dirty="0"/>
              <a:t>&lt;</a:t>
            </a:r>
            <a:r>
              <a:rPr lang="en-US" altLang="en-US" i="1" dirty="0" err="1"/>
              <a:t>T</a:t>
            </a:r>
            <a:r>
              <a:rPr lang="en-US" altLang="en-US" i="1" baseline="-25000" dirty="0" err="1"/>
              <a:t>i</a:t>
            </a:r>
            <a:r>
              <a:rPr lang="en-US" altLang="en-US" b="1" dirty="0"/>
              <a:t> start</a:t>
            </a:r>
            <a:r>
              <a:rPr lang="en-US" altLang="en-US" dirty="0"/>
              <a:t>&gt; is found for every transaction </a:t>
            </a:r>
            <a:r>
              <a:rPr lang="en-US" altLang="en-US" i="1" dirty="0" err="1"/>
              <a:t>T</a:t>
            </a:r>
            <a:r>
              <a:rPr lang="en-US" altLang="en-US" i="1" baseline="-25000" dirty="0" err="1"/>
              <a:t>i</a:t>
            </a:r>
            <a:r>
              <a:rPr lang="en-US" altLang="en-US" i="1" baseline="-25000" dirty="0"/>
              <a:t> </a:t>
            </a:r>
            <a:r>
              <a:rPr lang="en-US" altLang="en-US" i="1" dirty="0"/>
              <a:t> </a:t>
            </a:r>
            <a:r>
              <a:rPr lang="en-US" altLang="en-US" dirty="0"/>
              <a:t>in </a:t>
            </a:r>
            <a:r>
              <a:rPr lang="en-US" altLang="en-US" i="1" dirty="0"/>
              <a:t>L</a:t>
            </a:r>
            <a:r>
              <a:rPr lang="en-US" altLang="en-US" dirty="0"/>
              <a:t>.</a:t>
            </a:r>
          </a:p>
          <a:p>
            <a:pPr marL="800100" lvl="1" indent="-342900"/>
            <a:r>
              <a:rPr lang="en-US" altLang="en-US" dirty="0"/>
              <a:t>Parts of log prior to earliest </a:t>
            </a:r>
            <a:r>
              <a:rPr lang="en-US" altLang="en-US" i="1" dirty="0"/>
              <a:t>&lt;</a:t>
            </a:r>
            <a:r>
              <a:rPr lang="en-US" altLang="en-US" i="1" dirty="0" err="1"/>
              <a:t>T</a:t>
            </a:r>
            <a:r>
              <a:rPr lang="en-US" altLang="en-US" i="1" baseline="-25000" dirty="0" err="1"/>
              <a:t>i</a:t>
            </a:r>
            <a:r>
              <a:rPr lang="en-US" altLang="en-US" b="1" dirty="0"/>
              <a:t> start</a:t>
            </a:r>
            <a:r>
              <a:rPr lang="en-US" altLang="en-US" dirty="0"/>
              <a:t>&gt; record above are not needed for recovery, and can be erased whenever desired.</a:t>
            </a:r>
          </a:p>
          <a:p>
            <a:pPr marL="800100" lvl="1" indent="-342900"/>
            <a:endParaRPr lang="en-US" altLang="en-US" dirty="0"/>
          </a:p>
          <a:p>
            <a:pPr marL="800100" lvl="1" indent="-342900">
              <a:buFont typeface="Monotype Sorts" charset="2"/>
              <a:buAutoNum type="arabicPeriod"/>
            </a:pPr>
            <a:endParaRPr lang="en-US" altLang="en-US"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Example of Checkpoints</a:t>
            </a:r>
          </a:p>
        </p:txBody>
      </p:sp>
      <p:sp>
        <p:nvSpPr>
          <p:cNvPr id="26627" name="Rectangle 3"/>
          <p:cNvSpPr>
            <a:spLocks noGrp="1" noChangeArrowheads="1"/>
          </p:cNvSpPr>
          <p:nvPr>
            <p:ph type="body" idx="4294967295"/>
          </p:nvPr>
        </p:nvSpPr>
        <p:spPr>
          <a:xfrm>
            <a:off x="1816609" y="3788664"/>
            <a:ext cx="7046976" cy="2137347"/>
          </a:xfrm>
          <a:prstGeom prst="rect">
            <a:avLst/>
          </a:prstGeom>
        </p:spPr>
        <p:txBody>
          <a:bodyPr/>
          <a:lstStyle/>
          <a:p>
            <a:pPr marL="0" indent="0">
              <a:buNone/>
            </a:pPr>
            <a:endParaRPr lang="en-US" altLang="en-US" dirty="0"/>
          </a:p>
          <a:p>
            <a:pPr>
              <a:buFont typeface="Wingdings" panose="05000000000000000000" pitchFamily="2" charset="2"/>
              <a:buChar char="§"/>
            </a:pPr>
            <a:r>
              <a:rPr lang="en-US" altLang="en-US" i="1" dirty="0"/>
              <a:t>T</a:t>
            </a:r>
            <a:r>
              <a:rPr lang="en-US" altLang="en-US" baseline="-25000" dirty="0"/>
              <a:t>1</a:t>
            </a:r>
            <a:r>
              <a:rPr lang="en-US" altLang="en-US" dirty="0"/>
              <a:t> can be ignored (updates already output to disk due to checkpoint)</a:t>
            </a:r>
          </a:p>
          <a:p>
            <a:pPr>
              <a:buFont typeface="Wingdings" panose="05000000000000000000" pitchFamily="2" charset="2"/>
              <a:buChar char="§"/>
            </a:pPr>
            <a:r>
              <a:rPr lang="en-US" altLang="en-US" i="1" dirty="0"/>
              <a:t>T</a:t>
            </a:r>
            <a:r>
              <a:rPr lang="en-US" altLang="en-US" baseline="-25000" dirty="0"/>
              <a:t>2</a:t>
            </a:r>
            <a:r>
              <a:rPr lang="en-US" altLang="en-US" dirty="0"/>
              <a:t> and </a:t>
            </a:r>
            <a:r>
              <a:rPr lang="en-US" altLang="en-US" i="1" dirty="0"/>
              <a:t>T</a:t>
            </a:r>
            <a:r>
              <a:rPr lang="en-US" altLang="en-US" baseline="-25000" dirty="0"/>
              <a:t>3</a:t>
            </a:r>
            <a:r>
              <a:rPr lang="en-US" altLang="en-US" dirty="0"/>
              <a:t> redone.</a:t>
            </a:r>
          </a:p>
          <a:p>
            <a:pPr>
              <a:buFont typeface="Wingdings" panose="05000000000000000000" pitchFamily="2" charset="2"/>
              <a:buChar char="§"/>
            </a:pPr>
            <a:r>
              <a:rPr lang="en-US" altLang="en-US" i="1" dirty="0"/>
              <a:t>T</a:t>
            </a:r>
            <a:r>
              <a:rPr lang="en-US" altLang="en-US" baseline="-25000" dirty="0"/>
              <a:t>4</a:t>
            </a:r>
            <a:r>
              <a:rPr lang="en-US" altLang="en-US" dirty="0"/>
              <a:t> undone</a:t>
            </a:r>
          </a:p>
          <a:p>
            <a:endParaRPr lang="en-US" altLang="en-US" dirty="0"/>
          </a:p>
          <a:p>
            <a:endParaRPr lang="en-US" altLang="en-US" dirty="0"/>
          </a:p>
          <a:p>
            <a:endParaRPr lang="en-US" altLang="en-US" dirty="0"/>
          </a:p>
          <a:p>
            <a:endParaRPr lang="en-US" altLang="en-US" dirty="0"/>
          </a:p>
          <a:p>
            <a:endParaRPr lang="en-US" altLang="en-US" dirty="0"/>
          </a:p>
          <a:p>
            <a:endParaRPr lang="en-US" altLang="en-US" sz="1000" i="1" dirty="0"/>
          </a:p>
          <a:p>
            <a:pPr>
              <a:buFont typeface="Wingdings" panose="05000000000000000000" pitchFamily="2" charset="2"/>
              <a:buChar char="§"/>
            </a:pPr>
            <a:r>
              <a:rPr lang="en-US" altLang="en-US" i="1" dirty="0"/>
              <a:t>T</a:t>
            </a:r>
            <a:r>
              <a:rPr lang="en-US" altLang="en-US" baseline="-25000" dirty="0"/>
              <a:t>1</a:t>
            </a:r>
            <a:r>
              <a:rPr lang="en-US" altLang="en-US" dirty="0"/>
              <a:t> can be ignored (updates already output to disk due to checkpoint)</a:t>
            </a:r>
          </a:p>
          <a:p>
            <a:pPr>
              <a:buFont typeface="Wingdings" panose="05000000000000000000" pitchFamily="2" charset="2"/>
              <a:buChar char="§"/>
            </a:pPr>
            <a:r>
              <a:rPr lang="en-US" altLang="en-US" i="1" dirty="0"/>
              <a:t>T</a:t>
            </a:r>
            <a:r>
              <a:rPr lang="en-US" altLang="en-US" baseline="-25000" dirty="0"/>
              <a:t>2</a:t>
            </a:r>
            <a:r>
              <a:rPr lang="en-US" altLang="en-US" dirty="0"/>
              <a:t> and </a:t>
            </a:r>
            <a:r>
              <a:rPr lang="en-US" altLang="en-US" i="1" dirty="0"/>
              <a:t>T</a:t>
            </a:r>
            <a:r>
              <a:rPr lang="en-US" altLang="en-US" baseline="-25000" dirty="0"/>
              <a:t>3</a:t>
            </a:r>
            <a:r>
              <a:rPr lang="en-US" altLang="en-US" dirty="0"/>
              <a:t> redone.</a:t>
            </a:r>
          </a:p>
          <a:p>
            <a:pPr>
              <a:buFont typeface="Wingdings" panose="05000000000000000000" pitchFamily="2" charset="2"/>
              <a:buChar char="§"/>
            </a:pPr>
            <a:r>
              <a:rPr lang="en-US" altLang="en-US" i="1" dirty="0"/>
              <a:t>T</a:t>
            </a:r>
            <a:r>
              <a:rPr lang="en-US" altLang="en-US" baseline="-25000" dirty="0"/>
              <a:t>4</a:t>
            </a:r>
            <a:r>
              <a:rPr lang="en-US" altLang="en-US" dirty="0"/>
              <a:t> undone</a:t>
            </a:r>
          </a:p>
        </p:txBody>
      </p:sp>
      <p:pic>
        <p:nvPicPr>
          <p:cNvPr id="3" name="Picture 2"/>
          <p:cNvPicPr>
            <a:picLocks noChangeAspect="1"/>
          </p:cNvPicPr>
          <p:nvPr/>
        </p:nvPicPr>
        <p:blipFill>
          <a:blip r:embed="rId3"/>
          <a:stretch>
            <a:fillRect/>
          </a:stretch>
        </p:blipFill>
        <p:spPr>
          <a:xfrm>
            <a:off x="1914144" y="1214356"/>
            <a:ext cx="5601080" cy="2791477"/>
          </a:xfrm>
          <a:prstGeom prst="rect">
            <a:avLst/>
          </a:prstGeom>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4"/>
          <p:cNvSpPr>
            <a:spLocks noGrp="1" noChangeArrowheads="1"/>
          </p:cNvSpPr>
          <p:nvPr>
            <p:ph type="ctrTitle"/>
          </p:nvPr>
        </p:nvSpPr>
        <p:spPr>
          <a:noFill/>
          <a:extLst>
            <a:ext uri="{909E8E84-426E-40DD-AFC4-6F175D3DCCD1}">
              <a14:hiddenFill xmlns:a14="http://schemas.microsoft.com/office/drawing/2010/main">
                <a:solidFill>
                  <a:srgbClr val="FFFFFF"/>
                </a:solidFill>
              </a14:hiddenFill>
            </a:ext>
          </a:extLst>
        </p:spPr>
        <p:txBody>
          <a:bodyPr/>
          <a:lstStyle/>
          <a:p>
            <a:r>
              <a:rPr lang="en-US" altLang="en-US">
                <a:effectLst/>
              </a:rPr>
              <a:t>Recovery Algorithm</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noFill/>
          <a:extLst>
            <a:ext uri="{909E8E84-426E-40DD-AFC4-6F175D3DCCD1}">
              <a14:hiddenFill xmlns:a14="http://schemas.microsoft.com/office/drawing/2010/main">
                <a:solidFill>
                  <a:srgbClr val="FFFFFF"/>
                </a:solidFill>
              </a14:hiddenFill>
            </a:ext>
          </a:extLst>
        </p:spPr>
        <p:txBody>
          <a:bodyPr/>
          <a:lstStyle/>
          <a:p>
            <a:r>
              <a:rPr lang="en-US" altLang="en-US">
                <a:effectLst/>
              </a:rPr>
              <a:t>Recovery Algorithm</a:t>
            </a:r>
          </a:p>
        </p:txBody>
      </p:sp>
      <p:sp>
        <p:nvSpPr>
          <p:cNvPr id="29699" name="Rectangle 3"/>
          <p:cNvSpPr>
            <a:spLocks noGrp="1" noChangeArrowheads="1"/>
          </p:cNvSpPr>
          <p:nvPr>
            <p:ph idx="1"/>
          </p:nvPr>
        </p:nvSpPr>
        <p:spPr>
          <a:xfrm>
            <a:off x="674702" y="1102497"/>
            <a:ext cx="7741329" cy="5367972"/>
          </a:xfrm>
        </p:spPr>
        <p:txBody>
          <a:bodyPr/>
          <a:lstStyle/>
          <a:p>
            <a:r>
              <a:rPr lang="en-US" altLang="en-US" b="1" dirty="0"/>
              <a:t>Logging</a:t>
            </a:r>
            <a:r>
              <a:rPr lang="en-US" altLang="en-US" dirty="0"/>
              <a:t> (during normal operation):</a:t>
            </a:r>
          </a:p>
          <a:p>
            <a:pPr lvl="1"/>
            <a:r>
              <a:rPr lang="en-US" altLang="en-US" dirty="0"/>
              <a:t> </a:t>
            </a:r>
            <a:r>
              <a:rPr lang="en-US" altLang="en-US" i="1" dirty="0"/>
              <a:t>&lt;</a:t>
            </a:r>
            <a:r>
              <a:rPr lang="en-US" altLang="en-US" i="1" dirty="0" err="1"/>
              <a:t>T</a:t>
            </a:r>
            <a:r>
              <a:rPr lang="en-US" altLang="en-US" i="1" baseline="-25000" dirty="0" err="1"/>
              <a:t>i</a:t>
            </a:r>
            <a:r>
              <a:rPr lang="en-US" altLang="en-US" i="1" dirty="0"/>
              <a:t> </a:t>
            </a:r>
            <a:r>
              <a:rPr lang="en-US" altLang="en-US" b="1" dirty="0"/>
              <a:t>start</a:t>
            </a:r>
            <a:r>
              <a:rPr lang="en-US" altLang="en-US" i="1" dirty="0"/>
              <a:t>&gt; </a:t>
            </a:r>
            <a:r>
              <a:rPr lang="en-US" altLang="en-US" dirty="0"/>
              <a:t>at transaction start</a:t>
            </a:r>
          </a:p>
          <a:p>
            <a:pPr lvl="1"/>
            <a:r>
              <a:rPr lang="en-US" altLang="en-US" i="1" dirty="0"/>
              <a:t> &lt;</a:t>
            </a:r>
            <a:r>
              <a:rPr lang="en-US" altLang="en-US" i="1" dirty="0" err="1"/>
              <a:t>T</a:t>
            </a:r>
            <a:r>
              <a:rPr lang="en-US" altLang="en-US" i="1" baseline="-25000" dirty="0" err="1"/>
              <a:t>i</a:t>
            </a:r>
            <a:r>
              <a:rPr lang="en-US" altLang="en-US" i="1" dirty="0"/>
              <a:t>, </a:t>
            </a:r>
            <a:r>
              <a:rPr lang="en-US" altLang="en-US" i="1" dirty="0" err="1"/>
              <a:t>X</a:t>
            </a:r>
            <a:r>
              <a:rPr lang="en-US" altLang="en-US" i="1" baseline="-25000" dirty="0" err="1"/>
              <a:t>j</a:t>
            </a:r>
            <a:r>
              <a:rPr lang="en-US" altLang="en-US" i="1" dirty="0"/>
              <a:t>,  V</a:t>
            </a:r>
            <a:r>
              <a:rPr lang="en-US" altLang="en-US" i="1" baseline="-25000" dirty="0"/>
              <a:t>1</a:t>
            </a:r>
            <a:r>
              <a:rPr lang="en-US" altLang="en-US" i="1" dirty="0"/>
              <a:t>,  V</a:t>
            </a:r>
            <a:r>
              <a:rPr lang="en-US" altLang="en-US" i="1" baseline="-25000" dirty="0"/>
              <a:t>2</a:t>
            </a:r>
            <a:r>
              <a:rPr lang="en-US" altLang="en-US" i="1" dirty="0"/>
              <a:t>&gt; </a:t>
            </a:r>
            <a:r>
              <a:rPr lang="en-US" altLang="en-US" dirty="0"/>
              <a:t>for each update, and </a:t>
            </a:r>
          </a:p>
          <a:p>
            <a:pPr lvl="1"/>
            <a:r>
              <a:rPr lang="en-US" altLang="en-US" i="1" dirty="0"/>
              <a:t>&lt;</a:t>
            </a:r>
            <a:r>
              <a:rPr lang="en-US" altLang="en-US" i="1" dirty="0" err="1"/>
              <a:t>T</a:t>
            </a:r>
            <a:r>
              <a:rPr lang="en-US" altLang="en-US" i="1" baseline="-25000" dirty="0" err="1"/>
              <a:t>i</a:t>
            </a:r>
            <a:r>
              <a:rPr lang="en-US" altLang="en-US" i="1" dirty="0"/>
              <a:t> </a:t>
            </a:r>
            <a:r>
              <a:rPr lang="en-US" altLang="en-US" b="1" dirty="0"/>
              <a:t>commit</a:t>
            </a:r>
            <a:r>
              <a:rPr lang="en-US" altLang="en-US" i="1" dirty="0"/>
              <a:t>&gt; </a:t>
            </a:r>
            <a:r>
              <a:rPr lang="en-US" altLang="en-US" dirty="0"/>
              <a:t>at transaction end</a:t>
            </a:r>
            <a:endParaRPr lang="en-US" altLang="en-US" b="1" dirty="0"/>
          </a:p>
          <a:p>
            <a:r>
              <a:rPr lang="en-US" altLang="en-US" b="1" dirty="0"/>
              <a:t>Transaction rollback (during normal operation)</a:t>
            </a:r>
          </a:p>
          <a:p>
            <a:pPr lvl="1"/>
            <a:r>
              <a:rPr lang="en-US" altLang="en-US" dirty="0"/>
              <a:t>Let </a:t>
            </a:r>
            <a:r>
              <a:rPr lang="en-US" altLang="en-US" i="1" dirty="0" err="1"/>
              <a:t>T</a:t>
            </a:r>
            <a:r>
              <a:rPr lang="en-US" altLang="en-US" i="1" baseline="-25000" dirty="0" err="1"/>
              <a:t>i</a:t>
            </a:r>
            <a:r>
              <a:rPr lang="en-US" altLang="en-US" dirty="0"/>
              <a:t> be the transaction to be rolled back</a:t>
            </a:r>
          </a:p>
          <a:p>
            <a:pPr lvl="1"/>
            <a:r>
              <a:rPr lang="en-US" altLang="en-US" dirty="0"/>
              <a:t>Scan log backwards from the end, and for each log record of </a:t>
            </a:r>
            <a:r>
              <a:rPr lang="en-US" altLang="en-US" i="1" dirty="0" err="1"/>
              <a:t>T</a:t>
            </a:r>
            <a:r>
              <a:rPr lang="en-US" altLang="en-US" i="1" baseline="-25000" dirty="0" err="1"/>
              <a:t>i</a:t>
            </a:r>
            <a:r>
              <a:rPr lang="en-US" altLang="en-US" i="1" baseline="-25000" dirty="0"/>
              <a:t>  </a:t>
            </a:r>
            <a:r>
              <a:rPr lang="en-US" altLang="en-US" dirty="0"/>
              <a:t>of the form </a:t>
            </a:r>
            <a:r>
              <a:rPr lang="en-US" altLang="en-US" i="1" dirty="0"/>
              <a:t>&lt;</a:t>
            </a:r>
            <a:r>
              <a:rPr lang="en-US" altLang="en-US" i="1" dirty="0" err="1"/>
              <a:t>T</a:t>
            </a:r>
            <a:r>
              <a:rPr lang="en-US" altLang="en-US" i="1" baseline="-25000" dirty="0" err="1"/>
              <a:t>i</a:t>
            </a:r>
            <a:r>
              <a:rPr lang="en-US" altLang="en-US" i="1" dirty="0"/>
              <a:t>, </a:t>
            </a:r>
            <a:r>
              <a:rPr lang="en-US" altLang="en-US" i="1" dirty="0" err="1"/>
              <a:t>X</a:t>
            </a:r>
            <a:r>
              <a:rPr lang="en-US" altLang="en-US" i="1" baseline="-25000" dirty="0" err="1"/>
              <a:t>j</a:t>
            </a:r>
            <a:r>
              <a:rPr lang="en-US" altLang="en-US" i="1" dirty="0"/>
              <a:t>,  V</a:t>
            </a:r>
            <a:r>
              <a:rPr lang="en-US" altLang="en-US" i="1" baseline="-25000" dirty="0"/>
              <a:t>1</a:t>
            </a:r>
            <a:r>
              <a:rPr lang="en-US" altLang="en-US" i="1" dirty="0"/>
              <a:t>,  V</a:t>
            </a:r>
            <a:r>
              <a:rPr lang="en-US" altLang="en-US" i="1" baseline="-25000" dirty="0"/>
              <a:t>2</a:t>
            </a:r>
            <a:r>
              <a:rPr lang="en-US" altLang="en-US" i="1" dirty="0"/>
              <a:t>&gt; </a:t>
            </a:r>
          </a:p>
          <a:p>
            <a:pPr lvl="2"/>
            <a:r>
              <a:rPr lang="en-US" altLang="en-US" dirty="0"/>
              <a:t>Perform the undo by writing </a:t>
            </a:r>
            <a:r>
              <a:rPr lang="en-US" altLang="en-US" i="1" dirty="0"/>
              <a:t>V</a:t>
            </a:r>
            <a:r>
              <a:rPr lang="en-US" altLang="en-US" i="1" baseline="-25000" dirty="0"/>
              <a:t>1 </a:t>
            </a:r>
            <a:r>
              <a:rPr lang="en-US" altLang="en-US" dirty="0"/>
              <a:t>to </a:t>
            </a:r>
            <a:r>
              <a:rPr lang="en-US" altLang="en-US" i="1" dirty="0" err="1"/>
              <a:t>X</a:t>
            </a:r>
            <a:r>
              <a:rPr lang="en-US" altLang="en-US" i="1" baseline="-25000" dirty="0" err="1"/>
              <a:t>j</a:t>
            </a:r>
            <a:r>
              <a:rPr lang="en-US" altLang="en-US" i="1" dirty="0"/>
              <a:t>,</a:t>
            </a:r>
          </a:p>
          <a:p>
            <a:pPr lvl="2"/>
            <a:r>
              <a:rPr lang="en-US" altLang="en-US" dirty="0"/>
              <a:t>Write a log record </a:t>
            </a:r>
            <a:r>
              <a:rPr lang="en-US" altLang="en-US" i="1" dirty="0"/>
              <a:t>&lt;</a:t>
            </a:r>
            <a:r>
              <a:rPr lang="en-US" altLang="en-US" i="1" dirty="0" err="1"/>
              <a:t>T</a:t>
            </a:r>
            <a:r>
              <a:rPr lang="en-US" altLang="en-US" i="1" baseline="-25000" dirty="0" err="1"/>
              <a:t>i</a:t>
            </a:r>
            <a:r>
              <a:rPr lang="en-US" altLang="en-US" i="1" dirty="0"/>
              <a:t> , </a:t>
            </a:r>
            <a:r>
              <a:rPr lang="en-US" altLang="en-US" i="1" dirty="0" err="1"/>
              <a:t>X</a:t>
            </a:r>
            <a:r>
              <a:rPr lang="en-US" altLang="en-US" i="1" baseline="-25000" dirty="0" err="1"/>
              <a:t>j</a:t>
            </a:r>
            <a:r>
              <a:rPr lang="en-US" altLang="en-US" i="1" dirty="0"/>
              <a:t>,  V</a:t>
            </a:r>
            <a:r>
              <a:rPr lang="en-US" altLang="en-US" i="1" baseline="-25000" dirty="0"/>
              <a:t>1</a:t>
            </a:r>
            <a:r>
              <a:rPr lang="en-US" altLang="en-US" i="1" dirty="0"/>
              <a:t>&gt; </a:t>
            </a:r>
          </a:p>
          <a:p>
            <a:pPr lvl="3"/>
            <a:r>
              <a:rPr lang="en-US" altLang="en-US" dirty="0"/>
              <a:t>such log records are called </a:t>
            </a:r>
            <a:r>
              <a:rPr lang="en-US" altLang="en-US" b="1" dirty="0">
                <a:solidFill>
                  <a:srgbClr val="002060"/>
                </a:solidFill>
              </a:rPr>
              <a:t>compensation log records</a:t>
            </a:r>
          </a:p>
          <a:p>
            <a:pPr lvl="1"/>
            <a:r>
              <a:rPr lang="en-US" altLang="en-US" dirty="0"/>
              <a:t>Once the record </a:t>
            </a:r>
            <a:r>
              <a:rPr lang="en-US" altLang="en-US" i="1" dirty="0"/>
              <a:t>&lt;</a:t>
            </a:r>
            <a:r>
              <a:rPr lang="en-US" altLang="en-US" i="1" dirty="0" err="1"/>
              <a:t>T</a:t>
            </a:r>
            <a:r>
              <a:rPr lang="en-US" altLang="en-US" i="1" baseline="-25000" dirty="0" err="1"/>
              <a:t>i</a:t>
            </a:r>
            <a:r>
              <a:rPr lang="en-US" altLang="en-US" i="1" dirty="0"/>
              <a:t> </a:t>
            </a:r>
            <a:r>
              <a:rPr lang="en-US" altLang="en-US" b="1" dirty="0"/>
              <a:t>start</a:t>
            </a:r>
            <a:r>
              <a:rPr lang="en-US" altLang="en-US" i="1" dirty="0"/>
              <a:t>&gt; </a:t>
            </a:r>
            <a:r>
              <a:rPr lang="en-US" altLang="en-US" dirty="0"/>
              <a:t>is found stop the scan and write the log record </a:t>
            </a:r>
            <a:r>
              <a:rPr lang="en-US" altLang="en-US" i="1" dirty="0"/>
              <a:t>&lt;</a:t>
            </a:r>
            <a:r>
              <a:rPr lang="en-US" altLang="en-US" i="1" dirty="0" err="1"/>
              <a:t>T</a:t>
            </a:r>
            <a:r>
              <a:rPr lang="en-US" altLang="en-US" i="1" baseline="-25000" dirty="0" err="1"/>
              <a:t>i</a:t>
            </a:r>
            <a:r>
              <a:rPr lang="en-US" altLang="en-US" i="1" dirty="0"/>
              <a:t> </a:t>
            </a:r>
            <a:r>
              <a:rPr lang="en-US" altLang="en-US" b="1" dirty="0"/>
              <a:t>abort</a:t>
            </a:r>
            <a:r>
              <a:rPr lang="en-US" altLang="en-US" i="1" dirty="0"/>
              <a:t>&gt; </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a:extLst>
            <a:ext uri="{909E8E84-426E-40dd-AFC4-6F175D3DCCD1}"/>
            <a:ext uri="{91240B29-F687-4f45-9708-019B960494DF}"/>
          </a:extLst>
        </p:spPr>
        <p:txBody>
          <a:bodyPr/>
          <a:lstStyle/>
          <a:p>
            <a:pPr>
              <a:defRPr/>
            </a:pPr>
            <a:r>
              <a:rPr lang="en-US">
                <a:effectLst>
                  <a:outerShdw blurRad="38100" dist="38100" dir="2700000" algn="tl">
                    <a:srgbClr val="C0C0C0"/>
                  </a:outerShdw>
                </a:effectLst>
              </a:rPr>
              <a:t>Recovery Algorithm (Cont.)</a:t>
            </a:r>
          </a:p>
        </p:txBody>
      </p:sp>
      <p:sp>
        <p:nvSpPr>
          <p:cNvPr id="30722" name="Rectangle 3"/>
          <p:cNvSpPr>
            <a:spLocks noGrp="1" noChangeArrowheads="1"/>
          </p:cNvSpPr>
          <p:nvPr>
            <p:ph idx="1"/>
          </p:nvPr>
        </p:nvSpPr>
        <p:spPr>
          <a:xfrm>
            <a:off x="701336" y="1102497"/>
            <a:ext cx="7705817" cy="5367972"/>
          </a:xfrm>
        </p:spPr>
        <p:txBody>
          <a:bodyPr/>
          <a:lstStyle/>
          <a:p>
            <a:r>
              <a:rPr lang="en-US" altLang="en-US" b="1" dirty="0"/>
              <a:t>Recovery from failure</a:t>
            </a:r>
            <a:r>
              <a:rPr lang="en-US" altLang="en-US" dirty="0"/>
              <a:t>: Two phases</a:t>
            </a:r>
          </a:p>
          <a:p>
            <a:pPr marL="800100" lvl="1" indent="-342900"/>
            <a:r>
              <a:rPr lang="en-US" altLang="en-US" b="1" dirty="0">
                <a:solidFill>
                  <a:srgbClr val="002060"/>
                </a:solidFill>
              </a:rPr>
              <a:t>Redo phase</a:t>
            </a:r>
            <a:r>
              <a:rPr lang="en-US" altLang="en-US" dirty="0"/>
              <a:t>:  replay updates of </a:t>
            </a:r>
            <a:r>
              <a:rPr lang="en-US" altLang="en-US" b="1" dirty="0"/>
              <a:t>all</a:t>
            </a:r>
            <a:r>
              <a:rPr lang="en-US" altLang="en-US" dirty="0"/>
              <a:t> transactions, whether they committed, aborted, or are incomplete</a:t>
            </a:r>
          </a:p>
          <a:p>
            <a:pPr marL="800100" lvl="1" indent="-342900"/>
            <a:r>
              <a:rPr lang="en-US" altLang="en-US" b="1" dirty="0">
                <a:solidFill>
                  <a:srgbClr val="002060"/>
                </a:solidFill>
              </a:rPr>
              <a:t>Undo phase</a:t>
            </a:r>
            <a:r>
              <a:rPr lang="en-US" altLang="en-US" dirty="0"/>
              <a:t>: undo all incomplete transactions</a:t>
            </a:r>
          </a:p>
          <a:p>
            <a:r>
              <a:rPr lang="en-US" altLang="en-US" b="1" dirty="0"/>
              <a:t>Redo phase</a:t>
            </a:r>
            <a:r>
              <a:rPr lang="en-US" altLang="en-US" dirty="0"/>
              <a:t>:</a:t>
            </a:r>
          </a:p>
          <a:p>
            <a:pPr marL="457200" lvl="1" indent="0">
              <a:buNone/>
            </a:pPr>
            <a:r>
              <a:rPr lang="en-US" altLang="en-US" dirty="0">
                <a:solidFill>
                  <a:srgbClr val="FF9900"/>
                </a:solidFill>
              </a:rPr>
              <a:t>1.   </a:t>
            </a:r>
            <a:r>
              <a:rPr lang="en-US" altLang="en-US" dirty="0"/>
              <a:t>Find last &lt;</a:t>
            </a:r>
            <a:r>
              <a:rPr lang="en-US" altLang="en-US" b="1" dirty="0"/>
              <a:t>checkpoint</a:t>
            </a:r>
            <a:r>
              <a:rPr lang="en-US" altLang="en-US" dirty="0"/>
              <a:t> </a:t>
            </a:r>
            <a:r>
              <a:rPr lang="en-US" altLang="en-US" i="1" dirty="0"/>
              <a:t>L</a:t>
            </a:r>
            <a:r>
              <a:rPr lang="en-US" altLang="en-US" dirty="0"/>
              <a:t>&gt; record, and set undo-list to </a:t>
            </a:r>
            <a:r>
              <a:rPr lang="en-US" altLang="en-US" i="1" dirty="0"/>
              <a:t>L</a:t>
            </a:r>
            <a:r>
              <a:rPr lang="en-US" altLang="en-US" dirty="0"/>
              <a:t>.</a:t>
            </a:r>
          </a:p>
          <a:p>
            <a:pPr marL="457200" lvl="1" indent="0">
              <a:buNone/>
            </a:pPr>
            <a:r>
              <a:rPr lang="en-US" altLang="en-US" dirty="0">
                <a:solidFill>
                  <a:srgbClr val="FF9900"/>
                </a:solidFill>
              </a:rPr>
              <a:t>2.   </a:t>
            </a:r>
            <a:r>
              <a:rPr lang="en-US" altLang="en-US" dirty="0"/>
              <a:t>Scan forward from above &lt;</a:t>
            </a:r>
            <a:r>
              <a:rPr lang="en-US" altLang="en-US" b="1" dirty="0"/>
              <a:t>checkpoint</a:t>
            </a:r>
            <a:r>
              <a:rPr lang="en-US" altLang="en-US" dirty="0"/>
              <a:t> </a:t>
            </a:r>
            <a:r>
              <a:rPr lang="en-US" altLang="en-US" i="1" dirty="0"/>
              <a:t>L</a:t>
            </a:r>
            <a:r>
              <a:rPr lang="en-US" altLang="en-US" dirty="0"/>
              <a:t>&gt; record</a:t>
            </a:r>
          </a:p>
          <a:p>
            <a:pPr marL="1200150" lvl="2" indent="-342900">
              <a:buFont typeface="Monotype Sorts" charset="2"/>
              <a:buAutoNum type="arabicPeriod"/>
            </a:pPr>
            <a:r>
              <a:rPr lang="en-US" altLang="en-US" dirty="0"/>
              <a:t>Whenever a  record </a:t>
            </a:r>
            <a:r>
              <a:rPr lang="en-US" altLang="en-US" i="1" dirty="0"/>
              <a:t>&lt;</a:t>
            </a:r>
            <a:r>
              <a:rPr lang="en-US" altLang="en-US" i="1" dirty="0" err="1"/>
              <a:t>T</a:t>
            </a:r>
            <a:r>
              <a:rPr lang="en-US" altLang="en-US" i="1" baseline="-25000" dirty="0" err="1"/>
              <a:t>i</a:t>
            </a:r>
            <a:r>
              <a:rPr lang="en-US" altLang="en-US" i="1" dirty="0"/>
              <a:t>, </a:t>
            </a:r>
            <a:r>
              <a:rPr lang="en-US" altLang="en-US" i="1" dirty="0" err="1"/>
              <a:t>X</a:t>
            </a:r>
            <a:r>
              <a:rPr lang="en-US" altLang="en-US" i="1" baseline="-25000" dirty="0" err="1"/>
              <a:t>j</a:t>
            </a:r>
            <a:r>
              <a:rPr lang="en-US" altLang="en-US" i="1" dirty="0"/>
              <a:t>,  V</a:t>
            </a:r>
            <a:r>
              <a:rPr lang="en-US" altLang="en-US" i="1" baseline="-25000" dirty="0"/>
              <a:t>1</a:t>
            </a:r>
            <a:r>
              <a:rPr lang="en-US" altLang="en-US" i="1" dirty="0"/>
              <a:t>,  V</a:t>
            </a:r>
            <a:r>
              <a:rPr lang="en-US" altLang="en-US" i="1" baseline="-25000" dirty="0"/>
              <a:t>2</a:t>
            </a:r>
            <a:r>
              <a:rPr lang="en-US" altLang="en-US" i="1" dirty="0"/>
              <a:t>&gt; </a:t>
            </a:r>
            <a:r>
              <a:rPr lang="en-US" altLang="en-US" dirty="0"/>
              <a:t>or</a:t>
            </a:r>
            <a:r>
              <a:rPr lang="en-US" altLang="en-US" i="1" dirty="0"/>
              <a:t> &lt;</a:t>
            </a:r>
            <a:r>
              <a:rPr lang="en-US" altLang="en-US" i="1" dirty="0" err="1"/>
              <a:t>T</a:t>
            </a:r>
            <a:r>
              <a:rPr lang="en-US" altLang="en-US" i="1" baseline="-25000" dirty="0" err="1"/>
              <a:t>i</a:t>
            </a:r>
            <a:r>
              <a:rPr lang="en-US" altLang="en-US" i="1" dirty="0"/>
              <a:t>, </a:t>
            </a:r>
            <a:r>
              <a:rPr lang="en-US" altLang="en-US" i="1" dirty="0" err="1"/>
              <a:t>X</a:t>
            </a:r>
            <a:r>
              <a:rPr lang="en-US" altLang="en-US" i="1" baseline="-25000" dirty="0" err="1"/>
              <a:t>j</a:t>
            </a:r>
            <a:r>
              <a:rPr lang="en-US" altLang="en-US" i="1" dirty="0"/>
              <a:t>, V</a:t>
            </a:r>
            <a:r>
              <a:rPr lang="en-US" altLang="en-US" i="1" baseline="-25000" dirty="0"/>
              <a:t>2</a:t>
            </a:r>
            <a:r>
              <a:rPr lang="en-US" altLang="en-US" i="1" dirty="0"/>
              <a:t>&gt;  </a:t>
            </a:r>
            <a:r>
              <a:rPr lang="en-US" altLang="en-US" dirty="0"/>
              <a:t>is found, redo it by writing </a:t>
            </a:r>
            <a:r>
              <a:rPr lang="en-US" altLang="en-US" i="1" dirty="0"/>
              <a:t>V</a:t>
            </a:r>
            <a:r>
              <a:rPr lang="en-US" altLang="en-US" i="1" baseline="-25000" dirty="0"/>
              <a:t>2  </a:t>
            </a:r>
            <a:r>
              <a:rPr lang="en-US" altLang="en-US" dirty="0"/>
              <a:t>to </a:t>
            </a:r>
            <a:r>
              <a:rPr lang="en-US" altLang="en-US" i="1" dirty="0" err="1"/>
              <a:t>X</a:t>
            </a:r>
            <a:r>
              <a:rPr lang="en-US" altLang="en-US" i="1" baseline="-25000" dirty="0" err="1"/>
              <a:t>j</a:t>
            </a:r>
            <a:r>
              <a:rPr lang="en-US" altLang="en-US" i="1" dirty="0"/>
              <a:t> </a:t>
            </a:r>
          </a:p>
          <a:p>
            <a:pPr marL="1200150" lvl="2" indent="-342900">
              <a:buFont typeface="Monotype Sorts" charset="2"/>
              <a:buAutoNum type="arabicPeriod"/>
            </a:pPr>
            <a:r>
              <a:rPr lang="en-US" altLang="en-US" dirty="0"/>
              <a:t>Whenever a log record </a:t>
            </a:r>
            <a:r>
              <a:rPr lang="en-US" altLang="en-US" i="1" dirty="0"/>
              <a:t>&lt;</a:t>
            </a:r>
            <a:r>
              <a:rPr lang="en-US" altLang="en-US" i="1" dirty="0" err="1"/>
              <a:t>T</a:t>
            </a:r>
            <a:r>
              <a:rPr lang="en-US" altLang="en-US" i="1" baseline="-25000" dirty="0" err="1"/>
              <a:t>i</a:t>
            </a:r>
            <a:r>
              <a:rPr lang="en-US" altLang="en-US" i="1" baseline="-25000" dirty="0"/>
              <a:t> </a:t>
            </a:r>
            <a:r>
              <a:rPr lang="en-US" altLang="en-US" i="1" dirty="0"/>
              <a:t> </a:t>
            </a:r>
            <a:r>
              <a:rPr lang="en-US" altLang="en-US" b="1" dirty="0"/>
              <a:t>start</a:t>
            </a:r>
            <a:r>
              <a:rPr lang="en-US" altLang="en-US" i="1" dirty="0"/>
              <a:t>&gt; </a:t>
            </a:r>
            <a:r>
              <a:rPr lang="en-US" altLang="en-US" dirty="0"/>
              <a:t>is found, add </a:t>
            </a:r>
            <a:r>
              <a:rPr lang="en-US" altLang="en-US" i="1" dirty="0" err="1"/>
              <a:t>T</a:t>
            </a:r>
            <a:r>
              <a:rPr lang="en-US" altLang="en-US" i="1" baseline="-25000" dirty="0" err="1"/>
              <a:t>i</a:t>
            </a:r>
            <a:r>
              <a:rPr lang="en-US" altLang="en-US" i="1" baseline="-25000" dirty="0"/>
              <a:t>  </a:t>
            </a:r>
            <a:r>
              <a:rPr lang="en-US" altLang="en-US" dirty="0"/>
              <a:t>to undo-list</a:t>
            </a:r>
          </a:p>
          <a:p>
            <a:pPr marL="1200150" lvl="2" indent="-342900">
              <a:buFont typeface="Monotype Sorts" charset="2"/>
              <a:buAutoNum type="arabicPeriod"/>
            </a:pPr>
            <a:r>
              <a:rPr lang="en-US" altLang="en-US" dirty="0"/>
              <a:t>Whenever a log record </a:t>
            </a:r>
            <a:r>
              <a:rPr lang="en-US" altLang="en-US" i="1" dirty="0"/>
              <a:t>&lt;</a:t>
            </a:r>
            <a:r>
              <a:rPr lang="en-US" altLang="en-US" i="1" dirty="0" err="1"/>
              <a:t>T</a:t>
            </a:r>
            <a:r>
              <a:rPr lang="en-US" altLang="en-US" i="1" baseline="-25000" dirty="0" err="1"/>
              <a:t>i</a:t>
            </a:r>
            <a:r>
              <a:rPr lang="en-US" altLang="en-US" i="1" dirty="0"/>
              <a:t>  </a:t>
            </a:r>
            <a:r>
              <a:rPr lang="en-US" altLang="en-US" b="1" dirty="0"/>
              <a:t>commit</a:t>
            </a:r>
            <a:r>
              <a:rPr lang="en-US" altLang="en-US" i="1" dirty="0"/>
              <a:t>&gt; or &lt;</a:t>
            </a:r>
            <a:r>
              <a:rPr lang="en-US" altLang="en-US" i="1" dirty="0" err="1"/>
              <a:t>T</a:t>
            </a:r>
            <a:r>
              <a:rPr lang="en-US" altLang="en-US" i="1" baseline="-25000" dirty="0" err="1"/>
              <a:t>i</a:t>
            </a:r>
            <a:r>
              <a:rPr lang="en-US" altLang="en-US" i="1" dirty="0"/>
              <a:t> </a:t>
            </a:r>
            <a:r>
              <a:rPr lang="en-US" altLang="en-US" b="1" dirty="0"/>
              <a:t>abort</a:t>
            </a:r>
            <a:r>
              <a:rPr lang="en-US" altLang="en-US" i="1" dirty="0"/>
              <a:t>&gt; </a:t>
            </a:r>
            <a:r>
              <a:rPr lang="en-US" altLang="en-US" dirty="0"/>
              <a:t>is found, remove </a:t>
            </a:r>
            <a:r>
              <a:rPr lang="en-US" altLang="en-US" i="1" dirty="0" err="1"/>
              <a:t>T</a:t>
            </a:r>
            <a:r>
              <a:rPr lang="en-US" altLang="en-US" i="1" baseline="-25000" dirty="0" err="1"/>
              <a:t>i</a:t>
            </a:r>
            <a:r>
              <a:rPr lang="en-US" altLang="en-US" i="1" dirty="0"/>
              <a:t>  </a:t>
            </a:r>
            <a:r>
              <a:rPr lang="en-US" altLang="en-US" dirty="0"/>
              <a:t>from undo-list</a:t>
            </a:r>
          </a:p>
          <a:p>
            <a:endParaRPr lang="en-US" altLang="en-US"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970" name="Rectangle 2"/>
          <p:cNvSpPr>
            <a:spLocks noGrp="1" noChangeArrowheads="1"/>
          </p:cNvSpPr>
          <p:nvPr>
            <p:ph type="title"/>
          </p:nvPr>
        </p:nvSpPr>
        <p:spPr>
          <a:extLst>
            <a:ext uri="{909E8E84-426E-40dd-AFC4-6F175D3DCCD1}"/>
            <a:ext uri="{91240B29-F687-4f45-9708-019B960494DF}"/>
          </a:extLst>
        </p:spPr>
        <p:txBody>
          <a:bodyPr/>
          <a:lstStyle/>
          <a:p>
            <a:pPr>
              <a:defRPr/>
            </a:pPr>
            <a:r>
              <a:rPr lang="en-US">
                <a:effectLst>
                  <a:outerShdw blurRad="38100" dist="38100" dir="2700000" algn="tl">
                    <a:srgbClr val="C0C0C0"/>
                  </a:outerShdw>
                </a:effectLst>
              </a:rPr>
              <a:t>Recovery Algorithm (Cont.)</a:t>
            </a:r>
          </a:p>
        </p:txBody>
      </p:sp>
      <p:sp>
        <p:nvSpPr>
          <p:cNvPr id="31747" name="Rectangle 3"/>
          <p:cNvSpPr>
            <a:spLocks noGrp="1" noChangeArrowheads="1"/>
          </p:cNvSpPr>
          <p:nvPr>
            <p:ph idx="1"/>
          </p:nvPr>
        </p:nvSpPr>
        <p:spPr>
          <a:xfrm>
            <a:off x="683580" y="1102497"/>
            <a:ext cx="7821227" cy="5367972"/>
          </a:xfrm>
        </p:spPr>
        <p:txBody>
          <a:bodyPr/>
          <a:lstStyle/>
          <a:p>
            <a:pPr>
              <a:lnSpc>
                <a:spcPct val="90000"/>
              </a:lnSpc>
            </a:pPr>
            <a:r>
              <a:rPr lang="en-US" altLang="en-US" b="1" dirty="0"/>
              <a:t>Undo phase: </a:t>
            </a:r>
            <a:endParaRPr lang="en-US" altLang="en-US" dirty="0"/>
          </a:p>
          <a:p>
            <a:pPr marL="457200" lvl="1" indent="0">
              <a:lnSpc>
                <a:spcPct val="90000"/>
              </a:lnSpc>
              <a:buNone/>
            </a:pPr>
            <a:r>
              <a:rPr lang="en-US" altLang="en-US" dirty="0">
                <a:solidFill>
                  <a:srgbClr val="FF9900"/>
                </a:solidFill>
              </a:rPr>
              <a:t>1.    </a:t>
            </a:r>
            <a:r>
              <a:rPr lang="en-US" altLang="en-US" dirty="0"/>
              <a:t>Scan log backwards from end </a:t>
            </a:r>
          </a:p>
          <a:p>
            <a:pPr marL="1200150" lvl="2" indent="-342900">
              <a:lnSpc>
                <a:spcPct val="90000"/>
              </a:lnSpc>
              <a:buFont typeface="Monotype Sorts" charset="2"/>
              <a:buAutoNum type="arabicPeriod"/>
            </a:pPr>
            <a:r>
              <a:rPr lang="en-US" altLang="en-US" dirty="0"/>
              <a:t>Whenever a log record </a:t>
            </a:r>
            <a:r>
              <a:rPr lang="en-US" altLang="en-US" i="1" dirty="0"/>
              <a:t>&lt;</a:t>
            </a:r>
            <a:r>
              <a:rPr lang="en-US" altLang="en-US" i="1" dirty="0" err="1"/>
              <a:t>T</a:t>
            </a:r>
            <a:r>
              <a:rPr lang="en-US" altLang="en-US" i="1" baseline="-25000" dirty="0" err="1"/>
              <a:t>i</a:t>
            </a:r>
            <a:r>
              <a:rPr lang="en-US" altLang="en-US" i="1" dirty="0"/>
              <a:t>, </a:t>
            </a:r>
            <a:r>
              <a:rPr lang="en-US" altLang="en-US" i="1" dirty="0" err="1"/>
              <a:t>X</a:t>
            </a:r>
            <a:r>
              <a:rPr lang="en-US" altLang="en-US" i="1" baseline="-25000" dirty="0" err="1"/>
              <a:t>j</a:t>
            </a:r>
            <a:r>
              <a:rPr lang="en-US" altLang="en-US" i="1" dirty="0"/>
              <a:t>,  V</a:t>
            </a:r>
            <a:r>
              <a:rPr lang="en-US" altLang="en-US" i="1" baseline="-25000" dirty="0"/>
              <a:t>1</a:t>
            </a:r>
            <a:r>
              <a:rPr lang="en-US" altLang="en-US" i="1" dirty="0"/>
              <a:t>,  V</a:t>
            </a:r>
            <a:r>
              <a:rPr lang="en-US" altLang="en-US" i="1" baseline="-25000" dirty="0"/>
              <a:t>2</a:t>
            </a:r>
            <a:r>
              <a:rPr lang="en-US" altLang="en-US" i="1" dirty="0"/>
              <a:t>&gt; </a:t>
            </a:r>
            <a:r>
              <a:rPr lang="en-US" altLang="en-US" dirty="0"/>
              <a:t>is found where </a:t>
            </a:r>
            <a:r>
              <a:rPr lang="en-US" altLang="en-US" i="1" dirty="0" err="1"/>
              <a:t>T</a:t>
            </a:r>
            <a:r>
              <a:rPr lang="en-US" altLang="en-US" i="1" baseline="-25000" dirty="0" err="1"/>
              <a:t>i</a:t>
            </a:r>
            <a:r>
              <a:rPr lang="en-US" altLang="en-US" i="1" dirty="0"/>
              <a:t> </a:t>
            </a:r>
            <a:r>
              <a:rPr lang="en-US" altLang="en-US" dirty="0"/>
              <a:t>is in undo-list perform same actions as for transaction rollback:</a:t>
            </a:r>
          </a:p>
          <a:p>
            <a:pPr marL="1543050" lvl="3" indent="-342900">
              <a:lnSpc>
                <a:spcPct val="90000"/>
              </a:lnSpc>
              <a:buFont typeface="Monotype Sorts" charset="2"/>
              <a:buAutoNum type="arabicPeriod"/>
            </a:pPr>
            <a:r>
              <a:rPr lang="en-US" altLang="en-US" dirty="0"/>
              <a:t> perform undo by writing </a:t>
            </a:r>
            <a:r>
              <a:rPr lang="en-US" altLang="en-US" i="1" dirty="0"/>
              <a:t>V</a:t>
            </a:r>
            <a:r>
              <a:rPr lang="en-US" altLang="en-US" i="1" baseline="-25000" dirty="0"/>
              <a:t>1</a:t>
            </a:r>
            <a:r>
              <a:rPr lang="en-US" altLang="en-US" dirty="0"/>
              <a:t> to </a:t>
            </a:r>
            <a:r>
              <a:rPr lang="en-US" altLang="en-US" i="1" dirty="0" err="1"/>
              <a:t>X</a:t>
            </a:r>
            <a:r>
              <a:rPr lang="en-US" altLang="en-US" i="1" baseline="-25000" dirty="0" err="1"/>
              <a:t>j</a:t>
            </a:r>
            <a:r>
              <a:rPr lang="en-US" altLang="en-US" dirty="0"/>
              <a:t>.</a:t>
            </a:r>
          </a:p>
          <a:p>
            <a:pPr marL="1543050" lvl="3" indent="-342900">
              <a:lnSpc>
                <a:spcPct val="90000"/>
              </a:lnSpc>
              <a:buFont typeface="Monotype Sorts" charset="2"/>
              <a:buAutoNum type="arabicPeriod"/>
            </a:pPr>
            <a:r>
              <a:rPr lang="en-US" altLang="en-US" dirty="0"/>
              <a:t>write a log record </a:t>
            </a:r>
            <a:r>
              <a:rPr lang="en-US" altLang="en-US" i="1" dirty="0"/>
              <a:t>&lt;</a:t>
            </a:r>
            <a:r>
              <a:rPr lang="en-US" altLang="en-US" i="1" dirty="0" err="1"/>
              <a:t>T</a:t>
            </a:r>
            <a:r>
              <a:rPr lang="en-US" altLang="en-US" i="1" baseline="-25000" dirty="0" err="1"/>
              <a:t>i</a:t>
            </a:r>
            <a:r>
              <a:rPr lang="en-US" altLang="en-US" i="1" dirty="0"/>
              <a:t> , </a:t>
            </a:r>
            <a:r>
              <a:rPr lang="en-US" altLang="en-US" i="1" dirty="0" err="1"/>
              <a:t>X</a:t>
            </a:r>
            <a:r>
              <a:rPr lang="en-US" altLang="en-US" i="1" baseline="-25000" dirty="0" err="1"/>
              <a:t>j</a:t>
            </a:r>
            <a:r>
              <a:rPr lang="en-US" altLang="en-US" i="1" dirty="0"/>
              <a:t>,  V</a:t>
            </a:r>
            <a:r>
              <a:rPr lang="en-US" altLang="en-US" i="1" baseline="-25000" dirty="0"/>
              <a:t>1</a:t>
            </a:r>
            <a:r>
              <a:rPr lang="en-US" altLang="en-US" i="1" dirty="0"/>
              <a:t>&gt;</a:t>
            </a:r>
          </a:p>
          <a:p>
            <a:pPr marL="1200150" lvl="2" indent="-342900">
              <a:lnSpc>
                <a:spcPct val="90000"/>
              </a:lnSpc>
              <a:buFont typeface="Monotype Sorts" charset="2"/>
              <a:buAutoNum type="arabicPeriod"/>
            </a:pPr>
            <a:r>
              <a:rPr lang="en-US" altLang="en-US" dirty="0"/>
              <a:t>Whenever a log record </a:t>
            </a:r>
            <a:r>
              <a:rPr lang="en-US" altLang="en-US" i="1" dirty="0"/>
              <a:t>&lt;</a:t>
            </a:r>
            <a:r>
              <a:rPr lang="en-US" altLang="en-US" i="1" dirty="0" err="1"/>
              <a:t>T</a:t>
            </a:r>
            <a:r>
              <a:rPr lang="en-US" altLang="en-US" i="1" baseline="-25000" dirty="0" err="1"/>
              <a:t>i</a:t>
            </a:r>
            <a:r>
              <a:rPr lang="en-US" altLang="en-US" i="1" dirty="0"/>
              <a:t> </a:t>
            </a:r>
            <a:r>
              <a:rPr lang="en-US" altLang="en-US" b="1" dirty="0"/>
              <a:t>start</a:t>
            </a:r>
            <a:r>
              <a:rPr lang="en-US" altLang="en-US" i="1" dirty="0"/>
              <a:t>&gt; </a:t>
            </a:r>
            <a:r>
              <a:rPr lang="en-US" altLang="en-US" dirty="0"/>
              <a:t>is found where </a:t>
            </a:r>
            <a:r>
              <a:rPr lang="en-US" altLang="en-US" i="1" dirty="0" err="1"/>
              <a:t>T</a:t>
            </a:r>
            <a:r>
              <a:rPr lang="en-US" altLang="en-US" i="1" baseline="-25000" dirty="0" err="1"/>
              <a:t>i</a:t>
            </a:r>
            <a:r>
              <a:rPr lang="en-US" altLang="en-US" i="1" dirty="0"/>
              <a:t> </a:t>
            </a:r>
            <a:r>
              <a:rPr lang="en-US" altLang="en-US" dirty="0"/>
              <a:t>is in undo-list, </a:t>
            </a:r>
          </a:p>
          <a:p>
            <a:pPr marL="1543050" lvl="3" indent="-342900">
              <a:lnSpc>
                <a:spcPct val="90000"/>
              </a:lnSpc>
              <a:buFont typeface="Monotype Sorts" charset="2"/>
              <a:buAutoNum type="arabicPeriod"/>
            </a:pPr>
            <a:r>
              <a:rPr lang="en-US" altLang="en-US" dirty="0"/>
              <a:t>Write a log record </a:t>
            </a:r>
            <a:r>
              <a:rPr lang="en-US" altLang="en-US" i="1" dirty="0"/>
              <a:t>&lt;</a:t>
            </a:r>
            <a:r>
              <a:rPr lang="en-US" altLang="en-US" i="1" dirty="0" err="1"/>
              <a:t>T</a:t>
            </a:r>
            <a:r>
              <a:rPr lang="en-US" altLang="en-US" i="1" baseline="-25000" dirty="0" err="1"/>
              <a:t>i</a:t>
            </a:r>
            <a:r>
              <a:rPr lang="en-US" altLang="en-US" i="1" baseline="-25000" dirty="0"/>
              <a:t> </a:t>
            </a:r>
            <a:r>
              <a:rPr lang="en-US" altLang="en-US" i="1" dirty="0"/>
              <a:t> </a:t>
            </a:r>
            <a:r>
              <a:rPr lang="en-US" altLang="en-US" b="1" dirty="0"/>
              <a:t>abort</a:t>
            </a:r>
            <a:r>
              <a:rPr lang="en-US" altLang="en-US" i="1" dirty="0"/>
              <a:t>&gt; </a:t>
            </a:r>
          </a:p>
          <a:p>
            <a:pPr marL="1543050" lvl="3" indent="-342900">
              <a:lnSpc>
                <a:spcPct val="90000"/>
              </a:lnSpc>
              <a:buFont typeface="Monotype Sorts" charset="2"/>
              <a:buAutoNum type="arabicPeriod"/>
            </a:pPr>
            <a:r>
              <a:rPr lang="en-US" altLang="en-US" dirty="0"/>
              <a:t>Remove </a:t>
            </a:r>
            <a:r>
              <a:rPr lang="en-US" altLang="en-US" i="1" dirty="0" err="1"/>
              <a:t>T</a:t>
            </a:r>
            <a:r>
              <a:rPr lang="en-US" altLang="en-US" i="1" baseline="-25000" dirty="0" err="1"/>
              <a:t>i</a:t>
            </a:r>
            <a:r>
              <a:rPr lang="en-US" altLang="en-US" i="1" baseline="-25000" dirty="0"/>
              <a:t>  </a:t>
            </a:r>
            <a:r>
              <a:rPr lang="en-US" altLang="en-US" dirty="0"/>
              <a:t>from undo-list</a:t>
            </a:r>
          </a:p>
          <a:p>
            <a:pPr marL="1200150" lvl="2" indent="-342900">
              <a:lnSpc>
                <a:spcPct val="90000"/>
              </a:lnSpc>
              <a:buFont typeface="Monotype Sorts" charset="2"/>
              <a:buAutoNum type="arabicPeriod"/>
            </a:pPr>
            <a:r>
              <a:rPr lang="en-US" altLang="en-US" dirty="0"/>
              <a:t>Stop when undo-list is empty</a:t>
            </a:r>
          </a:p>
          <a:p>
            <a:pPr marL="1200150" lvl="3" indent="0">
              <a:lnSpc>
                <a:spcPct val="90000"/>
              </a:lnSpc>
              <a:buNone/>
            </a:pPr>
            <a:r>
              <a:rPr lang="en-US" altLang="en-US" dirty="0">
                <a:solidFill>
                  <a:srgbClr val="FF9900"/>
                </a:solidFill>
              </a:rPr>
              <a:t>1.   </a:t>
            </a:r>
            <a:r>
              <a:rPr lang="en-US" altLang="en-US" dirty="0"/>
              <a:t>i.e., </a:t>
            </a:r>
            <a:r>
              <a:rPr lang="en-US" altLang="en-US" i="1" dirty="0"/>
              <a:t>&lt;</a:t>
            </a:r>
            <a:r>
              <a:rPr lang="en-US" altLang="en-US" i="1" dirty="0" err="1"/>
              <a:t>T</a:t>
            </a:r>
            <a:r>
              <a:rPr lang="en-US" altLang="en-US" i="1" baseline="-25000" dirty="0" err="1"/>
              <a:t>i</a:t>
            </a:r>
            <a:r>
              <a:rPr lang="en-US" altLang="en-US" i="1" dirty="0"/>
              <a:t> </a:t>
            </a:r>
            <a:r>
              <a:rPr lang="en-US" altLang="en-US" b="1" dirty="0"/>
              <a:t>start</a:t>
            </a:r>
            <a:r>
              <a:rPr lang="en-US" altLang="en-US" i="1" dirty="0"/>
              <a:t>&gt; </a:t>
            </a:r>
            <a:r>
              <a:rPr lang="en-US" altLang="en-US" dirty="0"/>
              <a:t>has been found for every transaction in undo-list</a:t>
            </a:r>
          </a:p>
          <a:p>
            <a:pPr>
              <a:lnSpc>
                <a:spcPct val="90000"/>
              </a:lnSpc>
            </a:pPr>
            <a:r>
              <a:rPr lang="en-US" altLang="en-US" dirty="0"/>
              <a:t>After undo phase completes, normal transaction processing can commence</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Log Record Buffering</a:t>
            </a:r>
          </a:p>
        </p:txBody>
      </p:sp>
      <p:sp>
        <p:nvSpPr>
          <p:cNvPr id="33795" name="Rectangle 3"/>
          <p:cNvSpPr>
            <a:spLocks noGrp="1" noChangeArrowheads="1"/>
          </p:cNvSpPr>
          <p:nvPr>
            <p:ph idx="1"/>
          </p:nvPr>
        </p:nvSpPr>
        <p:spPr>
          <a:xfrm>
            <a:off x="683581" y="1102497"/>
            <a:ext cx="7714696" cy="5367972"/>
          </a:xfrm>
          <a:prstGeom prst="rect">
            <a:avLst/>
          </a:prstGeom>
        </p:spPr>
        <p:txBody>
          <a:bodyPr/>
          <a:lstStyle/>
          <a:p>
            <a:r>
              <a:rPr lang="en-US" altLang="en-US" b="1" dirty="0">
                <a:solidFill>
                  <a:srgbClr val="002060"/>
                </a:solidFill>
              </a:rPr>
              <a:t>Log record buffering</a:t>
            </a:r>
            <a:r>
              <a:rPr lang="en-US" altLang="en-US" dirty="0"/>
              <a:t>: log records are buffered in main memory, instead of being output directly to stable storage.</a:t>
            </a:r>
          </a:p>
          <a:p>
            <a:pPr lvl="1"/>
            <a:r>
              <a:rPr lang="en-US" altLang="en-US" dirty="0"/>
              <a:t>Log records are output to stable storage when a block of log records in the buffer is full, or a </a:t>
            </a:r>
            <a:r>
              <a:rPr lang="en-US" altLang="en-US" b="1" dirty="0">
                <a:solidFill>
                  <a:srgbClr val="002060"/>
                </a:solidFill>
              </a:rPr>
              <a:t>log force</a:t>
            </a:r>
            <a:r>
              <a:rPr lang="en-US" altLang="en-US" dirty="0">
                <a:solidFill>
                  <a:srgbClr val="002060"/>
                </a:solidFill>
              </a:rPr>
              <a:t> </a:t>
            </a:r>
            <a:r>
              <a:rPr lang="en-US" altLang="en-US" dirty="0"/>
              <a:t>operation is executed.</a:t>
            </a:r>
          </a:p>
          <a:p>
            <a:r>
              <a:rPr lang="en-US" altLang="en-US" dirty="0"/>
              <a:t>Log force is performed to commit a transaction by forcing all its log records (including the commit record) to stable storage.</a:t>
            </a:r>
          </a:p>
          <a:p>
            <a:r>
              <a:rPr lang="en-US" altLang="en-US" dirty="0"/>
              <a:t>Several log records can thus be output using a single output operation, reducing the I/O cost.</a:t>
            </a: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Log Record Buffering (Cont.)</a:t>
            </a:r>
          </a:p>
        </p:txBody>
      </p:sp>
      <p:sp>
        <p:nvSpPr>
          <p:cNvPr id="34819" name="Rectangle 3"/>
          <p:cNvSpPr>
            <a:spLocks noGrp="1" noChangeArrowheads="1"/>
          </p:cNvSpPr>
          <p:nvPr>
            <p:ph idx="1"/>
          </p:nvPr>
        </p:nvSpPr>
        <p:spPr>
          <a:xfrm>
            <a:off x="683580" y="1102497"/>
            <a:ext cx="7634797" cy="5367972"/>
          </a:xfrm>
        </p:spPr>
        <p:txBody>
          <a:bodyPr/>
          <a:lstStyle/>
          <a:p>
            <a:r>
              <a:rPr lang="en-US" altLang="en-US" dirty="0"/>
              <a:t>The rules below must be followed if log records are buffered:</a:t>
            </a:r>
          </a:p>
          <a:p>
            <a:pPr lvl="1"/>
            <a:r>
              <a:rPr lang="en-US" altLang="en-US" dirty="0"/>
              <a:t>Log records are output to stable storage in the order in which they are created. </a:t>
            </a:r>
          </a:p>
          <a:p>
            <a:pPr lvl="1"/>
            <a:r>
              <a:rPr lang="en-US" altLang="en-US" dirty="0"/>
              <a:t>Transaction </a:t>
            </a:r>
            <a:r>
              <a:rPr lang="en-US" altLang="en-US" i="1" dirty="0" err="1"/>
              <a:t>T</a:t>
            </a:r>
            <a:r>
              <a:rPr lang="en-US" altLang="en-US" i="1" baseline="-25000" dirty="0" err="1"/>
              <a:t>i</a:t>
            </a:r>
            <a:r>
              <a:rPr lang="en-US" altLang="en-US" dirty="0"/>
              <a:t> enters the commit state only when the log record </a:t>
            </a:r>
            <a:br>
              <a:rPr lang="en-US" altLang="en-US" dirty="0"/>
            </a:br>
            <a:r>
              <a:rPr lang="en-US" altLang="en-US" dirty="0"/>
              <a:t>&lt;</a:t>
            </a:r>
            <a:r>
              <a:rPr lang="en-US" altLang="en-US" i="1" dirty="0" err="1"/>
              <a:t>T</a:t>
            </a:r>
            <a:r>
              <a:rPr lang="en-US" altLang="en-US" i="1" baseline="-25000" dirty="0" err="1"/>
              <a:t>i</a:t>
            </a:r>
            <a:r>
              <a:rPr lang="en-US" altLang="en-US" i="1" dirty="0"/>
              <a:t> </a:t>
            </a:r>
            <a:r>
              <a:rPr lang="en-US" altLang="en-US" b="1" dirty="0"/>
              <a:t>commit</a:t>
            </a:r>
            <a:r>
              <a:rPr lang="en-US" altLang="en-US" dirty="0"/>
              <a:t>&gt; has been output to stable storage.</a:t>
            </a:r>
          </a:p>
          <a:p>
            <a:pPr lvl="1"/>
            <a:r>
              <a:rPr lang="en-US" altLang="en-US" dirty="0"/>
              <a:t>Before a block of data in main memory is output to the database, all log records pertaining to data in that block must have been output to stable storage. </a:t>
            </a:r>
          </a:p>
          <a:p>
            <a:pPr lvl="2"/>
            <a:r>
              <a:rPr lang="en-US" altLang="en-US" dirty="0"/>
              <a:t>This rule is called the </a:t>
            </a:r>
            <a:r>
              <a:rPr lang="en-US" altLang="en-US" b="1" dirty="0">
                <a:solidFill>
                  <a:srgbClr val="002060"/>
                </a:solidFill>
              </a:rPr>
              <a:t>write-ahead logging</a:t>
            </a:r>
            <a:r>
              <a:rPr lang="en-US" altLang="en-US" dirty="0">
                <a:solidFill>
                  <a:srgbClr val="002060"/>
                </a:solidFill>
              </a:rPr>
              <a:t> </a:t>
            </a:r>
            <a:r>
              <a:rPr lang="en-US" altLang="en-US" dirty="0"/>
              <a:t>or </a:t>
            </a:r>
            <a:r>
              <a:rPr lang="en-US" altLang="en-US" b="1" dirty="0">
                <a:solidFill>
                  <a:srgbClr val="002060"/>
                </a:solidFill>
              </a:rPr>
              <a:t>WAL</a:t>
            </a:r>
            <a:r>
              <a:rPr lang="en-US" altLang="en-US" b="1" dirty="0"/>
              <a:t> </a:t>
            </a:r>
            <a:r>
              <a:rPr lang="en-US" altLang="en-US" dirty="0"/>
              <a:t>rule</a:t>
            </a:r>
          </a:p>
          <a:p>
            <a:pPr lvl="2"/>
            <a:r>
              <a:rPr lang="en-US" altLang="en-US" dirty="0"/>
              <a:t>Strictly speaking,  WAL only requires undo information to be output</a:t>
            </a:r>
          </a:p>
          <a:p>
            <a:endParaRPr lang="en-US" altLang="en-US"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Database Buffering</a:t>
            </a:r>
          </a:p>
        </p:txBody>
      </p:sp>
      <p:sp>
        <p:nvSpPr>
          <p:cNvPr id="35843" name="Rectangle 3"/>
          <p:cNvSpPr>
            <a:spLocks noGrp="1" noChangeArrowheads="1"/>
          </p:cNvSpPr>
          <p:nvPr>
            <p:ph idx="1"/>
          </p:nvPr>
        </p:nvSpPr>
        <p:spPr>
          <a:xfrm>
            <a:off x="701336" y="1102497"/>
            <a:ext cx="7803472" cy="5367972"/>
          </a:xfrm>
          <a:prstGeom prst="rect">
            <a:avLst/>
          </a:prstGeom>
        </p:spPr>
        <p:txBody>
          <a:bodyPr/>
          <a:lstStyle/>
          <a:p>
            <a:r>
              <a:rPr lang="en-US" altLang="en-US" dirty="0"/>
              <a:t>Database maintains an in-memory buffer of data blocks</a:t>
            </a:r>
          </a:p>
          <a:p>
            <a:pPr lvl="1"/>
            <a:r>
              <a:rPr lang="en-US" altLang="en-US" dirty="0"/>
              <a:t>When a new block is needed, if buffer is full an existing block needs to be removed from buffer</a:t>
            </a:r>
          </a:p>
          <a:p>
            <a:pPr lvl="1"/>
            <a:r>
              <a:rPr lang="en-US" altLang="en-US" dirty="0"/>
              <a:t>If the block chosen for removal has been updated, it must be output to disk</a:t>
            </a:r>
          </a:p>
          <a:p>
            <a:r>
              <a:rPr lang="en-US" altLang="en-US" dirty="0"/>
              <a:t>The recovery algorithm supports the </a:t>
            </a:r>
            <a:r>
              <a:rPr lang="en-US" altLang="en-US" b="1" dirty="0">
                <a:solidFill>
                  <a:srgbClr val="002060"/>
                </a:solidFill>
              </a:rPr>
              <a:t>no-force policy</a:t>
            </a:r>
            <a:r>
              <a:rPr lang="en-US" altLang="en-US" dirty="0"/>
              <a:t>: i.e., updated blocks need not be written to disk when transaction commits</a:t>
            </a:r>
          </a:p>
          <a:p>
            <a:pPr lvl="1"/>
            <a:r>
              <a:rPr lang="en-US" altLang="en-US" b="1" dirty="0">
                <a:solidFill>
                  <a:srgbClr val="002060"/>
                </a:solidFill>
              </a:rPr>
              <a:t>force policy</a:t>
            </a:r>
            <a:r>
              <a:rPr lang="en-US" altLang="en-US" dirty="0"/>
              <a:t>: requires updated blocks to be written at commit</a:t>
            </a:r>
          </a:p>
          <a:p>
            <a:pPr lvl="2"/>
            <a:r>
              <a:rPr lang="en-US" altLang="en-US" dirty="0"/>
              <a:t>More expensive commit</a:t>
            </a:r>
          </a:p>
          <a:p>
            <a:r>
              <a:rPr lang="en-US" altLang="en-US" dirty="0"/>
              <a:t>The recovery algorithm supports the </a:t>
            </a:r>
            <a:r>
              <a:rPr lang="en-US" altLang="en-US" b="1" dirty="0">
                <a:solidFill>
                  <a:srgbClr val="002060"/>
                </a:solidFill>
              </a:rPr>
              <a:t>steal policy</a:t>
            </a:r>
            <a:r>
              <a:rPr lang="en-US" altLang="en-US" dirty="0"/>
              <a:t>: i.e., blocks containing updates of uncommitted transactions can be written to disk, even before the transaction commits</a:t>
            </a:r>
          </a:p>
          <a:p>
            <a:pPr lvl="1"/>
            <a:endParaRPr lang="en-US" altLang="en-US" dirty="0"/>
          </a:p>
          <a:p>
            <a:pPr>
              <a:buFont typeface="Monotype Sorts" charset="2"/>
              <a:buNone/>
            </a:pPr>
            <a:endParaRPr lang="en-US" altLang="en-US"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Database Buffering (Cont.)</a:t>
            </a:r>
          </a:p>
        </p:txBody>
      </p:sp>
      <p:sp>
        <p:nvSpPr>
          <p:cNvPr id="36867" name="Rectangle 3"/>
          <p:cNvSpPr>
            <a:spLocks noGrp="1" noChangeArrowheads="1"/>
          </p:cNvSpPr>
          <p:nvPr>
            <p:ph idx="1"/>
          </p:nvPr>
        </p:nvSpPr>
        <p:spPr>
          <a:xfrm>
            <a:off x="734843" y="1093619"/>
            <a:ext cx="7707821" cy="5367972"/>
          </a:xfrm>
          <a:prstGeom prst="rect">
            <a:avLst/>
          </a:prstGeom>
        </p:spPr>
        <p:txBody>
          <a:bodyPr/>
          <a:lstStyle/>
          <a:p>
            <a:pPr>
              <a:lnSpc>
                <a:spcPct val="90000"/>
              </a:lnSpc>
            </a:pPr>
            <a:r>
              <a:rPr lang="en-US" altLang="en-US" dirty="0"/>
              <a:t>If a block with uncommitted updates is output to disk, log records with undo information for the updates are output to the log on stable storage first</a:t>
            </a:r>
          </a:p>
          <a:p>
            <a:pPr marL="800100" lvl="1" indent="-342900">
              <a:lnSpc>
                <a:spcPct val="90000"/>
              </a:lnSpc>
            </a:pPr>
            <a:r>
              <a:rPr lang="en-US" altLang="en-US" dirty="0"/>
              <a:t>(Write ahead logging)</a:t>
            </a:r>
          </a:p>
          <a:p>
            <a:pPr>
              <a:lnSpc>
                <a:spcPct val="90000"/>
              </a:lnSpc>
            </a:pPr>
            <a:r>
              <a:rPr lang="en-US" altLang="en-US" dirty="0"/>
              <a:t>No updates should be in progress on a block when it is output to disk.  Can be ensured as follows.</a:t>
            </a:r>
          </a:p>
          <a:p>
            <a:pPr marL="800100" lvl="1" indent="-342900">
              <a:lnSpc>
                <a:spcPct val="90000"/>
              </a:lnSpc>
            </a:pPr>
            <a:r>
              <a:rPr lang="en-US" altLang="en-US" dirty="0"/>
              <a:t>Before writing a data item, transaction acquires exclusive lock on block containing the data item</a:t>
            </a:r>
          </a:p>
          <a:p>
            <a:pPr marL="800100" lvl="1" indent="-342900">
              <a:lnSpc>
                <a:spcPct val="90000"/>
              </a:lnSpc>
            </a:pPr>
            <a:r>
              <a:rPr lang="en-US" altLang="en-US" dirty="0"/>
              <a:t>Lock can be released once the write is completed. </a:t>
            </a:r>
          </a:p>
          <a:p>
            <a:pPr marL="1200150" lvl="2" indent="-342900">
              <a:lnSpc>
                <a:spcPct val="90000"/>
              </a:lnSpc>
            </a:pPr>
            <a:r>
              <a:rPr lang="en-US" altLang="en-US" dirty="0"/>
              <a:t>Such locks held for short duration are called </a:t>
            </a:r>
            <a:r>
              <a:rPr lang="en-US" altLang="en-US" b="1" dirty="0">
                <a:solidFill>
                  <a:srgbClr val="002060"/>
                </a:solidFill>
              </a:rPr>
              <a:t>latches</a:t>
            </a:r>
            <a:r>
              <a:rPr lang="en-US" altLang="en-US" dirty="0"/>
              <a:t>.</a:t>
            </a:r>
          </a:p>
          <a:p>
            <a:pPr>
              <a:lnSpc>
                <a:spcPct val="90000"/>
              </a:lnSpc>
            </a:pPr>
            <a:r>
              <a:rPr lang="en-US" altLang="en-US" b="1" dirty="0"/>
              <a:t>To output a block to disk</a:t>
            </a:r>
          </a:p>
          <a:p>
            <a:pPr marL="457200" lvl="1" indent="0">
              <a:lnSpc>
                <a:spcPct val="90000"/>
              </a:lnSpc>
              <a:buNone/>
            </a:pPr>
            <a:r>
              <a:rPr lang="en-US" altLang="en-US" dirty="0">
                <a:solidFill>
                  <a:srgbClr val="FF9900"/>
                </a:solidFill>
              </a:rPr>
              <a:t>1.   </a:t>
            </a:r>
            <a:r>
              <a:rPr lang="en-US" altLang="en-US" dirty="0"/>
              <a:t>First acquire an exclusive latch on the block</a:t>
            </a:r>
          </a:p>
          <a:p>
            <a:pPr marL="1200150" lvl="2" indent="-342900">
              <a:lnSpc>
                <a:spcPct val="90000"/>
              </a:lnSpc>
            </a:pPr>
            <a:r>
              <a:rPr lang="en-US" altLang="en-US" dirty="0"/>
              <a:t>Ensures no update can be in progress on the block</a:t>
            </a:r>
          </a:p>
          <a:p>
            <a:pPr marL="457200" lvl="1" indent="0">
              <a:lnSpc>
                <a:spcPct val="90000"/>
              </a:lnSpc>
              <a:buNone/>
            </a:pPr>
            <a:r>
              <a:rPr lang="en-US" altLang="en-US" dirty="0">
                <a:solidFill>
                  <a:srgbClr val="FF9900"/>
                </a:solidFill>
              </a:rPr>
              <a:t>2.   </a:t>
            </a:r>
            <a:r>
              <a:rPr lang="en-US" altLang="en-US" dirty="0"/>
              <a:t>Then perform a </a:t>
            </a:r>
            <a:r>
              <a:rPr lang="en-US" altLang="en-US" b="1" dirty="0">
                <a:solidFill>
                  <a:srgbClr val="002060"/>
                </a:solidFill>
              </a:rPr>
              <a:t>log flush</a:t>
            </a:r>
          </a:p>
          <a:p>
            <a:pPr marL="457200" lvl="1" indent="0">
              <a:lnSpc>
                <a:spcPct val="90000"/>
              </a:lnSpc>
              <a:buNone/>
            </a:pPr>
            <a:r>
              <a:rPr lang="en-US" altLang="en-US" dirty="0">
                <a:solidFill>
                  <a:srgbClr val="FF9900"/>
                </a:solidFill>
              </a:rPr>
              <a:t>3.   </a:t>
            </a:r>
            <a:r>
              <a:rPr lang="en-US" altLang="en-US" dirty="0"/>
              <a:t>Then output the block to disk</a:t>
            </a:r>
          </a:p>
          <a:p>
            <a:pPr marL="457200" lvl="1" indent="0">
              <a:lnSpc>
                <a:spcPct val="90000"/>
              </a:lnSpc>
              <a:buNone/>
            </a:pPr>
            <a:r>
              <a:rPr lang="en-US" altLang="en-US" dirty="0">
                <a:solidFill>
                  <a:srgbClr val="FF9900"/>
                </a:solidFill>
              </a:rPr>
              <a:t>4.   </a:t>
            </a:r>
            <a:r>
              <a:rPr lang="en-US" altLang="en-US" dirty="0"/>
              <a:t>Finally release the latch on the block</a:t>
            </a:r>
          </a:p>
          <a:p>
            <a:pPr marL="800100" lvl="1" indent="-342900">
              <a:lnSpc>
                <a:spcPct val="90000"/>
              </a:lnSpc>
            </a:pPr>
            <a:endParaRPr lang="en-US" altLang="en-US"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Buffer Management (Cont.)</a:t>
            </a:r>
          </a:p>
        </p:txBody>
      </p:sp>
      <p:sp>
        <p:nvSpPr>
          <p:cNvPr id="37891" name="Rectangle 3"/>
          <p:cNvSpPr>
            <a:spLocks noGrp="1" noChangeArrowheads="1"/>
          </p:cNvSpPr>
          <p:nvPr>
            <p:ph idx="1"/>
          </p:nvPr>
        </p:nvSpPr>
        <p:spPr>
          <a:xfrm>
            <a:off x="692458" y="1102497"/>
            <a:ext cx="7679185" cy="3797977"/>
          </a:xfrm>
          <a:prstGeom prst="rect">
            <a:avLst/>
          </a:prstGeom>
        </p:spPr>
        <p:txBody>
          <a:bodyPr/>
          <a:lstStyle/>
          <a:p>
            <a:r>
              <a:rPr lang="en-US" altLang="en-US" dirty="0"/>
              <a:t>Database buffer can be implemented either</a:t>
            </a:r>
          </a:p>
          <a:p>
            <a:pPr lvl="1"/>
            <a:r>
              <a:rPr lang="en-US" altLang="en-US" dirty="0"/>
              <a:t>In an area of real main-memory reserved for the database, or</a:t>
            </a:r>
          </a:p>
          <a:p>
            <a:pPr lvl="1"/>
            <a:r>
              <a:rPr lang="en-US" altLang="en-US" dirty="0"/>
              <a:t>In virtual memory</a:t>
            </a:r>
          </a:p>
          <a:p>
            <a:r>
              <a:rPr lang="en-US" altLang="en-US" dirty="0"/>
              <a:t>Implementing buffer in reserved main-memory has drawbacks:</a:t>
            </a:r>
          </a:p>
          <a:p>
            <a:pPr lvl="1"/>
            <a:r>
              <a:rPr lang="en-US" altLang="en-US" dirty="0"/>
              <a:t>Memory is partitioned before-hand between database buffer and applications, limiting flexibility.  </a:t>
            </a:r>
          </a:p>
          <a:p>
            <a:pPr lvl="1"/>
            <a:r>
              <a:rPr lang="en-US" altLang="en-US" dirty="0"/>
              <a:t>Needs may change, and although operating system knows best how memory should be divided up at any time, it cannot change the partitioning of memory.</a:t>
            </a: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Buffer Management (Cont.)</a:t>
            </a:r>
          </a:p>
        </p:txBody>
      </p:sp>
      <p:sp>
        <p:nvSpPr>
          <p:cNvPr id="38915" name="Rectangle 3"/>
          <p:cNvSpPr>
            <a:spLocks noGrp="1" noChangeArrowheads="1"/>
          </p:cNvSpPr>
          <p:nvPr>
            <p:ph idx="1"/>
          </p:nvPr>
        </p:nvSpPr>
        <p:spPr>
          <a:xfrm>
            <a:off x="692458" y="1102497"/>
            <a:ext cx="7608163" cy="5367972"/>
          </a:xfrm>
          <a:prstGeom prst="rect">
            <a:avLst/>
          </a:prstGeom>
        </p:spPr>
        <p:txBody>
          <a:bodyPr/>
          <a:lstStyle/>
          <a:p>
            <a:pPr>
              <a:lnSpc>
                <a:spcPct val="90000"/>
              </a:lnSpc>
            </a:pPr>
            <a:r>
              <a:rPr lang="en-US" altLang="en-US" dirty="0"/>
              <a:t>Database buffers are generally implemented in virtual memory in spite of some drawbacks: </a:t>
            </a:r>
          </a:p>
          <a:p>
            <a:pPr marL="800100" lvl="1" indent="-342900">
              <a:lnSpc>
                <a:spcPct val="90000"/>
              </a:lnSpc>
            </a:pPr>
            <a:r>
              <a:rPr lang="en-US" altLang="en-US" dirty="0"/>
              <a:t>When operating system needs to evict a page that has been modified, the page is written to swap space on disk.</a:t>
            </a:r>
          </a:p>
          <a:p>
            <a:pPr marL="800100" lvl="1" indent="-342900">
              <a:lnSpc>
                <a:spcPct val="90000"/>
              </a:lnSpc>
            </a:pPr>
            <a:r>
              <a:rPr lang="en-US" altLang="en-US" dirty="0"/>
              <a:t>When database decides to write buffer page to disk, buffer page may be in swap space, and may have to be  read from swap space on disk and output to the database on disk, resulting in extra I/O! </a:t>
            </a:r>
          </a:p>
          <a:p>
            <a:pPr marL="1200150" lvl="2" indent="-342900">
              <a:lnSpc>
                <a:spcPct val="90000"/>
              </a:lnSpc>
            </a:pPr>
            <a:r>
              <a:rPr lang="en-US" altLang="en-US" dirty="0"/>
              <a:t>Known as </a:t>
            </a:r>
            <a:r>
              <a:rPr lang="en-US" altLang="en-US" b="1" dirty="0">
                <a:solidFill>
                  <a:srgbClr val="002060"/>
                </a:solidFill>
              </a:rPr>
              <a:t>dual paging</a:t>
            </a:r>
            <a:r>
              <a:rPr lang="en-US" altLang="en-US" dirty="0">
                <a:solidFill>
                  <a:srgbClr val="002060"/>
                </a:solidFill>
              </a:rPr>
              <a:t> </a:t>
            </a:r>
            <a:r>
              <a:rPr lang="en-US" altLang="en-US" dirty="0"/>
              <a:t>problem.</a:t>
            </a:r>
          </a:p>
          <a:p>
            <a:pPr marL="800100" lvl="1" indent="-342900">
              <a:lnSpc>
                <a:spcPct val="90000"/>
              </a:lnSpc>
            </a:pPr>
            <a:r>
              <a:rPr lang="en-US" altLang="en-US" dirty="0"/>
              <a:t>Ideally when OS needs to evict a page from the buffer, it should pass control to database, which in turn should</a:t>
            </a:r>
          </a:p>
          <a:p>
            <a:pPr marL="1200150" lvl="2" indent="-342900">
              <a:lnSpc>
                <a:spcPct val="90000"/>
              </a:lnSpc>
              <a:buFont typeface="Webdings" panose="05030102010509060703" pitchFamily="18" charset="2"/>
              <a:buAutoNum type="arabicPeriod"/>
            </a:pPr>
            <a:r>
              <a:rPr lang="en-US" altLang="en-US" dirty="0"/>
              <a:t>Output the page to database instead of to swap space (making sure to output log records first), if it is modified</a:t>
            </a:r>
          </a:p>
          <a:p>
            <a:pPr marL="1200150" lvl="2" indent="-342900">
              <a:lnSpc>
                <a:spcPct val="90000"/>
              </a:lnSpc>
              <a:buFont typeface="Webdings" panose="05030102010509060703" pitchFamily="18" charset="2"/>
              <a:buAutoNum type="arabicPeriod"/>
            </a:pPr>
            <a:r>
              <a:rPr lang="en-US" altLang="en-US" dirty="0"/>
              <a:t>Release the page from the buffer, for the OS to use</a:t>
            </a:r>
          </a:p>
          <a:p>
            <a:pPr marL="800100" lvl="1">
              <a:lnSpc>
                <a:spcPct val="90000"/>
              </a:lnSpc>
            </a:pPr>
            <a:r>
              <a:rPr lang="en-US" altLang="en-US" dirty="0"/>
              <a:t>Dual paging can thus be avoided, but common operating systems do not support such functionality.</a:t>
            </a: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Rectangle 3"/>
          <p:cNvSpPr>
            <a:spLocks noGrp="1" noChangeArrowheads="1"/>
          </p:cNvSpPr>
          <p:nvPr>
            <p:ph idx="1"/>
          </p:nvPr>
        </p:nvSpPr>
        <p:spPr>
          <a:xfrm>
            <a:off x="1552074" y="2689593"/>
            <a:ext cx="6978313" cy="907851"/>
          </a:xfrm>
        </p:spPr>
        <p:txBody>
          <a:bodyPr/>
          <a:lstStyle/>
          <a:p>
            <a:pPr marL="0" indent="0" algn="ctr">
              <a:buNone/>
            </a:pPr>
            <a:r>
              <a:rPr lang="en-US" sz="2800" b="1" dirty="0" smtClean="0">
                <a:solidFill>
                  <a:srgbClr val="002060"/>
                </a:solidFill>
                <a:effectLst>
                  <a:outerShdw blurRad="38100" dist="38100" dir="2700000" algn="tl">
                    <a:srgbClr val="C0C0C0"/>
                  </a:outerShdw>
                </a:effectLst>
                <a:latin typeface="+mj-lt"/>
              </a:rPr>
              <a:t>ARIES </a:t>
            </a:r>
            <a:r>
              <a:rPr lang="en-US" sz="2800" b="1" dirty="0">
                <a:solidFill>
                  <a:srgbClr val="002060"/>
                </a:solidFill>
                <a:effectLst>
                  <a:outerShdw blurRad="38100" dist="38100" dir="2700000" algn="tl">
                    <a:srgbClr val="C0C0C0"/>
                  </a:outerShdw>
                </a:effectLst>
                <a:latin typeface="+mj-lt"/>
              </a:rPr>
              <a:t>Recovery Algorithm</a:t>
            </a:r>
            <a:endParaRPr lang="en-US" altLang="en-US" sz="2800" b="1" dirty="0">
              <a:solidFill>
                <a:srgbClr val="002060"/>
              </a:solidFill>
              <a:effectLst>
                <a:outerShdw blurRad="38100" dist="38100" dir="2700000" algn="tl">
                  <a:srgbClr val="C0C0C0"/>
                </a:outerShdw>
              </a:effectLst>
              <a:latin typeface="+mj-lt"/>
            </a:endParaRPr>
          </a:p>
        </p:txBody>
      </p:sp>
    </p:spTree>
    <p:extLst>
      <p:ext uri="{BB962C8B-B14F-4D97-AF65-F5344CB8AC3E}">
        <p14:creationId xmlns:p14="http://schemas.microsoft.com/office/powerpoint/2010/main" val="150463866"/>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ARIES</a:t>
            </a:r>
          </a:p>
        </p:txBody>
      </p:sp>
      <p:sp>
        <p:nvSpPr>
          <p:cNvPr id="58371" name="Rectangle 3"/>
          <p:cNvSpPr>
            <a:spLocks noGrp="1" noChangeArrowheads="1"/>
          </p:cNvSpPr>
          <p:nvPr>
            <p:ph idx="1"/>
          </p:nvPr>
        </p:nvSpPr>
        <p:spPr>
          <a:xfrm>
            <a:off x="683580" y="1102497"/>
            <a:ext cx="7732451" cy="5367972"/>
          </a:xfrm>
        </p:spPr>
        <p:txBody>
          <a:bodyPr/>
          <a:lstStyle/>
          <a:p>
            <a:pPr marL="381000" indent="-381000">
              <a:lnSpc>
                <a:spcPct val="90000"/>
              </a:lnSpc>
            </a:pPr>
            <a:r>
              <a:rPr lang="en-US" altLang="en-US" dirty="0"/>
              <a:t>ARIES is a state of the art recovery method </a:t>
            </a:r>
          </a:p>
          <a:p>
            <a:pPr marL="800100" lvl="1" indent="-342900">
              <a:lnSpc>
                <a:spcPct val="90000"/>
              </a:lnSpc>
            </a:pPr>
            <a:r>
              <a:rPr lang="en-US" altLang="en-US" dirty="0"/>
              <a:t>Incorporates numerous optimizations to reduce overheads during normal processing and to speed up recovery </a:t>
            </a:r>
          </a:p>
          <a:p>
            <a:pPr marL="800100" lvl="1" indent="-342900">
              <a:lnSpc>
                <a:spcPct val="90000"/>
              </a:lnSpc>
            </a:pPr>
            <a:r>
              <a:rPr lang="en-US" altLang="en-US" dirty="0"/>
              <a:t>The recovery algorithm we studied earlier is modeled after ARIES, but greatly simplified by removing optimizations</a:t>
            </a:r>
          </a:p>
          <a:p>
            <a:pPr marL="381000" indent="-381000">
              <a:lnSpc>
                <a:spcPct val="90000"/>
              </a:lnSpc>
            </a:pPr>
            <a:r>
              <a:rPr lang="en-US" altLang="en-US" dirty="0"/>
              <a:t>Unlike the recovery algorithm described earlier, ARIES </a:t>
            </a:r>
          </a:p>
          <a:p>
            <a:pPr marL="457200" lvl="1" indent="0">
              <a:lnSpc>
                <a:spcPct val="90000"/>
              </a:lnSpc>
              <a:buNone/>
            </a:pPr>
            <a:r>
              <a:rPr lang="en-US" altLang="en-US" dirty="0">
                <a:solidFill>
                  <a:srgbClr val="FF9900"/>
                </a:solidFill>
              </a:rPr>
              <a:t>1.   </a:t>
            </a:r>
            <a:r>
              <a:rPr lang="en-US" altLang="en-US" dirty="0"/>
              <a:t>Uses </a:t>
            </a:r>
            <a:r>
              <a:rPr lang="en-US" altLang="en-US" b="1" dirty="0">
                <a:solidFill>
                  <a:srgbClr val="002060"/>
                </a:solidFill>
              </a:rPr>
              <a:t>log sequence number (LSN)</a:t>
            </a:r>
            <a:r>
              <a:rPr lang="en-US" altLang="en-US" dirty="0">
                <a:solidFill>
                  <a:srgbClr val="002060"/>
                </a:solidFill>
              </a:rPr>
              <a:t> </a:t>
            </a:r>
            <a:r>
              <a:rPr lang="en-US" altLang="en-US" dirty="0"/>
              <a:t>to identify log records</a:t>
            </a:r>
          </a:p>
          <a:p>
            <a:pPr marL="1200150" lvl="2" indent="-342900">
              <a:lnSpc>
                <a:spcPct val="90000"/>
              </a:lnSpc>
            </a:pPr>
            <a:r>
              <a:rPr lang="en-US" altLang="en-US" dirty="0"/>
              <a:t>Stores LSNs in pages to identify what updates have already been applied to a database page</a:t>
            </a:r>
          </a:p>
          <a:p>
            <a:pPr marL="457200" lvl="1" indent="0">
              <a:lnSpc>
                <a:spcPct val="90000"/>
              </a:lnSpc>
              <a:buNone/>
            </a:pPr>
            <a:r>
              <a:rPr lang="en-US" altLang="en-US" dirty="0">
                <a:solidFill>
                  <a:srgbClr val="FF9900"/>
                </a:solidFill>
              </a:rPr>
              <a:t>2.   </a:t>
            </a:r>
            <a:r>
              <a:rPr lang="en-US" altLang="en-US" dirty="0"/>
              <a:t>Physiological redo</a:t>
            </a:r>
          </a:p>
          <a:p>
            <a:pPr marL="457200" lvl="1" indent="0">
              <a:lnSpc>
                <a:spcPct val="90000"/>
              </a:lnSpc>
              <a:buNone/>
            </a:pPr>
            <a:r>
              <a:rPr lang="en-US" altLang="en-US" dirty="0">
                <a:solidFill>
                  <a:srgbClr val="FF9900"/>
                </a:solidFill>
              </a:rPr>
              <a:t>3.   </a:t>
            </a:r>
            <a:r>
              <a:rPr lang="en-US" altLang="en-US" dirty="0"/>
              <a:t>Dirty page table to avoid unnecessary </a:t>
            </a:r>
            <a:r>
              <a:rPr lang="en-US" altLang="en-US" dirty="0" err="1"/>
              <a:t>redos</a:t>
            </a:r>
            <a:r>
              <a:rPr lang="en-US" altLang="en-US" dirty="0"/>
              <a:t> during recovery</a:t>
            </a:r>
          </a:p>
          <a:p>
            <a:pPr marL="800100" lvl="1" indent="-342900">
              <a:lnSpc>
                <a:spcPct val="90000"/>
              </a:lnSpc>
              <a:buAutoNum type="arabicPeriod" startAt="3"/>
            </a:pPr>
            <a:endParaRPr lang="en-US" altLang="en-US" sz="400" dirty="0"/>
          </a:p>
          <a:p>
            <a:pPr marL="457200" lvl="1" indent="0">
              <a:lnSpc>
                <a:spcPct val="90000"/>
              </a:lnSpc>
              <a:spcBef>
                <a:spcPts val="0"/>
              </a:spcBef>
              <a:buNone/>
            </a:pPr>
            <a:r>
              <a:rPr lang="en-US" altLang="en-US" dirty="0">
                <a:solidFill>
                  <a:srgbClr val="FF9900"/>
                </a:solidFill>
              </a:rPr>
              <a:t>4.   </a:t>
            </a:r>
            <a:r>
              <a:rPr lang="en-US" altLang="en-US" dirty="0"/>
              <a:t>Fuzzy checkpointing that only records information about dirty pages, </a:t>
            </a:r>
          </a:p>
          <a:p>
            <a:pPr marL="457200" lvl="1" indent="0">
              <a:lnSpc>
                <a:spcPct val="90000"/>
              </a:lnSpc>
              <a:spcBef>
                <a:spcPts val="0"/>
              </a:spcBef>
              <a:buNone/>
            </a:pPr>
            <a:r>
              <a:rPr lang="en-US" altLang="en-US" dirty="0"/>
              <a:t>      and does not require dirty pages to be written out at checkpoint time</a:t>
            </a:r>
          </a:p>
          <a:p>
            <a:pPr marL="1200150" lvl="2" indent="-342900">
              <a:lnSpc>
                <a:spcPct val="90000"/>
              </a:lnSpc>
            </a:pPr>
            <a:r>
              <a:rPr lang="en-US" altLang="en-US" dirty="0"/>
              <a:t>More coming up on each of the above …</a:t>
            </a: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ARIES Optimizations</a:t>
            </a:r>
          </a:p>
        </p:txBody>
      </p:sp>
      <p:sp>
        <p:nvSpPr>
          <p:cNvPr id="59395" name="Rectangle 3"/>
          <p:cNvSpPr>
            <a:spLocks noGrp="1" noChangeArrowheads="1"/>
          </p:cNvSpPr>
          <p:nvPr>
            <p:ph idx="1"/>
          </p:nvPr>
        </p:nvSpPr>
        <p:spPr>
          <a:xfrm>
            <a:off x="692458" y="1102497"/>
            <a:ext cx="7741328" cy="5367972"/>
          </a:xfrm>
        </p:spPr>
        <p:txBody>
          <a:bodyPr/>
          <a:lstStyle/>
          <a:p>
            <a:pPr marL="381000" indent="-381000">
              <a:lnSpc>
                <a:spcPct val="90000"/>
              </a:lnSpc>
            </a:pPr>
            <a:r>
              <a:rPr lang="en-US" altLang="en-US" b="1" dirty="0">
                <a:solidFill>
                  <a:srgbClr val="002060"/>
                </a:solidFill>
              </a:rPr>
              <a:t>Physiological redo</a:t>
            </a:r>
          </a:p>
          <a:p>
            <a:pPr marL="800100" lvl="1" indent="-342900">
              <a:lnSpc>
                <a:spcPct val="90000"/>
              </a:lnSpc>
            </a:pPr>
            <a:r>
              <a:rPr lang="en-US" altLang="en-US" dirty="0"/>
              <a:t>Affected page is physically identified, action within page can be logical</a:t>
            </a:r>
          </a:p>
          <a:p>
            <a:pPr marL="1200150" lvl="2" indent="-342900">
              <a:lnSpc>
                <a:spcPct val="90000"/>
              </a:lnSpc>
            </a:pPr>
            <a:r>
              <a:rPr lang="en-US" altLang="en-US" dirty="0"/>
              <a:t>Used to reduce logging overheads</a:t>
            </a:r>
          </a:p>
          <a:p>
            <a:pPr marL="1543050" lvl="3" indent="-342900">
              <a:lnSpc>
                <a:spcPct val="90000"/>
              </a:lnSpc>
            </a:pPr>
            <a:r>
              <a:rPr lang="en-US" altLang="en-US" dirty="0"/>
              <a:t> e.g. when a record is deleted and all other records have to be moved to fill hole</a:t>
            </a:r>
          </a:p>
          <a:p>
            <a:pPr marL="1885950" lvl="4" indent="-342900">
              <a:lnSpc>
                <a:spcPct val="90000"/>
              </a:lnSpc>
            </a:pPr>
            <a:r>
              <a:rPr lang="en-US" altLang="en-US" dirty="0"/>
              <a:t>Physiological redo can log just the record deletion </a:t>
            </a:r>
          </a:p>
          <a:p>
            <a:pPr marL="1885950" lvl="4" indent="-342900">
              <a:lnSpc>
                <a:spcPct val="90000"/>
              </a:lnSpc>
            </a:pPr>
            <a:r>
              <a:rPr lang="en-US" altLang="en-US" dirty="0"/>
              <a:t>Physical redo would require logging of old and new values for much of the page</a:t>
            </a:r>
          </a:p>
          <a:p>
            <a:pPr marL="1200150" lvl="2" indent="-342900">
              <a:lnSpc>
                <a:spcPct val="90000"/>
              </a:lnSpc>
            </a:pPr>
            <a:r>
              <a:rPr lang="en-US" altLang="en-US" dirty="0"/>
              <a:t>Requires page to be output to disk atomically</a:t>
            </a:r>
          </a:p>
          <a:p>
            <a:pPr marL="1543050" lvl="3" indent="-342900">
              <a:lnSpc>
                <a:spcPct val="90000"/>
              </a:lnSpc>
            </a:pPr>
            <a:r>
              <a:rPr lang="en-US" altLang="en-US" dirty="0"/>
              <a:t>Easy to achieve with hardware RAID, also supported by some disk systems</a:t>
            </a:r>
          </a:p>
          <a:p>
            <a:pPr marL="1543050" lvl="3" indent="-342900">
              <a:lnSpc>
                <a:spcPct val="90000"/>
              </a:lnSpc>
            </a:pPr>
            <a:r>
              <a:rPr lang="en-US" altLang="en-US" dirty="0"/>
              <a:t>Incomplete page output can be detected by checksum techniques, </a:t>
            </a:r>
          </a:p>
          <a:p>
            <a:pPr marL="1885950" lvl="4" indent="-342900">
              <a:lnSpc>
                <a:spcPct val="90000"/>
              </a:lnSpc>
            </a:pPr>
            <a:r>
              <a:rPr lang="en-US" altLang="en-US" dirty="0"/>
              <a:t>But extra actions are required for recovery </a:t>
            </a:r>
          </a:p>
          <a:p>
            <a:pPr marL="1885950" lvl="4" indent="-342900">
              <a:lnSpc>
                <a:spcPct val="90000"/>
              </a:lnSpc>
            </a:pPr>
            <a:r>
              <a:rPr lang="en-US" altLang="en-US" dirty="0"/>
              <a:t>Treated as a media failure</a:t>
            </a:r>
          </a:p>
          <a:p>
            <a:pPr marL="381000" indent="-381000">
              <a:lnSpc>
                <a:spcPct val="90000"/>
              </a:lnSpc>
            </a:pPr>
            <a:endParaRPr lang="en-US" altLang="en-US"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ARIES Data Structures</a:t>
            </a:r>
          </a:p>
        </p:txBody>
      </p:sp>
      <p:sp>
        <p:nvSpPr>
          <p:cNvPr id="60419" name="Rectangle 3"/>
          <p:cNvSpPr>
            <a:spLocks noGrp="1" noChangeArrowheads="1"/>
          </p:cNvSpPr>
          <p:nvPr>
            <p:ph idx="1"/>
          </p:nvPr>
        </p:nvSpPr>
        <p:spPr>
          <a:xfrm>
            <a:off x="692458" y="1102497"/>
            <a:ext cx="7723573" cy="5367972"/>
          </a:xfrm>
        </p:spPr>
        <p:txBody>
          <a:bodyPr/>
          <a:lstStyle/>
          <a:p>
            <a:r>
              <a:rPr lang="en-US" altLang="en-US" dirty="0"/>
              <a:t>ARIES uses several data structures</a:t>
            </a:r>
          </a:p>
          <a:p>
            <a:pPr lvl="1"/>
            <a:r>
              <a:rPr lang="en-US" altLang="en-US" dirty="0"/>
              <a:t>Log sequence number (LSN) identifies each log record</a:t>
            </a:r>
          </a:p>
          <a:p>
            <a:pPr lvl="2"/>
            <a:r>
              <a:rPr lang="en-US" altLang="en-US" dirty="0"/>
              <a:t>Must be sequentially increasing</a:t>
            </a:r>
          </a:p>
          <a:p>
            <a:pPr lvl="2"/>
            <a:r>
              <a:rPr lang="en-US" altLang="en-US" dirty="0"/>
              <a:t>Typically an offset from beginning of log file to allow fast access</a:t>
            </a:r>
          </a:p>
          <a:p>
            <a:pPr lvl="3"/>
            <a:r>
              <a:rPr lang="en-US" altLang="en-US" dirty="0"/>
              <a:t>Easily extended to handle multiple log files</a:t>
            </a:r>
          </a:p>
          <a:p>
            <a:pPr lvl="1"/>
            <a:r>
              <a:rPr lang="en-US" altLang="en-US" dirty="0"/>
              <a:t>Page LSN</a:t>
            </a:r>
          </a:p>
          <a:p>
            <a:pPr lvl="1"/>
            <a:r>
              <a:rPr lang="en-US" altLang="en-US" dirty="0"/>
              <a:t>Log records of several different types</a:t>
            </a:r>
          </a:p>
          <a:p>
            <a:pPr lvl="1"/>
            <a:r>
              <a:rPr lang="en-US" altLang="en-US" dirty="0"/>
              <a:t>Dirty page table</a:t>
            </a:r>
          </a:p>
          <a:p>
            <a:pPr lvl="1"/>
            <a:endParaRPr lang="en-US" altLang="en-US" dirty="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ARIES Data Structures: Page LSN</a:t>
            </a:r>
          </a:p>
        </p:txBody>
      </p:sp>
      <p:sp>
        <p:nvSpPr>
          <p:cNvPr id="61443" name="Rectangle 3"/>
          <p:cNvSpPr>
            <a:spLocks noGrp="1" noChangeArrowheads="1"/>
          </p:cNvSpPr>
          <p:nvPr>
            <p:ph idx="1"/>
          </p:nvPr>
        </p:nvSpPr>
        <p:spPr>
          <a:xfrm>
            <a:off x="735874" y="1031475"/>
            <a:ext cx="7724545" cy="5367972"/>
          </a:xfrm>
        </p:spPr>
        <p:txBody>
          <a:bodyPr/>
          <a:lstStyle/>
          <a:p>
            <a:r>
              <a:rPr lang="en-US" altLang="en-US" dirty="0"/>
              <a:t>Each page contains a </a:t>
            </a:r>
            <a:r>
              <a:rPr lang="en-US" altLang="en-US" b="1" dirty="0" err="1">
                <a:solidFill>
                  <a:srgbClr val="002060"/>
                </a:solidFill>
              </a:rPr>
              <a:t>PageLSN</a:t>
            </a:r>
            <a:r>
              <a:rPr lang="en-US" altLang="en-US" dirty="0"/>
              <a:t> which is the LSN of the last log record whose effects are reflected on the page</a:t>
            </a:r>
          </a:p>
          <a:p>
            <a:pPr lvl="1"/>
            <a:r>
              <a:rPr lang="en-US" altLang="en-US" dirty="0"/>
              <a:t>To update a page:</a:t>
            </a:r>
          </a:p>
          <a:p>
            <a:pPr lvl="2"/>
            <a:r>
              <a:rPr lang="en-US" altLang="en-US" dirty="0"/>
              <a:t>X-latch the page, and write the log record </a:t>
            </a:r>
          </a:p>
          <a:p>
            <a:pPr lvl="2"/>
            <a:r>
              <a:rPr lang="en-US" altLang="en-US" dirty="0"/>
              <a:t>Update the page</a:t>
            </a:r>
          </a:p>
          <a:p>
            <a:pPr lvl="2"/>
            <a:r>
              <a:rPr lang="en-US" altLang="en-US" dirty="0"/>
              <a:t>Record the LSN of the log record in </a:t>
            </a:r>
            <a:r>
              <a:rPr lang="en-US" altLang="en-US" dirty="0" err="1"/>
              <a:t>PageLSN</a:t>
            </a:r>
            <a:endParaRPr lang="en-US" altLang="en-US" dirty="0"/>
          </a:p>
          <a:p>
            <a:pPr lvl="2"/>
            <a:r>
              <a:rPr lang="en-US" altLang="en-US" dirty="0"/>
              <a:t>Unlock page</a:t>
            </a:r>
          </a:p>
          <a:p>
            <a:pPr lvl="1"/>
            <a:r>
              <a:rPr lang="en-US" altLang="en-US" dirty="0"/>
              <a:t>To flush page to disk, must first S-latch page</a:t>
            </a:r>
          </a:p>
          <a:p>
            <a:pPr lvl="2"/>
            <a:r>
              <a:rPr lang="en-US" altLang="en-US" dirty="0"/>
              <a:t>Thus page state on disk is operation consistent</a:t>
            </a:r>
          </a:p>
          <a:p>
            <a:pPr lvl="3"/>
            <a:r>
              <a:rPr lang="en-US" altLang="en-US" dirty="0"/>
              <a:t>Required to support physiological redo</a:t>
            </a:r>
          </a:p>
          <a:p>
            <a:pPr lvl="1"/>
            <a:r>
              <a:rPr lang="en-US" altLang="en-US" dirty="0" err="1"/>
              <a:t>PageLSN</a:t>
            </a:r>
            <a:r>
              <a:rPr lang="en-US" altLang="en-US" dirty="0"/>
              <a:t> is used during recovery to prevent repeated redo </a:t>
            </a:r>
          </a:p>
          <a:p>
            <a:pPr lvl="2"/>
            <a:r>
              <a:rPr lang="en-US" altLang="en-US" dirty="0"/>
              <a:t>Thus ensuring idempotence</a:t>
            </a:r>
          </a:p>
          <a:p>
            <a:endParaRPr lang="en-US" altLang="en-US" dirty="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ARIES Data Structures: Log Record</a:t>
            </a:r>
          </a:p>
        </p:txBody>
      </p:sp>
      <p:sp>
        <p:nvSpPr>
          <p:cNvPr id="62467" name="Rectangle 3"/>
          <p:cNvSpPr>
            <a:spLocks noGrp="1" noChangeArrowheads="1"/>
          </p:cNvSpPr>
          <p:nvPr>
            <p:ph idx="1"/>
          </p:nvPr>
        </p:nvSpPr>
        <p:spPr>
          <a:xfrm>
            <a:off x="701339" y="1102497"/>
            <a:ext cx="7705814" cy="3896588"/>
          </a:xfrm>
        </p:spPr>
        <p:txBody>
          <a:bodyPr/>
          <a:lstStyle/>
          <a:p>
            <a:r>
              <a:rPr lang="en-US" altLang="en-US" dirty="0"/>
              <a:t>Each log record contains LSN of previous log record of the same transaction</a:t>
            </a:r>
            <a:r>
              <a:rPr lang="en-US" altLang="en-US" sz="1800" dirty="0"/>
              <a:t/>
            </a:r>
            <a:br>
              <a:rPr lang="en-US" altLang="en-US" sz="1800" dirty="0"/>
            </a:br>
            <a:r>
              <a:rPr lang="en-US" altLang="en-US" sz="1800" dirty="0"/>
              <a:t/>
            </a:r>
            <a:br>
              <a:rPr lang="en-US" altLang="en-US" sz="1800" dirty="0"/>
            </a:br>
            <a:endParaRPr lang="en-US" altLang="en-US" sz="1800" dirty="0"/>
          </a:p>
          <a:p>
            <a:pPr lvl="1"/>
            <a:r>
              <a:rPr lang="en-US" altLang="en-US" sz="1600" dirty="0"/>
              <a:t>LSN in log record may be implicit</a:t>
            </a:r>
          </a:p>
          <a:p>
            <a:r>
              <a:rPr lang="en-US" altLang="en-US" dirty="0"/>
              <a:t>Special redo-only log record called </a:t>
            </a:r>
            <a:r>
              <a:rPr lang="en-US" altLang="en-US" b="1" dirty="0">
                <a:solidFill>
                  <a:srgbClr val="002060"/>
                </a:solidFill>
              </a:rPr>
              <a:t>compensation log record (CLR) </a:t>
            </a:r>
            <a:r>
              <a:rPr lang="en-US" altLang="en-US" dirty="0"/>
              <a:t>used to log actions taken during recovery that never need to be undone</a:t>
            </a:r>
          </a:p>
          <a:p>
            <a:pPr lvl="1"/>
            <a:r>
              <a:rPr lang="en-US" altLang="en-US" sz="1600" dirty="0"/>
              <a:t>Serves the role of operation-abort log records used in earlier recovery algorithm</a:t>
            </a:r>
          </a:p>
          <a:p>
            <a:pPr lvl="1"/>
            <a:r>
              <a:rPr lang="en-US" altLang="en-US" sz="1600" dirty="0"/>
              <a:t>Has a field </a:t>
            </a:r>
            <a:r>
              <a:rPr lang="en-US" altLang="en-US" sz="1600" dirty="0" err="1"/>
              <a:t>UndoNextLSN</a:t>
            </a:r>
            <a:r>
              <a:rPr lang="en-US" altLang="en-US" sz="1600" dirty="0"/>
              <a:t> to note next (earlier) record to be undone</a:t>
            </a:r>
          </a:p>
          <a:p>
            <a:pPr lvl="2"/>
            <a:r>
              <a:rPr lang="en-US" altLang="en-US" sz="1600" dirty="0"/>
              <a:t>Records in between would have already been undone</a:t>
            </a:r>
          </a:p>
          <a:p>
            <a:pPr lvl="2"/>
            <a:r>
              <a:rPr lang="en-US" altLang="en-US" sz="1600" dirty="0"/>
              <a:t>Required to avoid repeated undo of already undone actions</a:t>
            </a:r>
            <a:endParaRPr lang="en-US" altLang="en-US" dirty="0"/>
          </a:p>
        </p:txBody>
      </p:sp>
      <p:grpSp>
        <p:nvGrpSpPr>
          <p:cNvPr id="62468" name="Group 49"/>
          <p:cNvGrpSpPr>
            <a:grpSpLocks/>
          </p:cNvGrpSpPr>
          <p:nvPr/>
        </p:nvGrpSpPr>
        <p:grpSpPr bwMode="auto">
          <a:xfrm>
            <a:off x="1816602" y="1742872"/>
            <a:ext cx="5475288" cy="414338"/>
            <a:chOff x="1153" y="1117"/>
            <a:chExt cx="3449" cy="261"/>
          </a:xfrm>
        </p:grpSpPr>
        <p:sp>
          <p:nvSpPr>
            <p:cNvPr id="62495" name="Text Box 4"/>
            <p:cNvSpPr txBox="1">
              <a:spLocks noChangeArrowheads="1"/>
            </p:cNvSpPr>
            <p:nvPr/>
          </p:nvSpPr>
          <p:spPr bwMode="auto">
            <a:xfrm>
              <a:off x="1153" y="1122"/>
              <a:ext cx="3449" cy="25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r>
                <a:rPr lang="en-US" altLang="en-US" sz="2000" dirty="0">
                  <a:latin typeface="Tahoma" panose="020B0604030504040204" pitchFamily="34" charset="0"/>
                </a:rPr>
                <a:t>LSN  </a:t>
              </a:r>
              <a:r>
                <a:rPr lang="en-US" altLang="en-US" sz="2000" dirty="0" err="1">
                  <a:latin typeface="Tahoma" panose="020B0604030504040204" pitchFamily="34" charset="0"/>
                </a:rPr>
                <a:t>TransID</a:t>
              </a:r>
              <a:r>
                <a:rPr lang="en-US" altLang="en-US" sz="2000" dirty="0">
                  <a:latin typeface="Tahoma" panose="020B0604030504040204" pitchFamily="34" charset="0"/>
                </a:rPr>
                <a:t>   </a:t>
              </a:r>
              <a:r>
                <a:rPr lang="en-US" altLang="en-US" sz="2000" dirty="0" err="1">
                  <a:latin typeface="Tahoma" panose="020B0604030504040204" pitchFamily="34" charset="0"/>
                </a:rPr>
                <a:t>PrevLSN</a:t>
              </a:r>
              <a:r>
                <a:rPr lang="en-US" altLang="en-US" sz="2000" dirty="0">
                  <a:latin typeface="Tahoma" panose="020B0604030504040204" pitchFamily="34" charset="0"/>
                </a:rPr>
                <a:t>   </a:t>
              </a:r>
              <a:r>
                <a:rPr lang="en-US" altLang="en-US" sz="2000" dirty="0" err="1">
                  <a:latin typeface="Tahoma" panose="020B0604030504040204" pitchFamily="34" charset="0"/>
                </a:rPr>
                <a:t>RedoInfo</a:t>
              </a:r>
              <a:r>
                <a:rPr lang="en-US" altLang="en-US" sz="2000" dirty="0">
                  <a:latin typeface="Tahoma" panose="020B0604030504040204" pitchFamily="34" charset="0"/>
                </a:rPr>
                <a:t>    </a:t>
              </a:r>
              <a:r>
                <a:rPr lang="en-US" altLang="en-US" sz="2000" dirty="0" err="1">
                  <a:latin typeface="Tahoma" panose="020B0604030504040204" pitchFamily="34" charset="0"/>
                </a:rPr>
                <a:t>UndoInfo</a:t>
              </a:r>
              <a:endParaRPr lang="en-US" altLang="en-US" sz="2000" dirty="0">
                <a:latin typeface="Tahoma" panose="020B0604030504040204" pitchFamily="34" charset="0"/>
              </a:endParaRPr>
            </a:p>
          </p:txBody>
        </p:sp>
        <p:sp>
          <p:nvSpPr>
            <p:cNvPr id="62496" name="Line 10"/>
            <p:cNvSpPr>
              <a:spLocks noChangeShapeType="1"/>
            </p:cNvSpPr>
            <p:nvPr/>
          </p:nvSpPr>
          <p:spPr bwMode="auto">
            <a:xfrm flipH="1">
              <a:off x="1545" y="1130"/>
              <a:ext cx="0" cy="24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62497" name="Line 11"/>
            <p:cNvSpPr>
              <a:spLocks noChangeShapeType="1"/>
            </p:cNvSpPr>
            <p:nvPr/>
          </p:nvSpPr>
          <p:spPr bwMode="auto">
            <a:xfrm flipH="1">
              <a:off x="2208" y="1117"/>
              <a:ext cx="0" cy="24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62498" name="Line 12"/>
            <p:cNvSpPr>
              <a:spLocks noChangeShapeType="1"/>
            </p:cNvSpPr>
            <p:nvPr/>
          </p:nvSpPr>
          <p:spPr bwMode="auto">
            <a:xfrm flipH="1">
              <a:off x="2938" y="1126"/>
              <a:ext cx="0" cy="24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62499" name="Line 13"/>
            <p:cNvSpPr>
              <a:spLocks noChangeShapeType="1"/>
            </p:cNvSpPr>
            <p:nvPr/>
          </p:nvSpPr>
          <p:spPr bwMode="auto">
            <a:xfrm flipH="1">
              <a:off x="3751" y="1126"/>
              <a:ext cx="0" cy="24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grpSp>
      <p:grpSp>
        <p:nvGrpSpPr>
          <p:cNvPr id="62469" name="Group 50"/>
          <p:cNvGrpSpPr>
            <a:grpSpLocks/>
          </p:cNvGrpSpPr>
          <p:nvPr/>
        </p:nvGrpSpPr>
        <p:grpSpPr bwMode="auto">
          <a:xfrm>
            <a:off x="2182368" y="4901184"/>
            <a:ext cx="4764532" cy="329675"/>
            <a:chOff x="1575" y="3305"/>
            <a:chExt cx="2992" cy="262"/>
          </a:xfrm>
        </p:grpSpPr>
        <p:sp>
          <p:nvSpPr>
            <p:cNvPr id="62491" name="Rectangle 5"/>
            <p:cNvSpPr>
              <a:spLocks noChangeArrowheads="1"/>
            </p:cNvSpPr>
            <p:nvPr/>
          </p:nvSpPr>
          <p:spPr bwMode="auto">
            <a:xfrm>
              <a:off x="1575" y="3305"/>
              <a:ext cx="2992" cy="25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r>
                <a:rPr kumimoji="1" lang="en-US" altLang="en-US" sz="2000" dirty="0"/>
                <a:t>LSN  </a:t>
              </a:r>
              <a:r>
                <a:rPr kumimoji="1" lang="en-US" altLang="en-US" sz="2000" dirty="0" err="1"/>
                <a:t>TransID</a:t>
              </a:r>
              <a:r>
                <a:rPr kumimoji="1" lang="en-US" altLang="en-US" sz="2000" dirty="0"/>
                <a:t>  </a:t>
              </a:r>
              <a:r>
                <a:rPr kumimoji="1" lang="en-US" altLang="en-US" sz="2000" dirty="0" err="1"/>
                <a:t>UndoNextLSN</a:t>
              </a:r>
              <a:r>
                <a:rPr kumimoji="1" lang="en-US" altLang="en-US" sz="2000" dirty="0"/>
                <a:t>   </a:t>
              </a:r>
              <a:r>
                <a:rPr kumimoji="1" lang="en-US" altLang="en-US" sz="2000" dirty="0" err="1"/>
                <a:t>RedoInfo</a:t>
              </a:r>
              <a:endParaRPr kumimoji="1" lang="en-US" altLang="en-US" sz="2000" dirty="0"/>
            </a:p>
          </p:txBody>
        </p:sp>
        <p:sp>
          <p:nvSpPr>
            <p:cNvPr id="62492" name="Line 14"/>
            <p:cNvSpPr>
              <a:spLocks noChangeShapeType="1"/>
            </p:cNvSpPr>
            <p:nvPr/>
          </p:nvSpPr>
          <p:spPr bwMode="auto">
            <a:xfrm flipH="1">
              <a:off x="2637" y="3319"/>
              <a:ext cx="0" cy="24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62493" name="Line 15"/>
            <p:cNvSpPr>
              <a:spLocks noChangeShapeType="1"/>
            </p:cNvSpPr>
            <p:nvPr/>
          </p:nvSpPr>
          <p:spPr bwMode="auto">
            <a:xfrm flipH="1">
              <a:off x="3789" y="3320"/>
              <a:ext cx="0" cy="24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62494" name="Line 16"/>
            <p:cNvSpPr>
              <a:spLocks noChangeShapeType="1"/>
            </p:cNvSpPr>
            <p:nvPr/>
          </p:nvSpPr>
          <p:spPr bwMode="auto">
            <a:xfrm flipH="1">
              <a:off x="1997" y="3311"/>
              <a:ext cx="0" cy="24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grpSp>
      <p:pic>
        <p:nvPicPr>
          <p:cNvPr id="3" name="Picture 2"/>
          <p:cNvPicPr>
            <a:picLocks noChangeAspect="1"/>
          </p:cNvPicPr>
          <p:nvPr/>
        </p:nvPicPr>
        <p:blipFill>
          <a:blip r:embed="rId3"/>
          <a:stretch>
            <a:fillRect/>
          </a:stretch>
        </p:blipFill>
        <p:spPr>
          <a:xfrm>
            <a:off x="2434866" y="5445167"/>
            <a:ext cx="3927452" cy="849333"/>
          </a:xfrm>
          <a:prstGeom prst="rect">
            <a:avLst/>
          </a:prstGeom>
        </p:spPr>
      </p:pic>
    </p:spTree>
    <p:extLst>
      <p:ext uri="{BB962C8B-B14F-4D97-AF65-F5344CB8AC3E}">
        <p14:creationId xmlns:p14="http://schemas.microsoft.com/office/powerpoint/2010/main" val="1084121525"/>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ARIES Data Structures: DirtyPage Table</a:t>
            </a:r>
          </a:p>
        </p:txBody>
      </p:sp>
      <p:sp>
        <p:nvSpPr>
          <p:cNvPr id="63491" name="Rectangle 3"/>
          <p:cNvSpPr>
            <a:spLocks noGrp="1" noChangeArrowheads="1"/>
          </p:cNvSpPr>
          <p:nvPr>
            <p:ph idx="1"/>
          </p:nvPr>
        </p:nvSpPr>
        <p:spPr>
          <a:xfrm>
            <a:off x="692458" y="1102497"/>
            <a:ext cx="7563775" cy="5367972"/>
          </a:xfrm>
        </p:spPr>
        <p:txBody>
          <a:bodyPr/>
          <a:lstStyle/>
          <a:p>
            <a:r>
              <a:rPr lang="en-US" altLang="en-US" b="1" dirty="0" err="1">
                <a:solidFill>
                  <a:srgbClr val="002060"/>
                </a:solidFill>
              </a:rPr>
              <a:t>DirtyPageTable</a:t>
            </a:r>
            <a:endParaRPr lang="en-US" altLang="en-US" b="1" dirty="0">
              <a:solidFill>
                <a:srgbClr val="002060"/>
              </a:solidFill>
            </a:endParaRPr>
          </a:p>
          <a:p>
            <a:pPr lvl="1"/>
            <a:r>
              <a:rPr lang="en-US" altLang="en-US" dirty="0"/>
              <a:t>List of pages in the buffer that have been updated</a:t>
            </a:r>
          </a:p>
          <a:p>
            <a:pPr lvl="1"/>
            <a:r>
              <a:rPr lang="en-US" altLang="en-US" dirty="0"/>
              <a:t>Contains, for each such page</a:t>
            </a:r>
          </a:p>
          <a:p>
            <a:pPr lvl="2"/>
            <a:r>
              <a:rPr lang="en-US" altLang="en-US" b="1" dirty="0" err="1">
                <a:solidFill>
                  <a:srgbClr val="002060"/>
                </a:solidFill>
              </a:rPr>
              <a:t>PageLSN</a:t>
            </a:r>
            <a:r>
              <a:rPr lang="en-US" altLang="en-US" dirty="0"/>
              <a:t> of the page</a:t>
            </a:r>
          </a:p>
          <a:p>
            <a:pPr lvl="2"/>
            <a:r>
              <a:rPr lang="en-US" altLang="en-US" b="1" dirty="0" err="1">
                <a:solidFill>
                  <a:srgbClr val="002060"/>
                </a:solidFill>
              </a:rPr>
              <a:t>RecLSN</a:t>
            </a:r>
            <a:r>
              <a:rPr lang="en-US" altLang="en-US" b="1" dirty="0">
                <a:solidFill>
                  <a:schemeClr val="tx2"/>
                </a:solidFill>
              </a:rPr>
              <a:t> </a:t>
            </a:r>
            <a:r>
              <a:rPr lang="en-US" altLang="en-US" dirty="0"/>
              <a:t>is an LSN such that log records before this LSN have already been applied to the page version on disk</a:t>
            </a:r>
          </a:p>
          <a:p>
            <a:pPr lvl="3"/>
            <a:r>
              <a:rPr lang="en-US" altLang="en-US" dirty="0"/>
              <a:t>Set to current end of log when a page is inserted into dirty page table (just before being updated)</a:t>
            </a:r>
          </a:p>
          <a:p>
            <a:pPr lvl="3"/>
            <a:r>
              <a:rPr lang="en-US" altLang="en-US" dirty="0"/>
              <a:t>Recorded in checkpoints, helps to minimize redo work</a:t>
            </a: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title"/>
          </p:nvPr>
        </p:nvSpPr>
        <p:spPr>
          <a:noFill/>
          <a:extLst>
            <a:ext uri="{909E8E84-426E-40DD-AFC4-6F175D3DCCD1}">
              <a14:hiddenFill xmlns:a14="http://schemas.microsoft.com/office/drawing/2010/main">
                <a:solidFill>
                  <a:srgbClr val="FFFFFF"/>
                </a:solidFill>
              </a14:hiddenFill>
            </a:ext>
          </a:extLst>
        </p:spPr>
        <p:txBody>
          <a:bodyPr/>
          <a:lstStyle/>
          <a:p>
            <a:r>
              <a:rPr lang="en-US" altLang="en-US">
                <a:effectLst/>
              </a:rPr>
              <a:t>ARIES Data Structures</a:t>
            </a:r>
          </a:p>
        </p:txBody>
      </p:sp>
      <p:pic>
        <p:nvPicPr>
          <p:cNvPr id="3" name="Graphic 2">
            <a:extLst>
              <a:ext uri="{FF2B5EF4-FFF2-40B4-BE49-F238E27FC236}">
                <a16:creationId xmlns:a16="http://schemas.microsoft.com/office/drawing/2014/main" id="{66424AC4-F86E-4FFE-BA07-F2924FFEF1D5}"/>
              </a:ext>
            </a:extLst>
          </p:cNvPr>
          <p:cNvPicPr>
            <a:picLocks noChangeAspect="1"/>
          </p:cNvPicPr>
          <p:nvPr/>
        </p:nvPicPr>
        <p:blipFill>
          <a:blip r:embed="rId2">
            <a:extLst>
              <a:ext uri="{96DAC541-7B7A-43D3-8B79-37D633B846F1}">
                <asvg:svgBlip xmlns:asvg="http://schemas.microsoft.com/office/drawing/2016/SVG/main" xmlns="" r:embed="rId3"/>
              </a:ext>
            </a:extLst>
          </a:blip>
          <a:stretch>
            <a:fillRect/>
          </a:stretch>
        </p:blipFill>
        <p:spPr>
          <a:xfrm>
            <a:off x="958045" y="914401"/>
            <a:ext cx="7227909" cy="5503408"/>
          </a:xfrm>
          <a:prstGeom prst="rect">
            <a:avLst/>
          </a:prstGeom>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ARIES Data Structures: Checkpoint Log</a:t>
            </a:r>
          </a:p>
        </p:txBody>
      </p:sp>
      <p:sp>
        <p:nvSpPr>
          <p:cNvPr id="65539" name="Rectangle 3"/>
          <p:cNvSpPr>
            <a:spLocks noGrp="1" noChangeArrowheads="1"/>
          </p:cNvSpPr>
          <p:nvPr>
            <p:ph idx="1"/>
          </p:nvPr>
        </p:nvSpPr>
        <p:spPr>
          <a:xfrm>
            <a:off x="665824" y="1102497"/>
            <a:ext cx="7741329" cy="5367972"/>
          </a:xfrm>
        </p:spPr>
        <p:txBody>
          <a:bodyPr/>
          <a:lstStyle/>
          <a:p>
            <a:r>
              <a:rPr lang="en-US" altLang="en-US" b="1" dirty="0">
                <a:solidFill>
                  <a:srgbClr val="002060"/>
                </a:solidFill>
              </a:rPr>
              <a:t>Checkpoint log record</a:t>
            </a:r>
          </a:p>
          <a:p>
            <a:pPr lvl="1"/>
            <a:r>
              <a:rPr lang="en-US" altLang="en-US" dirty="0"/>
              <a:t>Contains: </a:t>
            </a:r>
          </a:p>
          <a:p>
            <a:pPr lvl="2"/>
            <a:r>
              <a:rPr lang="en-US" altLang="en-US" dirty="0" err="1"/>
              <a:t>DirtyPageTable</a:t>
            </a:r>
            <a:r>
              <a:rPr lang="en-US" altLang="en-US" dirty="0"/>
              <a:t> and list of active transactions</a:t>
            </a:r>
          </a:p>
          <a:p>
            <a:pPr lvl="2"/>
            <a:r>
              <a:rPr lang="en-US" altLang="en-US" dirty="0"/>
              <a:t>For each active transaction, </a:t>
            </a:r>
            <a:r>
              <a:rPr lang="en-US" altLang="en-US" dirty="0" err="1"/>
              <a:t>LastLSN</a:t>
            </a:r>
            <a:r>
              <a:rPr lang="en-US" altLang="en-US" dirty="0"/>
              <a:t>, the LSN of the last log record written by the transaction</a:t>
            </a:r>
          </a:p>
          <a:p>
            <a:pPr lvl="1"/>
            <a:r>
              <a:rPr lang="en-US" altLang="en-US" dirty="0"/>
              <a:t>Fixed position on disk notes LSN of last completed</a:t>
            </a:r>
            <a:br>
              <a:rPr lang="en-US" altLang="en-US" dirty="0"/>
            </a:br>
            <a:r>
              <a:rPr lang="en-US" altLang="en-US" dirty="0"/>
              <a:t>checkpoint log record</a:t>
            </a:r>
          </a:p>
          <a:p>
            <a:r>
              <a:rPr lang="en-US" altLang="en-US" dirty="0"/>
              <a:t>Dirty pages are not written out at checkpoint time</a:t>
            </a:r>
          </a:p>
          <a:p>
            <a:pPr lvl="2"/>
            <a:r>
              <a:rPr lang="en-US" altLang="en-US" dirty="0"/>
              <a:t>Instead, they are flushed out continuously, in the background</a:t>
            </a:r>
          </a:p>
          <a:p>
            <a:r>
              <a:rPr lang="en-US" altLang="en-US" dirty="0"/>
              <a:t>Checkpoint is thus very low overhead</a:t>
            </a:r>
          </a:p>
          <a:p>
            <a:pPr lvl="1"/>
            <a:r>
              <a:rPr lang="en-US" altLang="en-US" dirty="0"/>
              <a:t>can be done frequently</a:t>
            </a: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ARIES Recovery Algorithm</a:t>
            </a:r>
          </a:p>
        </p:txBody>
      </p:sp>
      <p:sp>
        <p:nvSpPr>
          <p:cNvPr id="66563" name="Rectangle 3"/>
          <p:cNvSpPr>
            <a:spLocks noGrp="1" noChangeArrowheads="1"/>
          </p:cNvSpPr>
          <p:nvPr>
            <p:ph idx="1"/>
          </p:nvPr>
        </p:nvSpPr>
        <p:spPr>
          <a:xfrm>
            <a:off x="683580" y="1102497"/>
            <a:ext cx="7785717" cy="5367972"/>
          </a:xfrm>
        </p:spPr>
        <p:txBody>
          <a:bodyPr/>
          <a:lstStyle/>
          <a:p>
            <a:pPr>
              <a:buFont typeface="Monotype Sorts" charset="2"/>
              <a:buNone/>
            </a:pPr>
            <a:r>
              <a:rPr lang="en-US" altLang="en-US" dirty="0"/>
              <a:t>ARIES recovery involves three passes</a:t>
            </a:r>
          </a:p>
          <a:p>
            <a:r>
              <a:rPr lang="en-US" altLang="en-US" dirty="0">
                <a:solidFill>
                  <a:srgbClr val="002060"/>
                </a:solidFill>
              </a:rPr>
              <a:t>Analysis pass</a:t>
            </a:r>
            <a:r>
              <a:rPr lang="en-US" altLang="en-US" dirty="0"/>
              <a:t>: Determines</a:t>
            </a:r>
          </a:p>
          <a:p>
            <a:pPr lvl="1"/>
            <a:r>
              <a:rPr lang="en-US" altLang="en-US" dirty="0"/>
              <a:t>Which transactions to undo</a:t>
            </a:r>
          </a:p>
          <a:p>
            <a:pPr lvl="1"/>
            <a:r>
              <a:rPr lang="en-US" altLang="en-US" dirty="0"/>
              <a:t>Which pages were dirty (disk version not up to date) at time of crash</a:t>
            </a:r>
          </a:p>
          <a:p>
            <a:pPr lvl="1"/>
            <a:r>
              <a:rPr lang="en-US" altLang="en-US" dirty="0" err="1">
                <a:solidFill>
                  <a:srgbClr val="002060"/>
                </a:solidFill>
              </a:rPr>
              <a:t>RedoLSN</a:t>
            </a:r>
            <a:r>
              <a:rPr lang="en-US" altLang="en-US" dirty="0"/>
              <a:t>: LSN from which redo should start</a:t>
            </a:r>
          </a:p>
          <a:p>
            <a:r>
              <a:rPr lang="en-US" altLang="en-US" dirty="0">
                <a:solidFill>
                  <a:srgbClr val="002060"/>
                </a:solidFill>
              </a:rPr>
              <a:t>Redo pass</a:t>
            </a:r>
            <a:r>
              <a:rPr lang="en-US" altLang="en-US" dirty="0"/>
              <a:t>:</a:t>
            </a:r>
          </a:p>
          <a:p>
            <a:pPr lvl="1"/>
            <a:r>
              <a:rPr lang="en-US" altLang="en-US" dirty="0"/>
              <a:t>Repeats history, redoing all actions from </a:t>
            </a:r>
            <a:r>
              <a:rPr lang="en-US" altLang="en-US" dirty="0" err="1"/>
              <a:t>RedoLSN</a:t>
            </a:r>
            <a:r>
              <a:rPr lang="en-US" altLang="en-US" dirty="0"/>
              <a:t> </a:t>
            </a:r>
          </a:p>
          <a:p>
            <a:pPr lvl="2"/>
            <a:r>
              <a:rPr lang="en-US" altLang="en-US" dirty="0" err="1"/>
              <a:t>RecLSN</a:t>
            </a:r>
            <a:r>
              <a:rPr lang="en-US" altLang="en-US" dirty="0"/>
              <a:t> and </a:t>
            </a:r>
            <a:r>
              <a:rPr lang="en-US" altLang="en-US" dirty="0" err="1"/>
              <a:t>PageLSNs</a:t>
            </a:r>
            <a:r>
              <a:rPr lang="en-US" altLang="en-US" dirty="0"/>
              <a:t> are used to avoid redoing actions already reflected on page </a:t>
            </a:r>
          </a:p>
          <a:p>
            <a:r>
              <a:rPr lang="en-US" altLang="en-US" dirty="0">
                <a:solidFill>
                  <a:srgbClr val="002060"/>
                </a:solidFill>
              </a:rPr>
              <a:t>Undo pass</a:t>
            </a:r>
            <a:r>
              <a:rPr lang="en-US" altLang="en-US" dirty="0"/>
              <a:t>:</a:t>
            </a:r>
          </a:p>
          <a:p>
            <a:pPr lvl="1"/>
            <a:r>
              <a:rPr lang="en-US" altLang="en-US" dirty="0"/>
              <a:t>Rolls back all incomplete transactions</a:t>
            </a:r>
          </a:p>
          <a:p>
            <a:pPr lvl="2"/>
            <a:r>
              <a:rPr lang="en-US" altLang="en-US" dirty="0"/>
              <a:t>Transactions whose abort was complete earlier are not undone</a:t>
            </a:r>
          </a:p>
          <a:p>
            <a:pPr lvl="3"/>
            <a:r>
              <a:rPr lang="en-US" altLang="en-US" dirty="0"/>
              <a:t>Key idea: no need to undo these transactions: earlier undo actions were logged, and are redone as required</a:t>
            </a: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Aries Recovery: 3 Passes</a:t>
            </a:r>
          </a:p>
        </p:txBody>
      </p:sp>
      <p:sp>
        <p:nvSpPr>
          <p:cNvPr id="67587" name="Rectangle 3"/>
          <p:cNvSpPr>
            <a:spLocks noGrp="1" noChangeArrowheads="1"/>
          </p:cNvSpPr>
          <p:nvPr>
            <p:ph idx="1"/>
          </p:nvPr>
        </p:nvSpPr>
        <p:spPr>
          <a:xfrm>
            <a:off x="712786" y="1102497"/>
            <a:ext cx="7718427" cy="5367972"/>
          </a:xfrm>
        </p:spPr>
        <p:txBody>
          <a:bodyPr/>
          <a:lstStyle/>
          <a:p>
            <a:r>
              <a:rPr lang="en-US" altLang="en-US" dirty="0"/>
              <a:t>Analysis, redo and undo passes</a:t>
            </a:r>
          </a:p>
          <a:p>
            <a:r>
              <a:rPr lang="en-US" altLang="en-US" dirty="0"/>
              <a:t>Analysis determines where redo should start</a:t>
            </a:r>
          </a:p>
          <a:p>
            <a:r>
              <a:rPr lang="en-US" altLang="en-US" dirty="0"/>
              <a:t>Undo has to go back till start of earliest incomplete transaction</a:t>
            </a:r>
          </a:p>
        </p:txBody>
      </p:sp>
      <p:grpSp>
        <p:nvGrpSpPr>
          <p:cNvPr id="67588" name="Group 4"/>
          <p:cNvGrpSpPr>
            <a:grpSpLocks/>
          </p:cNvGrpSpPr>
          <p:nvPr/>
        </p:nvGrpSpPr>
        <p:grpSpPr bwMode="auto">
          <a:xfrm>
            <a:off x="549275" y="3009735"/>
            <a:ext cx="8262938" cy="1933575"/>
            <a:chOff x="430" y="2791"/>
            <a:chExt cx="5205" cy="1218"/>
          </a:xfrm>
        </p:grpSpPr>
        <p:sp>
          <p:nvSpPr>
            <p:cNvPr id="67589" name="Line 5"/>
            <p:cNvSpPr>
              <a:spLocks noChangeShapeType="1"/>
            </p:cNvSpPr>
            <p:nvPr/>
          </p:nvSpPr>
          <p:spPr bwMode="auto">
            <a:xfrm>
              <a:off x="430" y="3355"/>
              <a:ext cx="4717" cy="0"/>
            </a:xfrm>
            <a:prstGeom prst="line">
              <a:avLst/>
            </a:prstGeom>
            <a:noFill/>
            <a:ln w="635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67590" name="Text Box 6"/>
            <p:cNvSpPr txBox="1">
              <a:spLocks noChangeArrowheads="1"/>
            </p:cNvSpPr>
            <p:nvPr/>
          </p:nvSpPr>
          <p:spPr bwMode="auto">
            <a:xfrm>
              <a:off x="3133" y="2836"/>
              <a:ext cx="1005"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r>
                <a:rPr lang="en-US" altLang="en-US"/>
                <a:t>Last checkpoint</a:t>
              </a:r>
            </a:p>
          </p:txBody>
        </p:sp>
        <p:sp>
          <p:nvSpPr>
            <p:cNvPr id="67591" name="Text Box 7"/>
            <p:cNvSpPr txBox="1">
              <a:spLocks noChangeArrowheads="1"/>
            </p:cNvSpPr>
            <p:nvPr/>
          </p:nvSpPr>
          <p:spPr bwMode="auto">
            <a:xfrm>
              <a:off x="445" y="3440"/>
              <a:ext cx="329"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r>
                <a:rPr lang="en-US" altLang="en-US"/>
                <a:t>Log</a:t>
              </a:r>
            </a:p>
          </p:txBody>
        </p:sp>
        <p:sp>
          <p:nvSpPr>
            <p:cNvPr id="67592" name="Line 8"/>
            <p:cNvSpPr>
              <a:spLocks noChangeShapeType="1"/>
            </p:cNvSpPr>
            <p:nvPr/>
          </p:nvSpPr>
          <p:spPr bwMode="auto">
            <a:xfrm>
              <a:off x="5211" y="3273"/>
              <a:ext cx="421"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67593" name="Text Box 9"/>
            <p:cNvSpPr txBox="1">
              <a:spLocks noChangeArrowheads="1"/>
            </p:cNvSpPr>
            <p:nvPr/>
          </p:nvSpPr>
          <p:spPr bwMode="auto">
            <a:xfrm>
              <a:off x="5235" y="3002"/>
              <a:ext cx="40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r>
                <a:rPr lang="en-US" altLang="en-US"/>
                <a:t>Time</a:t>
              </a:r>
            </a:p>
          </p:txBody>
        </p:sp>
        <p:sp>
          <p:nvSpPr>
            <p:cNvPr id="67594" name="Line 10"/>
            <p:cNvSpPr>
              <a:spLocks noChangeShapeType="1"/>
            </p:cNvSpPr>
            <p:nvPr/>
          </p:nvSpPr>
          <p:spPr bwMode="auto">
            <a:xfrm>
              <a:off x="3612" y="3080"/>
              <a:ext cx="0"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67595" name="Line 11"/>
            <p:cNvSpPr>
              <a:spLocks noChangeShapeType="1"/>
            </p:cNvSpPr>
            <p:nvPr/>
          </p:nvSpPr>
          <p:spPr bwMode="auto">
            <a:xfrm>
              <a:off x="3620" y="3592"/>
              <a:ext cx="1518"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wrap="none"/>
            <a:lstStyle/>
            <a:p>
              <a:endParaRPr lang="en-US"/>
            </a:p>
          </p:txBody>
        </p:sp>
        <p:sp>
          <p:nvSpPr>
            <p:cNvPr id="67596" name="Line 12"/>
            <p:cNvSpPr>
              <a:spLocks noChangeShapeType="1"/>
            </p:cNvSpPr>
            <p:nvPr/>
          </p:nvSpPr>
          <p:spPr bwMode="auto">
            <a:xfrm>
              <a:off x="5083" y="3054"/>
              <a:ext cx="0" cy="237"/>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67597" name="Text Box 13"/>
            <p:cNvSpPr txBox="1">
              <a:spLocks noChangeArrowheads="1"/>
            </p:cNvSpPr>
            <p:nvPr/>
          </p:nvSpPr>
          <p:spPr bwMode="auto">
            <a:xfrm>
              <a:off x="4660" y="2791"/>
              <a:ext cx="735"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r>
                <a:rPr lang="en-US" altLang="en-US"/>
                <a:t>End of Log</a:t>
              </a:r>
            </a:p>
          </p:txBody>
        </p:sp>
        <p:sp>
          <p:nvSpPr>
            <p:cNvPr id="67598" name="Text Box 14"/>
            <p:cNvSpPr txBox="1">
              <a:spLocks noChangeArrowheads="1"/>
            </p:cNvSpPr>
            <p:nvPr/>
          </p:nvSpPr>
          <p:spPr bwMode="auto">
            <a:xfrm>
              <a:off x="4001" y="3403"/>
              <a:ext cx="89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r>
                <a:rPr lang="en-US" altLang="en-US"/>
                <a:t>Analysis pass</a:t>
              </a:r>
            </a:p>
          </p:txBody>
        </p:sp>
        <p:sp>
          <p:nvSpPr>
            <p:cNvPr id="67599" name="Line 15"/>
            <p:cNvSpPr>
              <a:spLocks noChangeShapeType="1"/>
            </p:cNvSpPr>
            <p:nvPr/>
          </p:nvSpPr>
          <p:spPr bwMode="auto">
            <a:xfrm>
              <a:off x="2542" y="3758"/>
              <a:ext cx="2605"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wrap="none"/>
            <a:lstStyle/>
            <a:p>
              <a:endParaRPr lang="en-US"/>
            </a:p>
          </p:txBody>
        </p:sp>
        <p:sp>
          <p:nvSpPr>
            <p:cNvPr id="67600" name="Text Box 16"/>
            <p:cNvSpPr txBox="1">
              <a:spLocks noChangeArrowheads="1"/>
            </p:cNvSpPr>
            <p:nvPr/>
          </p:nvSpPr>
          <p:spPr bwMode="auto">
            <a:xfrm>
              <a:off x="2639" y="3513"/>
              <a:ext cx="727"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r>
                <a:rPr lang="en-US" altLang="en-US"/>
                <a:t>Redo pass</a:t>
              </a:r>
            </a:p>
          </p:txBody>
        </p:sp>
        <p:sp>
          <p:nvSpPr>
            <p:cNvPr id="67601" name="Line 17"/>
            <p:cNvSpPr>
              <a:spLocks noChangeShapeType="1"/>
            </p:cNvSpPr>
            <p:nvPr/>
          </p:nvSpPr>
          <p:spPr bwMode="auto">
            <a:xfrm flipH="1">
              <a:off x="2999" y="3977"/>
              <a:ext cx="2112"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wrap="none"/>
            <a:lstStyle/>
            <a:p>
              <a:endParaRPr lang="en-US"/>
            </a:p>
          </p:txBody>
        </p:sp>
        <p:sp>
          <p:nvSpPr>
            <p:cNvPr id="67602" name="Text Box 18"/>
            <p:cNvSpPr txBox="1">
              <a:spLocks noChangeArrowheads="1"/>
            </p:cNvSpPr>
            <p:nvPr/>
          </p:nvSpPr>
          <p:spPr bwMode="auto">
            <a:xfrm>
              <a:off x="3599" y="3797"/>
              <a:ext cx="727"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r>
                <a:rPr lang="en-US" altLang="en-US"/>
                <a:t>Undo pass</a:t>
              </a:r>
            </a:p>
          </p:txBody>
        </p:sp>
      </p:gr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ARIES Recovery: Analysis</a:t>
            </a:r>
          </a:p>
        </p:txBody>
      </p:sp>
      <p:sp>
        <p:nvSpPr>
          <p:cNvPr id="68611" name="Rectangle 3"/>
          <p:cNvSpPr>
            <a:spLocks noGrp="1" noChangeArrowheads="1"/>
          </p:cNvSpPr>
          <p:nvPr>
            <p:ph idx="1"/>
          </p:nvPr>
        </p:nvSpPr>
        <p:spPr>
          <a:xfrm>
            <a:off x="656948" y="1102497"/>
            <a:ext cx="7750205" cy="5367972"/>
          </a:xfrm>
        </p:spPr>
        <p:txBody>
          <a:bodyPr/>
          <a:lstStyle/>
          <a:p>
            <a:pPr>
              <a:buFont typeface="Monotype Sorts" charset="2"/>
              <a:buNone/>
            </a:pPr>
            <a:r>
              <a:rPr lang="en-US" altLang="en-US" b="1" dirty="0"/>
              <a:t>Analysis pass</a:t>
            </a:r>
          </a:p>
          <a:p>
            <a:r>
              <a:rPr lang="en-US" altLang="en-US" dirty="0"/>
              <a:t>Starts from last complete checkpoint log record</a:t>
            </a:r>
          </a:p>
          <a:p>
            <a:pPr lvl="1"/>
            <a:r>
              <a:rPr lang="en-US" altLang="en-US" dirty="0"/>
              <a:t>Reads </a:t>
            </a:r>
            <a:r>
              <a:rPr lang="en-US" altLang="en-US" dirty="0" err="1"/>
              <a:t>DirtyPageTable</a:t>
            </a:r>
            <a:r>
              <a:rPr lang="en-US" altLang="en-US" dirty="0"/>
              <a:t> from log record</a:t>
            </a:r>
          </a:p>
          <a:p>
            <a:pPr lvl="1"/>
            <a:r>
              <a:rPr lang="en-US" altLang="en-US" dirty="0"/>
              <a:t>Sets </a:t>
            </a:r>
            <a:r>
              <a:rPr lang="en-US" altLang="en-US" dirty="0" err="1"/>
              <a:t>RedoLSN</a:t>
            </a:r>
            <a:r>
              <a:rPr lang="en-US" altLang="en-US" dirty="0"/>
              <a:t> = min of </a:t>
            </a:r>
            <a:r>
              <a:rPr lang="en-US" altLang="en-US" dirty="0" err="1"/>
              <a:t>RecLSNs</a:t>
            </a:r>
            <a:r>
              <a:rPr lang="en-US" altLang="en-US" dirty="0"/>
              <a:t> of all pages in </a:t>
            </a:r>
            <a:r>
              <a:rPr lang="en-US" altLang="en-US" dirty="0" err="1"/>
              <a:t>DirtyPageTable</a:t>
            </a:r>
            <a:endParaRPr lang="en-US" altLang="en-US" dirty="0"/>
          </a:p>
          <a:p>
            <a:pPr lvl="2"/>
            <a:r>
              <a:rPr lang="en-US" altLang="en-US" dirty="0"/>
              <a:t>In case no pages are dirty, </a:t>
            </a:r>
            <a:r>
              <a:rPr lang="en-US" altLang="en-US" dirty="0" err="1"/>
              <a:t>RedoLSN</a:t>
            </a:r>
            <a:r>
              <a:rPr lang="en-US" altLang="en-US" dirty="0"/>
              <a:t> = checkpoint record</a:t>
            </a:r>
            <a:r>
              <a:rPr lang="ja-JP" altLang="en-US" dirty="0"/>
              <a:t>’</a:t>
            </a:r>
            <a:r>
              <a:rPr lang="en-US" altLang="ja-JP" dirty="0"/>
              <a:t>s LSN</a:t>
            </a:r>
          </a:p>
          <a:p>
            <a:pPr lvl="1"/>
            <a:r>
              <a:rPr lang="en-US" altLang="en-US" dirty="0"/>
              <a:t>Sets undo-list = list of transactions in checkpoint log record</a:t>
            </a:r>
          </a:p>
          <a:p>
            <a:pPr lvl="1"/>
            <a:r>
              <a:rPr lang="en-US" altLang="en-US" dirty="0"/>
              <a:t>Reads LSN of last log record for each transaction in undo-list from checkpoint log record</a:t>
            </a:r>
          </a:p>
          <a:p>
            <a:r>
              <a:rPr lang="en-US" altLang="en-US" dirty="0"/>
              <a:t>Scans forward from checkpoint</a:t>
            </a:r>
          </a:p>
          <a:p>
            <a:r>
              <a:rPr lang="en-US" altLang="en-US" dirty="0"/>
              <a:t>.. Cont. on next page …</a:t>
            </a: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ARIES Recovery: Analysis (Cont.)</a:t>
            </a:r>
          </a:p>
        </p:txBody>
      </p:sp>
      <p:sp>
        <p:nvSpPr>
          <p:cNvPr id="69635" name="Rectangle 3"/>
          <p:cNvSpPr>
            <a:spLocks noGrp="1" noChangeArrowheads="1"/>
          </p:cNvSpPr>
          <p:nvPr>
            <p:ph idx="1"/>
          </p:nvPr>
        </p:nvSpPr>
        <p:spPr>
          <a:xfrm>
            <a:off x="683581" y="1102497"/>
            <a:ext cx="7803472" cy="5367972"/>
          </a:xfrm>
        </p:spPr>
        <p:txBody>
          <a:bodyPr/>
          <a:lstStyle/>
          <a:p>
            <a:pPr>
              <a:buFont typeface="Monotype Sorts" charset="2"/>
              <a:buNone/>
            </a:pPr>
            <a:r>
              <a:rPr lang="en-US" altLang="en-US" b="1" dirty="0"/>
              <a:t>Analysis pass (cont.)</a:t>
            </a:r>
          </a:p>
          <a:p>
            <a:r>
              <a:rPr lang="en-US" altLang="en-US" dirty="0"/>
              <a:t>Scans forward from checkpoint</a:t>
            </a:r>
          </a:p>
          <a:p>
            <a:pPr lvl="1"/>
            <a:r>
              <a:rPr lang="en-US" altLang="en-US" dirty="0"/>
              <a:t>If any log record found for transaction not in undo-list, adds transaction to undo-list</a:t>
            </a:r>
          </a:p>
          <a:p>
            <a:pPr lvl="1"/>
            <a:r>
              <a:rPr lang="en-US" altLang="en-US" dirty="0"/>
              <a:t>Whenever an update log record is found</a:t>
            </a:r>
          </a:p>
          <a:p>
            <a:pPr lvl="2"/>
            <a:r>
              <a:rPr lang="en-US" altLang="en-US" dirty="0"/>
              <a:t>If page is not in </a:t>
            </a:r>
            <a:r>
              <a:rPr lang="en-US" altLang="en-US" dirty="0" err="1"/>
              <a:t>DirtyPageTable</a:t>
            </a:r>
            <a:r>
              <a:rPr lang="en-US" altLang="en-US" dirty="0"/>
              <a:t>, it is added with </a:t>
            </a:r>
            <a:r>
              <a:rPr lang="en-US" altLang="en-US" dirty="0" err="1"/>
              <a:t>RecLSN</a:t>
            </a:r>
            <a:r>
              <a:rPr lang="en-US" altLang="en-US" dirty="0"/>
              <a:t> set to LSN of the update log record</a:t>
            </a:r>
          </a:p>
          <a:p>
            <a:pPr lvl="1"/>
            <a:r>
              <a:rPr lang="en-US" altLang="en-US" dirty="0"/>
              <a:t>If transaction end log record found, delete transaction from undo-list</a:t>
            </a:r>
          </a:p>
          <a:p>
            <a:pPr lvl="1"/>
            <a:r>
              <a:rPr lang="en-US" altLang="en-US" dirty="0"/>
              <a:t>Keeps track of last log record for each transaction in undo-list</a:t>
            </a:r>
          </a:p>
          <a:p>
            <a:pPr lvl="2"/>
            <a:r>
              <a:rPr lang="en-US" altLang="en-US" dirty="0"/>
              <a:t>May be needed for later undo</a:t>
            </a:r>
          </a:p>
          <a:p>
            <a:r>
              <a:rPr lang="en-US" altLang="en-US" dirty="0"/>
              <a:t>At end of analysis pass:</a:t>
            </a:r>
          </a:p>
          <a:p>
            <a:pPr lvl="1"/>
            <a:r>
              <a:rPr lang="en-US" altLang="en-US" dirty="0" err="1"/>
              <a:t>RedoLSN</a:t>
            </a:r>
            <a:r>
              <a:rPr lang="en-US" altLang="en-US" dirty="0"/>
              <a:t> determines where to start redo pass</a:t>
            </a:r>
          </a:p>
          <a:p>
            <a:pPr lvl="1"/>
            <a:r>
              <a:rPr lang="en-US" altLang="en-US" dirty="0" err="1"/>
              <a:t>RecLSN</a:t>
            </a:r>
            <a:r>
              <a:rPr lang="en-US" altLang="en-US" dirty="0"/>
              <a:t> for each page in </a:t>
            </a:r>
            <a:r>
              <a:rPr lang="en-US" altLang="en-US" dirty="0" err="1"/>
              <a:t>DirtyPageTable</a:t>
            </a:r>
            <a:r>
              <a:rPr lang="en-US" altLang="en-US" dirty="0"/>
              <a:t> used to minimize redo work</a:t>
            </a:r>
          </a:p>
          <a:p>
            <a:pPr lvl="1"/>
            <a:r>
              <a:rPr lang="en-US" altLang="en-US" dirty="0"/>
              <a:t>All transactions in undo-list need to be rolled back</a:t>
            </a:r>
          </a:p>
          <a:p>
            <a:endParaRPr lang="en-US" altLang="en-US" dirty="0"/>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ARIES Redo Pass</a:t>
            </a:r>
          </a:p>
        </p:txBody>
      </p:sp>
      <p:sp>
        <p:nvSpPr>
          <p:cNvPr id="70659" name="Rectangle 3"/>
          <p:cNvSpPr>
            <a:spLocks noGrp="1" noChangeArrowheads="1"/>
          </p:cNvSpPr>
          <p:nvPr>
            <p:ph idx="1"/>
          </p:nvPr>
        </p:nvSpPr>
        <p:spPr>
          <a:xfrm>
            <a:off x="683580" y="1102497"/>
            <a:ext cx="7688063" cy="5367972"/>
          </a:xfrm>
        </p:spPr>
        <p:txBody>
          <a:bodyPr/>
          <a:lstStyle/>
          <a:p>
            <a:pPr marL="0" indent="0">
              <a:buFont typeface="Monotype Sorts" charset="2"/>
              <a:buNone/>
            </a:pPr>
            <a:r>
              <a:rPr lang="en-US" altLang="en-US" b="1" dirty="0"/>
              <a:t>Redo Pass</a:t>
            </a:r>
            <a:r>
              <a:rPr lang="en-US" altLang="en-US" dirty="0"/>
              <a:t>: Repeats history by replaying every action not already reflected in the page on disk, as follows:</a:t>
            </a:r>
          </a:p>
          <a:p>
            <a:pPr marL="381000" indent="-381000"/>
            <a:r>
              <a:rPr lang="en-US" altLang="en-US" dirty="0"/>
              <a:t>Scans forward from </a:t>
            </a:r>
            <a:r>
              <a:rPr lang="en-US" altLang="en-US" dirty="0" err="1"/>
              <a:t>RedoLSN</a:t>
            </a:r>
            <a:r>
              <a:rPr lang="en-US" altLang="en-US" dirty="0"/>
              <a:t>.  Whenever an update log record is found:</a:t>
            </a:r>
          </a:p>
          <a:p>
            <a:pPr marL="381000" indent="-381000"/>
            <a:endParaRPr lang="en-US" altLang="en-US" sz="400" dirty="0"/>
          </a:p>
          <a:p>
            <a:pPr marL="457200" lvl="1" indent="0">
              <a:spcBef>
                <a:spcPts val="0"/>
              </a:spcBef>
              <a:buNone/>
            </a:pPr>
            <a:r>
              <a:rPr lang="en-US" altLang="en-US" dirty="0">
                <a:solidFill>
                  <a:srgbClr val="FF9900"/>
                </a:solidFill>
              </a:rPr>
              <a:t>1.   </a:t>
            </a:r>
            <a:r>
              <a:rPr lang="en-US" altLang="en-US" dirty="0"/>
              <a:t>If the page is not in </a:t>
            </a:r>
            <a:r>
              <a:rPr lang="en-US" altLang="en-US" dirty="0" err="1"/>
              <a:t>DirtyPageTable</a:t>
            </a:r>
            <a:r>
              <a:rPr lang="en-US" altLang="en-US" dirty="0"/>
              <a:t> or the LSN of the log record is </a:t>
            </a:r>
          </a:p>
          <a:p>
            <a:pPr marL="457200" lvl="1" indent="0">
              <a:spcBef>
                <a:spcPts val="0"/>
              </a:spcBef>
              <a:buNone/>
            </a:pPr>
            <a:r>
              <a:rPr lang="en-US" altLang="en-US" dirty="0"/>
              <a:t>      less than the </a:t>
            </a:r>
            <a:r>
              <a:rPr lang="en-US" altLang="en-US" dirty="0" err="1"/>
              <a:t>RecLSN</a:t>
            </a:r>
            <a:r>
              <a:rPr lang="en-US" altLang="en-US" dirty="0"/>
              <a:t> of the page in </a:t>
            </a:r>
            <a:r>
              <a:rPr lang="en-US" altLang="en-US" dirty="0" err="1"/>
              <a:t>DirtyPageTable</a:t>
            </a:r>
            <a:r>
              <a:rPr lang="en-US" altLang="en-US" dirty="0"/>
              <a:t>, then skip the </a:t>
            </a:r>
          </a:p>
          <a:p>
            <a:pPr marL="457200" lvl="1" indent="0">
              <a:spcBef>
                <a:spcPts val="0"/>
              </a:spcBef>
              <a:buNone/>
            </a:pPr>
            <a:r>
              <a:rPr lang="en-US" altLang="en-US" dirty="0"/>
              <a:t>      log record</a:t>
            </a:r>
          </a:p>
          <a:p>
            <a:pPr marL="457200" lvl="1" indent="0">
              <a:spcBef>
                <a:spcPts val="0"/>
              </a:spcBef>
              <a:buNone/>
            </a:pPr>
            <a:endParaRPr lang="en-US" altLang="en-US" sz="400" dirty="0"/>
          </a:p>
          <a:p>
            <a:pPr marL="457200" lvl="1" indent="0">
              <a:spcBef>
                <a:spcPts val="0"/>
              </a:spcBef>
              <a:buNone/>
            </a:pPr>
            <a:r>
              <a:rPr lang="en-US" altLang="en-US" dirty="0">
                <a:solidFill>
                  <a:srgbClr val="FF9900"/>
                </a:solidFill>
              </a:rPr>
              <a:t>2.   </a:t>
            </a:r>
            <a:r>
              <a:rPr lang="en-US" altLang="en-US" dirty="0"/>
              <a:t>Otherwise fetch the page from disk.  If the </a:t>
            </a:r>
            <a:r>
              <a:rPr lang="en-US" altLang="en-US" dirty="0" err="1"/>
              <a:t>PageLSN</a:t>
            </a:r>
            <a:r>
              <a:rPr lang="en-US" altLang="en-US" dirty="0"/>
              <a:t> of the page </a:t>
            </a:r>
          </a:p>
          <a:p>
            <a:pPr marL="457200" lvl="1" indent="0">
              <a:spcBef>
                <a:spcPts val="0"/>
              </a:spcBef>
              <a:buNone/>
            </a:pPr>
            <a:r>
              <a:rPr lang="en-US" altLang="en-US" dirty="0"/>
              <a:t>      fetched from disk is less than the LSN of the log record, redo the log </a:t>
            </a:r>
          </a:p>
          <a:p>
            <a:pPr marL="457200" lvl="1" indent="0">
              <a:spcBef>
                <a:spcPts val="0"/>
              </a:spcBef>
              <a:buNone/>
            </a:pPr>
            <a:r>
              <a:rPr lang="en-US" altLang="en-US" dirty="0"/>
              <a:t>      record</a:t>
            </a:r>
          </a:p>
          <a:p>
            <a:pPr marL="0" lvl="1" indent="0">
              <a:buFont typeface="Monotype Sorts" charset="2"/>
              <a:buNone/>
            </a:pPr>
            <a:r>
              <a:rPr lang="en-US" altLang="en-US" dirty="0"/>
              <a:t>NOTE: if either test is negative the effects of the log record have already appeared on the page.  First test avoids even fetching the page from disk!</a:t>
            </a: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0578"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ARIES Undo Actions</a:t>
            </a:r>
          </a:p>
        </p:txBody>
      </p:sp>
      <p:sp>
        <p:nvSpPr>
          <p:cNvPr id="71683" name="Rectangle 3"/>
          <p:cNvSpPr>
            <a:spLocks noGrp="1" noChangeArrowheads="1"/>
          </p:cNvSpPr>
          <p:nvPr>
            <p:ph idx="1"/>
          </p:nvPr>
        </p:nvSpPr>
        <p:spPr>
          <a:xfrm>
            <a:off x="708026" y="1102497"/>
            <a:ext cx="7727948" cy="5367972"/>
          </a:xfrm>
        </p:spPr>
        <p:txBody>
          <a:bodyPr/>
          <a:lstStyle/>
          <a:p>
            <a:pPr>
              <a:lnSpc>
                <a:spcPct val="90000"/>
              </a:lnSpc>
            </a:pPr>
            <a:r>
              <a:rPr lang="en-US" altLang="en-US" dirty="0"/>
              <a:t>When an undo is performed for an update log record</a:t>
            </a:r>
          </a:p>
          <a:p>
            <a:pPr lvl="1">
              <a:lnSpc>
                <a:spcPct val="90000"/>
              </a:lnSpc>
            </a:pPr>
            <a:r>
              <a:rPr lang="en-US" altLang="en-US" dirty="0"/>
              <a:t>Generate a CLR containing the undo action performed (actions performed during undo are logged </a:t>
            </a:r>
            <a:r>
              <a:rPr lang="en-US" altLang="en-US" dirty="0" err="1"/>
              <a:t>physicaly</a:t>
            </a:r>
            <a:r>
              <a:rPr lang="en-US" altLang="en-US" dirty="0"/>
              <a:t> or physiologically). </a:t>
            </a:r>
          </a:p>
          <a:p>
            <a:pPr lvl="2">
              <a:lnSpc>
                <a:spcPct val="90000"/>
              </a:lnSpc>
            </a:pPr>
            <a:r>
              <a:rPr lang="en-US" altLang="en-US" dirty="0"/>
              <a:t>CLR for   record </a:t>
            </a:r>
            <a:r>
              <a:rPr lang="en-US" altLang="en-US" i="1" dirty="0"/>
              <a:t>n</a:t>
            </a:r>
            <a:r>
              <a:rPr lang="en-US" altLang="en-US" dirty="0"/>
              <a:t> noted as </a:t>
            </a:r>
            <a:r>
              <a:rPr lang="en-US" altLang="en-US" i="1" dirty="0"/>
              <a:t>n</a:t>
            </a:r>
            <a:r>
              <a:rPr lang="ja-JP" altLang="en-US" dirty="0"/>
              <a:t>’</a:t>
            </a:r>
            <a:r>
              <a:rPr lang="en-US" altLang="ja-JP" dirty="0"/>
              <a:t> in figure below</a:t>
            </a:r>
          </a:p>
          <a:p>
            <a:pPr lvl="1">
              <a:lnSpc>
                <a:spcPct val="90000"/>
              </a:lnSpc>
            </a:pPr>
            <a:r>
              <a:rPr lang="en-US" altLang="en-US" dirty="0"/>
              <a:t>Set </a:t>
            </a:r>
            <a:r>
              <a:rPr lang="en-US" altLang="en-US" dirty="0" err="1"/>
              <a:t>UndoNextLSN</a:t>
            </a:r>
            <a:r>
              <a:rPr lang="en-US" altLang="en-US" dirty="0"/>
              <a:t> of the CLR to the </a:t>
            </a:r>
            <a:r>
              <a:rPr lang="en-US" altLang="en-US" dirty="0" err="1"/>
              <a:t>PrevLSN</a:t>
            </a:r>
            <a:r>
              <a:rPr lang="en-US" altLang="en-US" dirty="0"/>
              <a:t> value of the update log record</a:t>
            </a:r>
          </a:p>
          <a:p>
            <a:pPr lvl="2">
              <a:lnSpc>
                <a:spcPct val="90000"/>
              </a:lnSpc>
            </a:pPr>
            <a:r>
              <a:rPr lang="en-US" altLang="en-US" dirty="0"/>
              <a:t>Arrows indicate </a:t>
            </a:r>
            <a:r>
              <a:rPr lang="en-US" altLang="en-US" dirty="0" err="1"/>
              <a:t>UndoNextLSN</a:t>
            </a:r>
            <a:r>
              <a:rPr lang="en-US" altLang="en-US" dirty="0"/>
              <a:t> value</a:t>
            </a:r>
          </a:p>
          <a:p>
            <a:pPr>
              <a:lnSpc>
                <a:spcPct val="90000"/>
              </a:lnSpc>
            </a:pPr>
            <a:r>
              <a:rPr lang="en-US" altLang="en-US" dirty="0"/>
              <a:t>ARIES supports partial rollback</a:t>
            </a:r>
          </a:p>
          <a:p>
            <a:pPr lvl="1">
              <a:lnSpc>
                <a:spcPct val="90000"/>
              </a:lnSpc>
            </a:pPr>
            <a:r>
              <a:rPr lang="en-US" altLang="en-US" dirty="0"/>
              <a:t>Used e.g. to handle deadlocks by rolling back just enough to release reqd. locks</a:t>
            </a:r>
          </a:p>
          <a:p>
            <a:pPr lvl="1">
              <a:lnSpc>
                <a:spcPct val="90000"/>
              </a:lnSpc>
            </a:pPr>
            <a:r>
              <a:rPr lang="en-US" altLang="en-US" dirty="0"/>
              <a:t>Figure indicates forward actions after partial rollbacks </a:t>
            </a:r>
          </a:p>
          <a:p>
            <a:pPr lvl="2">
              <a:lnSpc>
                <a:spcPct val="90000"/>
              </a:lnSpc>
            </a:pPr>
            <a:r>
              <a:rPr lang="en-US" altLang="en-US" dirty="0"/>
              <a:t>records 3 and 4 initially, later 5 and 6, then full rollback</a:t>
            </a:r>
          </a:p>
          <a:p>
            <a:pPr>
              <a:lnSpc>
                <a:spcPct val="90000"/>
              </a:lnSpc>
            </a:pPr>
            <a:endParaRPr lang="en-US" altLang="en-US" dirty="0"/>
          </a:p>
        </p:txBody>
      </p:sp>
      <p:pic>
        <p:nvPicPr>
          <p:cNvPr id="3" name="Picture 2"/>
          <p:cNvPicPr>
            <a:picLocks noChangeAspect="1"/>
          </p:cNvPicPr>
          <p:nvPr/>
        </p:nvPicPr>
        <p:blipFill>
          <a:blip r:embed="rId3"/>
          <a:stretch>
            <a:fillRect/>
          </a:stretch>
        </p:blipFill>
        <p:spPr>
          <a:xfrm>
            <a:off x="1975103" y="4828038"/>
            <a:ext cx="5114925" cy="946207"/>
          </a:xfrm>
          <a:prstGeom prst="rect">
            <a:avLst/>
          </a:prstGeom>
        </p:spPr>
      </p:pic>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ARIES: Undo Pass</a:t>
            </a:r>
          </a:p>
        </p:txBody>
      </p:sp>
      <p:sp>
        <p:nvSpPr>
          <p:cNvPr id="72707" name="Rectangle 3"/>
          <p:cNvSpPr>
            <a:spLocks noGrp="1" noChangeArrowheads="1"/>
          </p:cNvSpPr>
          <p:nvPr>
            <p:ph idx="1"/>
          </p:nvPr>
        </p:nvSpPr>
        <p:spPr>
          <a:xfrm>
            <a:off x="659296" y="957401"/>
            <a:ext cx="7845512" cy="5254556"/>
          </a:xfrm>
        </p:spPr>
        <p:txBody>
          <a:bodyPr/>
          <a:lstStyle/>
          <a:p>
            <a:pPr>
              <a:buFont typeface="Monotype Sorts" charset="2"/>
              <a:buNone/>
            </a:pPr>
            <a:r>
              <a:rPr lang="en-US" altLang="en-US" b="1" dirty="0"/>
              <a:t>Undo pass</a:t>
            </a:r>
            <a:r>
              <a:rPr lang="en-US" altLang="en-US" dirty="0"/>
              <a:t>:</a:t>
            </a:r>
          </a:p>
          <a:p>
            <a:r>
              <a:rPr lang="en-US" altLang="en-US" dirty="0"/>
              <a:t>Performs backward scan on log undoing all transaction in undo-list</a:t>
            </a:r>
          </a:p>
          <a:p>
            <a:pPr lvl="1"/>
            <a:r>
              <a:rPr lang="en-US" altLang="en-US" dirty="0"/>
              <a:t>Backward scan optimized by skipping unneeded log records as follows:</a:t>
            </a:r>
          </a:p>
          <a:p>
            <a:pPr lvl="2"/>
            <a:r>
              <a:rPr lang="en-US" altLang="en-US" dirty="0"/>
              <a:t>Next LSN to be undone for each transaction set to LSN of last log record for transaction found by analysis pass.</a:t>
            </a:r>
          </a:p>
          <a:p>
            <a:pPr lvl="2"/>
            <a:r>
              <a:rPr lang="en-US" altLang="en-US" dirty="0"/>
              <a:t>At each step pick largest of these LSNs to undo, skip back to it and undo it </a:t>
            </a:r>
          </a:p>
          <a:p>
            <a:pPr lvl="2"/>
            <a:r>
              <a:rPr lang="en-US" altLang="en-US" dirty="0"/>
              <a:t>After undoing a log record</a:t>
            </a:r>
          </a:p>
          <a:p>
            <a:pPr lvl="3"/>
            <a:r>
              <a:rPr lang="en-US" altLang="en-US" dirty="0"/>
              <a:t>For ordinary log records, set next LSN to be undone for transaction to </a:t>
            </a:r>
            <a:r>
              <a:rPr lang="en-US" altLang="en-US" dirty="0" err="1"/>
              <a:t>PrevLSN</a:t>
            </a:r>
            <a:r>
              <a:rPr lang="en-US" altLang="en-US" dirty="0"/>
              <a:t> noted in the log record</a:t>
            </a:r>
          </a:p>
          <a:p>
            <a:pPr lvl="3"/>
            <a:r>
              <a:rPr lang="en-US" altLang="en-US" dirty="0"/>
              <a:t>For compensation log records (CLRs) set next LSN to be undo to </a:t>
            </a:r>
            <a:r>
              <a:rPr lang="en-US" altLang="en-US" dirty="0" err="1"/>
              <a:t>UndoNextLSN</a:t>
            </a:r>
            <a:r>
              <a:rPr lang="en-US" altLang="en-US" dirty="0"/>
              <a:t> noted in the log record</a:t>
            </a:r>
          </a:p>
          <a:p>
            <a:pPr lvl="4"/>
            <a:r>
              <a:rPr lang="en-US" altLang="en-US" dirty="0"/>
              <a:t>All intervening records are skipped since they would have been undone already</a:t>
            </a:r>
          </a:p>
          <a:p>
            <a:r>
              <a:rPr lang="en-US" altLang="en-US" dirty="0" err="1"/>
              <a:t>Undos</a:t>
            </a:r>
            <a:r>
              <a:rPr lang="en-US" altLang="en-US" dirty="0"/>
              <a:t> performed as described earlier</a:t>
            </a: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ChangeArrowheads="1"/>
          </p:cNvSpPr>
          <p:nvPr>
            <p:ph type="title"/>
          </p:nvPr>
        </p:nvSpPr>
        <p:spPr>
          <a:noFill/>
          <a:extLst>
            <a:ext uri="{909E8E84-426E-40DD-AFC4-6F175D3DCCD1}">
              <a14:hiddenFill xmlns:a14="http://schemas.microsoft.com/office/drawing/2010/main">
                <a:solidFill>
                  <a:srgbClr val="FFFFFF"/>
                </a:solidFill>
              </a14:hiddenFill>
            </a:ext>
          </a:extLst>
        </p:spPr>
        <p:txBody>
          <a:bodyPr/>
          <a:lstStyle/>
          <a:p>
            <a:r>
              <a:rPr lang="en-US" altLang="en-US">
                <a:effectLst/>
              </a:rPr>
              <a:t>Recovery Actions in ARIES</a:t>
            </a:r>
          </a:p>
        </p:txBody>
      </p:sp>
      <p:pic>
        <p:nvPicPr>
          <p:cNvPr id="3" name="Graphic 2">
            <a:extLst>
              <a:ext uri="{FF2B5EF4-FFF2-40B4-BE49-F238E27FC236}">
                <a16:creationId xmlns:a16="http://schemas.microsoft.com/office/drawing/2014/main" id="{8DECED0A-A6BA-4755-8C6E-2403006D10E3}"/>
              </a:ext>
            </a:extLst>
          </p:cNvPr>
          <p:cNvPicPr>
            <a:picLocks noChangeAspect="1"/>
          </p:cNvPicPr>
          <p:nvPr/>
        </p:nvPicPr>
        <p:blipFill>
          <a:blip r:embed="rId2">
            <a:extLst>
              <a:ext uri="{96DAC541-7B7A-43D3-8B79-37D633B846F1}">
                <asvg:svgBlip xmlns:asvg="http://schemas.microsoft.com/office/drawing/2016/SVG/main" xmlns="" r:embed="rId3"/>
              </a:ext>
            </a:extLst>
          </a:blip>
          <a:stretch>
            <a:fillRect/>
          </a:stretch>
        </p:blipFill>
        <p:spPr>
          <a:xfrm>
            <a:off x="1340304" y="869962"/>
            <a:ext cx="5833382" cy="5694124"/>
          </a:xfrm>
          <a:prstGeom prst="rect">
            <a:avLst/>
          </a:prstGeom>
        </p:spPr>
      </p:pic>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Other ARIES Features</a:t>
            </a:r>
          </a:p>
        </p:txBody>
      </p:sp>
      <p:sp>
        <p:nvSpPr>
          <p:cNvPr id="74755" name="Rectangle 3"/>
          <p:cNvSpPr>
            <a:spLocks noGrp="1" noChangeArrowheads="1"/>
          </p:cNvSpPr>
          <p:nvPr>
            <p:ph idx="1"/>
          </p:nvPr>
        </p:nvSpPr>
        <p:spPr>
          <a:xfrm>
            <a:off x="692458" y="1102497"/>
            <a:ext cx="7688062" cy="5367972"/>
          </a:xfrm>
        </p:spPr>
        <p:txBody>
          <a:bodyPr/>
          <a:lstStyle/>
          <a:p>
            <a:r>
              <a:rPr lang="en-US" altLang="en-US" dirty="0"/>
              <a:t>Recovery Independence</a:t>
            </a:r>
          </a:p>
          <a:p>
            <a:pPr lvl="1"/>
            <a:r>
              <a:rPr lang="en-US" altLang="en-US" dirty="0"/>
              <a:t>Pages can be recovered independently of others</a:t>
            </a:r>
          </a:p>
          <a:p>
            <a:pPr lvl="2"/>
            <a:r>
              <a:rPr lang="en-US" altLang="en-US" dirty="0"/>
              <a:t>E.g. if some disk pages fail they can be recovered from a backup while other pages are being used</a:t>
            </a:r>
          </a:p>
          <a:p>
            <a:r>
              <a:rPr lang="en-US" altLang="en-US" dirty="0" err="1"/>
              <a:t>Savepoints</a:t>
            </a:r>
            <a:r>
              <a:rPr lang="en-US" altLang="en-US" dirty="0"/>
              <a:t>:</a:t>
            </a:r>
          </a:p>
          <a:p>
            <a:pPr lvl="1"/>
            <a:r>
              <a:rPr lang="en-US" altLang="en-US" dirty="0"/>
              <a:t>Transactions can record </a:t>
            </a:r>
            <a:r>
              <a:rPr lang="en-US" altLang="en-US" dirty="0" err="1"/>
              <a:t>savepoints</a:t>
            </a:r>
            <a:r>
              <a:rPr lang="en-US" altLang="en-US" dirty="0"/>
              <a:t> and roll back to a </a:t>
            </a:r>
            <a:r>
              <a:rPr lang="en-US" altLang="en-US" dirty="0" err="1"/>
              <a:t>savepoint</a:t>
            </a:r>
            <a:endParaRPr lang="en-US" altLang="en-US" dirty="0"/>
          </a:p>
          <a:p>
            <a:pPr lvl="2"/>
            <a:r>
              <a:rPr lang="en-US" altLang="en-US" dirty="0"/>
              <a:t>Useful for complex transactions</a:t>
            </a:r>
          </a:p>
          <a:p>
            <a:pPr lvl="2"/>
            <a:r>
              <a:rPr lang="en-US" altLang="en-US" dirty="0"/>
              <a:t>Also used to rollback just enough to release locks on deadlock</a:t>
            </a: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Other ARIES Features (Cont.)</a:t>
            </a:r>
          </a:p>
        </p:txBody>
      </p:sp>
      <p:sp>
        <p:nvSpPr>
          <p:cNvPr id="75779" name="Rectangle 3"/>
          <p:cNvSpPr>
            <a:spLocks noGrp="1" noChangeArrowheads="1"/>
          </p:cNvSpPr>
          <p:nvPr>
            <p:ph idx="1"/>
          </p:nvPr>
        </p:nvSpPr>
        <p:spPr>
          <a:xfrm>
            <a:off x="683581" y="1102497"/>
            <a:ext cx="7759084" cy="5367972"/>
          </a:xfrm>
        </p:spPr>
        <p:txBody>
          <a:bodyPr/>
          <a:lstStyle/>
          <a:p>
            <a:r>
              <a:rPr lang="en-US" altLang="en-US" dirty="0"/>
              <a:t>Fine-grained locking:</a:t>
            </a:r>
          </a:p>
          <a:p>
            <a:pPr lvl="1"/>
            <a:r>
              <a:rPr lang="en-US" altLang="en-US" dirty="0"/>
              <a:t>Index concurrency algorithms that permit tuple level locking on indices can be used</a:t>
            </a:r>
          </a:p>
          <a:p>
            <a:pPr lvl="2"/>
            <a:r>
              <a:rPr lang="en-US" altLang="en-US" dirty="0"/>
              <a:t>These require logical undo, rather than physical undo, as in earlier recovery algorithm</a:t>
            </a:r>
          </a:p>
          <a:p>
            <a:r>
              <a:rPr lang="en-US" altLang="en-US" dirty="0"/>
              <a:t>Recovery optimizations:  For example:</a:t>
            </a:r>
          </a:p>
          <a:p>
            <a:pPr lvl="1"/>
            <a:r>
              <a:rPr lang="en-US" altLang="en-US" dirty="0"/>
              <a:t>Dirty page table can be used to </a:t>
            </a:r>
            <a:r>
              <a:rPr lang="en-US" altLang="en-US" dirty="0">
                <a:solidFill>
                  <a:srgbClr val="002060"/>
                </a:solidFill>
              </a:rPr>
              <a:t>prefetch</a:t>
            </a:r>
            <a:r>
              <a:rPr lang="en-US" altLang="en-US" dirty="0"/>
              <a:t> pages during redo</a:t>
            </a:r>
          </a:p>
          <a:p>
            <a:pPr lvl="1"/>
            <a:r>
              <a:rPr lang="en-US" altLang="en-US" dirty="0"/>
              <a:t>Out of order redo is possible:</a:t>
            </a:r>
          </a:p>
          <a:p>
            <a:pPr lvl="2"/>
            <a:r>
              <a:rPr lang="en-US" altLang="en-US" dirty="0"/>
              <a:t> redo can be postponed on a page being fetched from disk, and</a:t>
            </a:r>
            <a:br>
              <a:rPr lang="en-US" altLang="en-US" dirty="0"/>
            </a:br>
            <a:r>
              <a:rPr lang="en-US" altLang="en-US" dirty="0"/>
              <a:t> performed when page is fetched.  </a:t>
            </a:r>
          </a:p>
          <a:p>
            <a:pPr lvl="2"/>
            <a:r>
              <a:rPr lang="en-US" altLang="en-US" dirty="0"/>
              <a:t>Meanwhile other log records can continue to be processed</a:t>
            </a:r>
          </a:p>
          <a:p>
            <a:endParaRPr lang="en-US" altLang="en-US" dirty="0"/>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ECD184-05CC-41AA-9FE4-CD2AE013680B}"/>
              </a:ext>
            </a:extLst>
          </p:cNvPr>
          <p:cNvSpPr>
            <a:spLocks noGrp="1"/>
          </p:cNvSpPr>
          <p:nvPr>
            <p:ph type="title"/>
          </p:nvPr>
        </p:nvSpPr>
        <p:spPr/>
        <p:txBody>
          <a:bodyPr/>
          <a:lstStyle/>
          <a:p>
            <a:r>
              <a:rPr lang="en-IN" dirty="0"/>
              <a:t>Recovery in Main Memory Databases</a:t>
            </a:r>
          </a:p>
        </p:txBody>
      </p:sp>
      <p:sp>
        <p:nvSpPr>
          <p:cNvPr id="3" name="Content Placeholder 2">
            <a:extLst>
              <a:ext uri="{FF2B5EF4-FFF2-40B4-BE49-F238E27FC236}">
                <a16:creationId xmlns:a16="http://schemas.microsoft.com/office/drawing/2014/main" id="{C6C96FC9-1D4F-4CDF-82AD-0254C869F189}"/>
              </a:ext>
            </a:extLst>
          </p:cNvPr>
          <p:cNvSpPr>
            <a:spLocks noGrp="1"/>
          </p:cNvSpPr>
          <p:nvPr>
            <p:ph idx="1"/>
          </p:nvPr>
        </p:nvSpPr>
        <p:spPr>
          <a:xfrm>
            <a:off x="683580" y="1102497"/>
            <a:ext cx="7741329" cy="5367972"/>
          </a:xfrm>
        </p:spPr>
        <p:txBody>
          <a:bodyPr/>
          <a:lstStyle/>
          <a:p>
            <a:r>
              <a:rPr lang="en-IN" dirty="0"/>
              <a:t>Normal recovery algorithms can be used with main-memory databases</a:t>
            </a:r>
          </a:p>
          <a:p>
            <a:r>
              <a:rPr lang="en-IN" dirty="0"/>
              <a:t>But optimizations are possible</a:t>
            </a:r>
          </a:p>
          <a:p>
            <a:pPr lvl="1"/>
            <a:r>
              <a:rPr lang="en-IN" dirty="0"/>
              <a:t>No redo-logging for indices: indices can be rebuilt quickly in-memory on recovery</a:t>
            </a:r>
          </a:p>
          <a:p>
            <a:pPr lvl="1"/>
            <a:r>
              <a:rPr lang="en-IN" dirty="0"/>
              <a:t>No undo logging if only committed data is written to disk</a:t>
            </a:r>
          </a:p>
          <a:p>
            <a:pPr lvl="1"/>
            <a:r>
              <a:rPr lang="en-IN" dirty="0"/>
              <a:t>Parallel recovery is important to load large amounts of data in-memory and perform recover with minimum delay</a:t>
            </a:r>
          </a:p>
        </p:txBody>
      </p:sp>
    </p:spTree>
    <p:extLst>
      <p:ext uri="{BB962C8B-B14F-4D97-AF65-F5344CB8AC3E}">
        <p14:creationId xmlns:p14="http://schemas.microsoft.com/office/powerpoint/2010/main" val="43925310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Rectangle 3"/>
          <p:cNvSpPr>
            <a:spLocks noGrp="1" noChangeArrowheads="1"/>
          </p:cNvSpPr>
          <p:nvPr>
            <p:ph idx="1"/>
          </p:nvPr>
        </p:nvSpPr>
        <p:spPr>
          <a:xfrm>
            <a:off x="1552074" y="2689593"/>
            <a:ext cx="6978313" cy="907851"/>
          </a:xfrm>
        </p:spPr>
        <p:txBody>
          <a:bodyPr/>
          <a:lstStyle/>
          <a:p>
            <a:pPr marL="0" indent="0" algn="ctr">
              <a:buNone/>
            </a:pPr>
            <a:r>
              <a:rPr lang="en-US" sz="3200" b="1" dirty="0">
                <a:solidFill>
                  <a:srgbClr val="002060"/>
                </a:solidFill>
                <a:effectLst>
                  <a:outerShdw blurRad="38100" dist="38100" dir="2700000" algn="tl">
                    <a:srgbClr val="C0C0C0"/>
                  </a:outerShdw>
                </a:effectLst>
                <a:latin typeface="+mj-lt"/>
              </a:rPr>
              <a:t>End of Chapter 19</a:t>
            </a:r>
            <a:endParaRPr lang="en-US" altLang="en-US" sz="3200" b="1" dirty="0">
              <a:solidFill>
                <a:srgbClr val="002060"/>
              </a:solidFill>
              <a:effectLst>
                <a:outerShdw blurRad="38100" dist="38100" dir="2700000" algn="tl">
                  <a:srgbClr val="C0C0C0"/>
                </a:outerShdw>
              </a:effectLst>
              <a:latin typeface="+mj-lt"/>
            </a:endParaRPr>
          </a:p>
        </p:txBody>
      </p:sp>
    </p:spTree>
    <p:extLst>
      <p:ext uri="{BB962C8B-B14F-4D97-AF65-F5344CB8AC3E}">
        <p14:creationId xmlns:p14="http://schemas.microsoft.com/office/powerpoint/2010/main" val="4088245787"/>
      </p:ext>
    </p:extLst>
  </p:cSld>
  <p:clrMapOvr>
    <a:masterClrMapping/>
  </p:clrMapOvr>
</p:sld>
</file>

<file path=ppt/theme/theme1.xml><?xml version="1.0" encoding="utf-8"?>
<a:theme xmlns:a="http://schemas.openxmlformats.org/drawingml/2006/main" name="db">
  <a:themeElements>
    <a:clrScheme name="">
      <a:dk1>
        <a:srgbClr val="000000"/>
      </a:dk1>
      <a:lt1>
        <a:srgbClr val="CCECFF"/>
      </a:lt1>
      <a:dk2>
        <a:srgbClr val="CC3300"/>
      </a:dk2>
      <a:lt2>
        <a:srgbClr val="666699"/>
      </a:lt2>
      <a:accent1>
        <a:srgbClr val="FFFFFF"/>
      </a:accent1>
      <a:accent2>
        <a:srgbClr val="CCCC00"/>
      </a:accent2>
      <a:accent3>
        <a:srgbClr val="E2F4FF"/>
      </a:accent3>
      <a:accent4>
        <a:srgbClr val="000000"/>
      </a:accent4>
      <a:accent5>
        <a:srgbClr val="FFFFFF"/>
      </a:accent5>
      <a:accent6>
        <a:srgbClr val="B9B900"/>
      </a:accent6>
      <a:hlink>
        <a:srgbClr val="FF9900"/>
      </a:hlink>
      <a:folHlink>
        <a:srgbClr val="FF9933"/>
      </a:folHlink>
    </a:clrScheme>
    <a:fontScheme name="1_db-5-grey">
      <a:majorFont>
        <a:latin typeface="Helvetica"/>
        <a:ea typeface=""/>
        <a:cs typeface=""/>
      </a:majorFont>
      <a:minorFont>
        <a:latin typeface="Helvetic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600" b="0" i="0" u="none" strike="noStrike" cap="none" normalizeH="0" baseline="0">
            <a:ln>
              <a:noFill/>
            </a:ln>
            <a:solidFill>
              <a:schemeClr val="tx1"/>
            </a:solidFill>
            <a:effectLst/>
            <a:latin typeface="Helvetica"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600" b="0" i="0" u="none" strike="noStrike" cap="none" normalizeH="0" baseline="0">
            <a:ln>
              <a:noFill/>
            </a:ln>
            <a:solidFill>
              <a:schemeClr val="tx1"/>
            </a:solidFill>
            <a:effectLst/>
            <a:latin typeface="Helvetica" charset="0"/>
          </a:defRPr>
        </a:defPPr>
      </a:lstStyle>
    </a:lnDef>
  </a:objectDefaults>
  <a:extraClrSchemeLst>
    <a:extraClrScheme>
      <a:clrScheme name="1_db-5-grey 1">
        <a:dk1>
          <a:srgbClr val="333333"/>
        </a:dk1>
        <a:lt1>
          <a:srgbClr val="A9BDA9"/>
        </a:lt1>
        <a:dk2>
          <a:srgbClr val="004C2B"/>
        </a:dk2>
        <a:lt2>
          <a:srgbClr val="578963"/>
        </a:lt2>
        <a:accent1>
          <a:srgbClr val="E1B7B7"/>
        </a:accent1>
        <a:accent2>
          <a:srgbClr val="B3E1B3"/>
        </a:accent2>
        <a:accent3>
          <a:srgbClr val="D1DBD1"/>
        </a:accent3>
        <a:accent4>
          <a:srgbClr val="2A2A2A"/>
        </a:accent4>
        <a:accent5>
          <a:srgbClr val="EED8D8"/>
        </a:accent5>
        <a:accent6>
          <a:srgbClr val="A2CCA2"/>
        </a:accent6>
        <a:hlink>
          <a:srgbClr val="BDD7E5"/>
        </a:hlink>
        <a:folHlink>
          <a:srgbClr val="D2AAD2"/>
        </a:folHlink>
      </a:clrScheme>
      <a:clrMap bg1="lt1" tx1="dk1" bg2="lt2" tx2="dk2" accent1="accent1" accent2="accent2" accent3="accent3" accent4="accent4" accent5="accent5" accent6="accent6" hlink="hlink" folHlink="folHlink"/>
    </a:extraClrScheme>
    <a:extraClrScheme>
      <a:clrScheme name="1_db-5-grey 2">
        <a:dk1>
          <a:srgbClr val="333333"/>
        </a:dk1>
        <a:lt1>
          <a:srgbClr val="FFFFFF"/>
        </a:lt1>
        <a:dk2>
          <a:srgbClr val="004C2B"/>
        </a:dk2>
        <a:lt2>
          <a:srgbClr val="578963"/>
        </a:lt2>
        <a:accent1>
          <a:srgbClr val="E1B7B7"/>
        </a:accent1>
        <a:accent2>
          <a:srgbClr val="B3E1B3"/>
        </a:accent2>
        <a:accent3>
          <a:srgbClr val="FFFFFF"/>
        </a:accent3>
        <a:accent4>
          <a:srgbClr val="2A2A2A"/>
        </a:accent4>
        <a:accent5>
          <a:srgbClr val="EED8D8"/>
        </a:accent5>
        <a:accent6>
          <a:srgbClr val="A2CCA2"/>
        </a:accent6>
        <a:hlink>
          <a:srgbClr val="BDD7E5"/>
        </a:hlink>
        <a:folHlink>
          <a:srgbClr val="D2AAD2"/>
        </a:folHlink>
      </a:clrScheme>
      <a:clrMap bg1="lt1" tx1="dk1" bg2="lt2" tx2="dk2" accent1="accent1" accent2="accent2" accent3="accent3" accent4="accent4" accent5="accent5" accent6="accent6" hlink="hlink" folHlink="folHlink"/>
    </a:extraClrScheme>
    <a:extraClrScheme>
      <a:clrScheme name="1_db-5-grey 3">
        <a:dk1>
          <a:srgbClr val="000000"/>
        </a:dk1>
        <a:lt1>
          <a:srgbClr val="FFFFFF"/>
        </a:lt1>
        <a:dk2>
          <a:srgbClr val="000000"/>
        </a:dk2>
        <a:lt2>
          <a:srgbClr val="393939"/>
        </a:lt2>
        <a:accent1>
          <a:srgbClr val="CBCBCB"/>
        </a:accent1>
        <a:accent2>
          <a:srgbClr val="808080"/>
        </a:accent2>
        <a:accent3>
          <a:srgbClr val="FFFFFF"/>
        </a:accent3>
        <a:accent4>
          <a:srgbClr val="000000"/>
        </a:accent4>
        <a:accent5>
          <a:srgbClr val="E2E2E2"/>
        </a:accent5>
        <a:accent6>
          <a:srgbClr val="737373"/>
        </a:accent6>
        <a:hlink>
          <a:srgbClr val="B2B2B2"/>
        </a:hlink>
        <a:folHlink>
          <a:srgbClr val="EAEAEA"/>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db" id="{854B61EF-CFBF-4F4D-90C6-BAB015E35D01}" vid="{BC3EFCCA-7EC7-446B-8189-3ECEF79E3264}"/>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db</Template>
  <TotalTime>35911</TotalTime>
  <Words>3274</Words>
  <Application>Microsoft Office PowerPoint</Application>
  <PresentationFormat>On-screen Show (4:3)</PresentationFormat>
  <Paragraphs>399</Paragraphs>
  <Slides>42</Slides>
  <Notes>34</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42</vt:i4>
      </vt:variant>
    </vt:vector>
  </HeadingPairs>
  <TitlesOfParts>
    <vt:vector size="52" baseType="lpstr">
      <vt:lpstr>MS PGothic</vt:lpstr>
      <vt:lpstr>MS PGothic</vt:lpstr>
      <vt:lpstr>Arial</vt:lpstr>
      <vt:lpstr>Helvetica</vt:lpstr>
      <vt:lpstr>Monotype Sorts</vt:lpstr>
      <vt:lpstr>Tahoma</vt:lpstr>
      <vt:lpstr>Times New Roman</vt:lpstr>
      <vt:lpstr>Webdings</vt:lpstr>
      <vt:lpstr>Wingdings</vt:lpstr>
      <vt:lpstr>db</vt:lpstr>
      <vt:lpstr>Chapter 19: Recovery System</vt:lpstr>
      <vt:lpstr>Failure Classification</vt:lpstr>
      <vt:lpstr>Recovery Algorithms</vt:lpstr>
      <vt:lpstr>Data Access</vt:lpstr>
      <vt:lpstr>Example of Data Access</vt:lpstr>
      <vt:lpstr>Log-Based Recovery</vt:lpstr>
      <vt:lpstr>Undo and Redo Operations</vt:lpstr>
      <vt:lpstr>Immediate DB Modification Recovery Example</vt:lpstr>
      <vt:lpstr>Checkpoints</vt:lpstr>
      <vt:lpstr>Checkpoints (Cont.)</vt:lpstr>
      <vt:lpstr>Example of Checkpoints</vt:lpstr>
      <vt:lpstr>Recovery Algorithm</vt:lpstr>
      <vt:lpstr>Recovery Algorithm</vt:lpstr>
      <vt:lpstr>Recovery Algorithm (Cont.)</vt:lpstr>
      <vt:lpstr>Recovery Algorithm (Cont.)</vt:lpstr>
      <vt:lpstr>Log Record Buffering</vt:lpstr>
      <vt:lpstr>Log Record Buffering (Cont.)</vt:lpstr>
      <vt:lpstr>Database Buffering</vt:lpstr>
      <vt:lpstr>Database Buffering (Cont.)</vt:lpstr>
      <vt:lpstr>Buffer Management (Cont.)</vt:lpstr>
      <vt:lpstr>Buffer Management (Cont.)</vt:lpstr>
      <vt:lpstr>PowerPoint Presentation</vt:lpstr>
      <vt:lpstr>ARIES</vt:lpstr>
      <vt:lpstr>ARIES Optimizations</vt:lpstr>
      <vt:lpstr>ARIES Data Structures</vt:lpstr>
      <vt:lpstr>ARIES Data Structures: Page LSN</vt:lpstr>
      <vt:lpstr>ARIES Data Structures: Log Record</vt:lpstr>
      <vt:lpstr>ARIES Data Structures: DirtyPage Table</vt:lpstr>
      <vt:lpstr>ARIES Data Structures</vt:lpstr>
      <vt:lpstr>ARIES Data Structures: Checkpoint Log</vt:lpstr>
      <vt:lpstr>ARIES Recovery Algorithm</vt:lpstr>
      <vt:lpstr>Aries Recovery: 3 Passes</vt:lpstr>
      <vt:lpstr>ARIES Recovery: Analysis</vt:lpstr>
      <vt:lpstr>ARIES Recovery: Analysis (Cont.)</vt:lpstr>
      <vt:lpstr>ARIES Redo Pass</vt:lpstr>
      <vt:lpstr>ARIES Undo Actions</vt:lpstr>
      <vt:lpstr>ARIES: Undo Pass</vt:lpstr>
      <vt:lpstr>Recovery Actions in ARIES</vt:lpstr>
      <vt:lpstr>Other ARIES Features</vt:lpstr>
      <vt:lpstr>Other ARIES Features (Cont.)</vt:lpstr>
      <vt:lpstr>Recovery in Main Memory Databases</vt:lpstr>
      <vt:lpstr>PowerPoint Presentation</vt:lpstr>
    </vt:vector>
  </TitlesOfParts>
  <Company>IIT Bombay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17: Recovery System</dc:title>
  <dc:creator>S. Sudarshan</dc:creator>
  <cp:lastModifiedBy>Mukesh Mohania</cp:lastModifiedBy>
  <cp:revision>459</cp:revision>
  <dcterms:created xsi:type="dcterms:W3CDTF">2000-06-27T06:50:15Z</dcterms:created>
  <dcterms:modified xsi:type="dcterms:W3CDTF">2023-04-26T05:20:56Z</dcterms:modified>
</cp:coreProperties>
</file>