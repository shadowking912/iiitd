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6858000" cx="12192000"/>
  <p:notesSz cx="6858000" cy="9144000"/>
  <p:embeddedFontLst>
    <p:embeddedFont>
      <p:font typeface="Gill Sans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7" roundtripDataSignature="AMtx7mjEXvzdVvUHZPrjIfX5U7R2ZRHR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GillSans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customschemas.google.com/relationships/presentationmetadata" Target="metadata"/><Relationship Id="rId14" Type="http://schemas.openxmlformats.org/officeDocument/2006/relationships/slide" Target="slides/slide7.xml"/><Relationship Id="rId36" Type="http://schemas.openxmlformats.org/officeDocument/2006/relationships/font" Target="fonts/GillSans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1be01f4c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101be01f4c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09260f10c_0_7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2609260f10c_0_7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2609260f10c_0_7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609260f10c_0_1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2609260f10c_0_1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g2609260f10c_0_12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609260f10c_0_1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2609260f10c_0_1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7" name="Google Shape;727;g2609260f10c_0_13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609260f10c_0_1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g2609260f10c_0_1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101be01f4cc_0_26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101be01f4cc_0_26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g101be01f4cc_0_26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7" name="Google Shape;7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3" name="Google Shape;8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4" name="Google Shape;10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9" name="Google Shape;11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7" name="Google Shape;1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7" name="Google Shape;13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8" name="Google Shape;13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2" name="Google Shape;15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3" name="Google Shape;150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5" name="Google Shape;16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6" name="Google Shape;16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6" name="Google Shape;17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7" name="Google Shape;17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3" name="Google Shape;19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4" name="Google Shape;19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8" name="Google Shape;20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9" name="Google Shape;20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0" name="Google Shape;217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1" name="Google Shape;217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4" name="Google Shape;232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5" name="Google Shape;232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4" name="Google Shape;248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5" name="Google Shape;248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g29a3d342a1d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2" name="Google Shape;2492;g29a3d342a1d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g29a3d342a1d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g29a3d342a1d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4" name="Google Shape;2504;g29a3d342a1d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g29a3d342a1d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g29a3d342a1d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8" name="Google Shape;2518;g29a3d342a1d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g29a3d342a1d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6" name="Google Shape;252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7" name="Google Shape;252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7" name="Google Shape;277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8" name="Google Shape;2778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02345073c1_0_53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102345073c1_0_53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102345073c1_0_5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2345073c1_0_538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g102345073c1_0_538"/>
          <p:cNvSpPr txBox="1"/>
          <p:nvPr>
            <p:ph idx="1" type="body"/>
          </p:nvPr>
        </p:nvSpPr>
        <p:spPr>
          <a:xfrm>
            <a:off x="415600" y="997067"/>
            <a:ext cx="113607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g102345073c1_0_5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2345073c1_0_53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" name="Google Shape;23;g102345073c1_0_5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2345073c1_0_54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102345073c1_0_54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102345073c1_0_54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102345073c1_0_5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02345073c1_0_54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102345073c1_0_5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02345073c1_0_55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102345073c1_0_55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102345073c1_0_5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02345073c1_0_55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102345073c1_0_5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02345073c1_0_55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102345073c1_0_55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102345073c1_0_557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102345073c1_0_557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102345073c1_0_5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02345073c1_0_56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102345073c1_0_5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02345073c1_0_566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102345073c1_0_566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102345073c1_0_5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02345073c1_0_57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0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4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09260f10c_0_1369"/>
          <p:cNvSpPr txBox="1"/>
          <p:nvPr>
            <p:ph idx="1" type="body"/>
          </p:nvPr>
        </p:nvSpPr>
        <p:spPr>
          <a:xfrm>
            <a:off x="838200" y="172402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g2609260f10c_0_1369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2609260f10c_0_1369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09260f10c_0_1373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2609260f10c_0_137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g2609260f10c_0_137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609260f10c_0_1373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609260f10c_0_1378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g2609260f10c_0_1378"/>
          <p:cNvSpPr txBox="1"/>
          <p:nvPr>
            <p:ph idx="1" type="body"/>
          </p:nvPr>
        </p:nvSpPr>
        <p:spPr>
          <a:xfrm>
            <a:off x="415600" y="997067"/>
            <a:ext cx="113607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/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g2609260f10c_0_13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09260f10c_0_138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2609260f10c_0_138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4" name="Google Shape;94;g2609260f10c_0_1382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09260f10c_0_1386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2609260f10c_0_1386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02345073c1_0_5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102345073c1_0_5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102345073c1_0_5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09260f10c_0_1365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2609260f10c_0_136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g2609260f10c_0_1365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11" Type="http://schemas.openxmlformats.org/officeDocument/2006/relationships/image" Target="../media/image10.png"/><Relationship Id="rId22" Type="http://schemas.openxmlformats.org/officeDocument/2006/relationships/image" Target="../media/image32.png"/><Relationship Id="rId10" Type="http://schemas.openxmlformats.org/officeDocument/2006/relationships/image" Target="../media/image15.png"/><Relationship Id="rId21" Type="http://schemas.openxmlformats.org/officeDocument/2006/relationships/image" Target="../media/image22.png"/><Relationship Id="rId13" Type="http://schemas.openxmlformats.org/officeDocument/2006/relationships/image" Target="../media/image11.png"/><Relationship Id="rId12" Type="http://schemas.openxmlformats.org/officeDocument/2006/relationships/image" Target="../media/image16.png"/><Relationship Id="rId23" Type="http://schemas.openxmlformats.org/officeDocument/2006/relationships/image" Target="../media/image30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15" Type="http://schemas.openxmlformats.org/officeDocument/2006/relationships/image" Target="../media/image18.png"/><Relationship Id="rId14" Type="http://schemas.openxmlformats.org/officeDocument/2006/relationships/image" Target="../media/image13.png"/><Relationship Id="rId17" Type="http://schemas.openxmlformats.org/officeDocument/2006/relationships/image" Target="../media/image25.png"/><Relationship Id="rId16" Type="http://schemas.openxmlformats.org/officeDocument/2006/relationships/image" Target="../media/image14.png"/><Relationship Id="rId5" Type="http://schemas.openxmlformats.org/officeDocument/2006/relationships/image" Target="../media/image3.png"/><Relationship Id="rId19" Type="http://schemas.openxmlformats.org/officeDocument/2006/relationships/image" Target="../media/image24.png"/><Relationship Id="rId6" Type="http://schemas.openxmlformats.org/officeDocument/2006/relationships/image" Target="../media/image4.png"/><Relationship Id="rId18" Type="http://schemas.openxmlformats.org/officeDocument/2006/relationships/image" Target="../media/image27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01be01f4cc_0_52"/>
          <p:cNvSpPr txBox="1"/>
          <p:nvPr>
            <p:ph type="ctrTitle"/>
          </p:nvPr>
        </p:nvSpPr>
        <p:spPr>
          <a:xfrm>
            <a:off x="0" y="772735"/>
            <a:ext cx="12192000" cy="19221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4000">
                <a:solidFill>
                  <a:schemeClr val="lt1"/>
                </a:solidFill>
              </a:rPr>
              <a:t>Lec 23: Routing in the Internet</a:t>
            </a:r>
            <a:r>
              <a:rPr lang="en-US" sz="4000">
                <a:solidFill>
                  <a:schemeClr val="lt1"/>
                </a:solidFill>
              </a:rPr>
              <a:t>-part 1</a:t>
            </a:r>
            <a:r>
              <a:rPr lang="en-US" sz="4000">
                <a:solidFill>
                  <a:schemeClr val="lt1"/>
                </a:solidFill>
              </a:rPr>
              <a:t> 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4000">
                <a:solidFill>
                  <a:schemeClr val="lt1"/>
                </a:solidFill>
              </a:rPr>
              <a:t>: LSR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103" name="Google Shape;103;g101be01f4cc_0_52"/>
          <p:cNvSpPr txBox="1"/>
          <p:nvPr>
            <p:ph idx="1" type="subTitle"/>
          </p:nvPr>
        </p:nvSpPr>
        <p:spPr>
          <a:xfrm>
            <a:off x="0" y="2694667"/>
            <a:ext cx="12192000" cy="1293300"/>
          </a:xfrm>
          <a:prstGeom prst="rect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2700">
                <a:solidFill>
                  <a:srgbClr val="1155CC"/>
                </a:solidFill>
              </a:rPr>
              <a:t>Computer Networks (CSE 232)</a:t>
            </a:r>
            <a:endParaRPr b="1" sz="27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SzPts val="800"/>
              <a:buNone/>
            </a:pPr>
            <a:r>
              <a:rPr b="1" lang="en-US" sz="2700">
                <a:solidFill>
                  <a:srgbClr val="1155CC"/>
                </a:solidFill>
              </a:rPr>
              <a:t>Rinku Shah</a:t>
            </a:r>
            <a:endParaRPr b="1" sz="2700">
              <a:solidFill>
                <a:srgbClr val="1155CC"/>
              </a:solidFill>
            </a:endParaRPr>
          </a:p>
        </p:txBody>
      </p:sp>
      <p:sp>
        <p:nvSpPr>
          <p:cNvPr id="104" name="Google Shape;104;g101be01f4cc_0_52"/>
          <p:cNvSpPr txBox="1"/>
          <p:nvPr>
            <p:ph idx="1" type="subTitle"/>
          </p:nvPr>
        </p:nvSpPr>
        <p:spPr>
          <a:xfrm>
            <a:off x="415600" y="4803333"/>
            <a:ext cx="74283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en-US" sz="1900"/>
              <a:t>These slides are inspired and adapted from:</a:t>
            </a:r>
            <a:r>
              <a:rPr lang="en-US" sz="1900"/>
              <a:t> </a:t>
            </a:r>
            <a:endParaRPr sz="1900"/>
          </a:p>
          <a:p>
            <a:pPr indent="-4254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AutoNum type="arabicPeriod"/>
            </a:pPr>
            <a:r>
              <a:rPr i="1" lang="en-US" sz="1900">
                <a:solidFill>
                  <a:srgbClr val="0B5394"/>
                </a:solidFill>
              </a:rPr>
              <a:t>Computer Networking: A Top-Down Approach </a:t>
            </a:r>
            <a:endParaRPr i="1" sz="1900">
              <a:solidFill>
                <a:srgbClr val="0B5394"/>
              </a:solidFill>
            </a:endParaRPr>
          </a:p>
          <a:p>
            <a:pPr indent="6096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en-US" sz="1900"/>
              <a:t>6th edition, Jim Kurose, Keith Ross, Pearson, 2017</a:t>
            </a:r>
            <a:endParaRPr i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i="1" sz="1500">
              <a:solidFill>
                <a:srgbClr val="0B5394"/>
              </a:solidFill>
            </a:endParaRPr>
          </a:p>
        </p:txBody>
      </p:sp>
      <p:pic>
        <p:nvPicPr>
          <p:cNvPr id="105" name="Google Shape;105;g101be01f4cc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3800" y="5643704"/>
            <a:ext cx="4127400" cy="791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609260f10c_0_719"/>
          <p:cNvSpPr txBox="1"/>
          <p:nvPr>
            <p:ph idx="1" type="body"/>
          </p:nvPr>
        </p:nvSpPr>
        <p:spPr>
          <a:xfrm>
            <a:off x="749710" y="1443808"/>
            <a:ext cx="6034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Routing</a:t>
            </a:r>
            <a:r>
              <a:rPr lang="en-US">
                <a:solidFill>
                  <a:srgbClr val="C00000"/>
                </a:solidFill>
              </a:rPr>
              <a:t> algorithm goal: </a:t>
            </a:r>
            <a:r>
              <a:rPr lang="en-US"/>
              <a:t>determine “good” paths (equivalently, routes), from sending hosts to receiving host, through network of routers</a:t>
            </a:r>
            <a:endParaRPr/>
          </a:p>
          <a:p>
            <a:pPr indent="-277812" lvl="0" marL="4079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path: </a:t>
            </a:r>
            <a:r>
              <a:rPr lang="en-US"/>
              <a:t>sequence of routers packets traverse from given initial source host to final destination host</a:t>
            </a:r>
            <a:endParaRPr/>
          </a:p>
          <a:p>
            <a:pPr indent="-277812" lvl="0" marL="4079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“good”: </a:t>
            </a:r>
            <a:r>
              <a:rPr lang="en-US"/>
              <a:t>least “cost”, “fastest”, “least congested”</a:t>
            </a:r>
            <a:endParaRPr/>
          </a:p>
          <a:p>
            <a:pPr indent="-277812" lvl="0" marL="407987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routing: a “top-10” networking challenge!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2" name="Google Shape;112;g2609260f10c_0_719"/>
          <p:cNvSpPr txBox="1"/>
          <p:nvPr>
            <p:ph type="title"/>
          </p:nvPr>
        </p:nvSpPr>
        <p:spPr>
          <a:xfrm>
            <a:off x="838200" y="333837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algorithm</a:t>
            </a:r>
            <a:endParaRPr/>
          </a:p>
        </p:txBody>
      </p:sp>
      <p:sp>
        <p:nvSpPr>
          <p:cNvPr id="113" name="Google Shape;113;g2609260f10c_0_719"/>
          <p:cNvSpPr/>
          <p:nvPr/>
        </p:nvSpPr>
        <p:spPr>
          <a:xfrm>
            <a:off x="9058928" y="2579084"/>
            <a:ext cx="1123614" cy="1336674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2609260f10c_0_719"/>
          <p:cNvSpPr/>
          <p:nvPr/>
        </p:nvSpPr>
        <p:spPr>
          <a:xfrm>
            <a:off x="7347816" y="1339341"/>
            <a:ext cx="1736724" cy="1317705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g2609260f10c_0_719"/>
          <p:cNvGrpSpPr/>
          <p:nvPr/>
        </p:nvGrpSpPr>
        <p:grpSpPr>
          <a:xfrm>
            <a:off x="7279090" y="2802557"/>
            <a:ext cx="1339817" cy="1017624"/>
            <a:chOff x="2889" y="1631"/>
            <a:chExt cx="900" cy="810"/>
          </a:xfrm>
        </p:grpSpPr>
        <p:sp>
          <p:nvSpPr>
            <p:cNvPr id="116" name="Google Shape;116;g2609260f10c_0_719"/>
            <p:cNvSpPr/>
            <p:nvPr/>
          </p:nvSpPr>
          <p:spPr>
            <a:xfrm>
              <a:off x="3046" y="1841"/>
              <a:ext cx="600" cy="600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2609260f10c_0_719"/>
            <p:cNvSpPr/>
            <p:nvPr/>
          </p:nvSpPr>
          <p:spPr>
            <a:xfrm>
              <a:off x="2889" y="1631"/>
              <a:ext cx="900" cy="300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g2609260f10c_0_719"/>
          <p:cNvSpPr/>
          <p:nvPr/>
        </p:nvSpPr>
        <p:spPr>
          <a:xfrm>
            <a:off x="7786141" y="4196440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2609260f10c_0_719"/>
          <p:cNvSpPr txBox="1"/>
          <p:nvPr/>
        </p:nvSpPr>
        <p:spPr>
          <a:xfrm>
            <a:off x="7753014" y="1001767"/>
            <a:ext cx="133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609260f10c_0_719"/>
          <p:cNvSpPr txBox="1"/>
          <p:nvPr/>
        </p:nvSpPr>
        <p:spPr>
          <a:xfrm>
            <a:off x="7380648" y="5293081"/>
            <a:ext cx="11952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2609260f10c_0_719"/>
          <p:cNvSpPr/>
          <p:nvPr/>
        </p:nvSpPr>
        <p:spPr>
          <a:xfrm>
            <a:off x="10295886" y="2692846"/>
            <a:ext cx="1274128" cy="1933312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g2609260f10c_0_719"/>
          <p:cNvGrpSpPr/>
          <p:nvPr/>
        </p:nvGrpSpPr>
        <p:grpSpPr>
          <a:xfrm>
            <a:off x="10911188" y="3441408"/>
            <a:ext cx="687351" cy="721727"/>
            <a:chOff x="5203089" y="1751190"/>
            <a:chExt cx="858331" cy="662560"/>
          </a:xfrm>
        </p:grpSpPr>
        <p:sp>
          <p:nvSpPr>
            <p:cNvPr id="123" name="Google Shape;123;g2609260f10c_0_71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2609260f10c_0_71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5" name="Google Shape;125;g2609260f10c_0_719"/>
            <p:cNvCxnSpPr/>
            <p:nvPr/>
          </p:nvCxnSpPr>
          <p:spPr>
            <a:xfrm flipH="1" rot="10800000">
              <a:off x="5270526" y="2029521"/>
              <a:ext cx="295200" cy="735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g2609260f10c_0_719"/>
            <p:cNvCxnSpPr/>
            <p:nvPr/>
          </p:nvCxnSpPr>
          <p:spPr>
            <a:xfrm flipH="1" rot="10800000">
              <a:off x="5275406" y="2261662"/>
              <a:ext cx="290400" cy="168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" name="Google Shape;127;g2609260f10c_0_719"/>
            <p:cNvCxnSpPr/>
            <p:nvPr/>
          </p:nvCxnSpPr>
          <p:spPr>
            <a:xfrm flipH="1" rot="10800000">
              <a:off x="5275406" y="2151874"/>
              <a:ext cx="290400" cy="483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" name="Google Shape;128;g2609260f10c_0_719"/>
            <p:cNvCxnSpPr/>
            <p:nvPr/>
          </p:nvCxnSpPr>
          <p:spPr>
            <a:xfrm>
              <a:off x="5270094" y="2354086"/>
              <a:ext cx="295800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" name="Google Shape;129;g2609260f10c_0_719"/>
            <p:cNvCxnSpPr/>
            <p:nvPr/>
          </p:nvCxnSpPr>
          <p:spPr>
            <a:xfrm rot="10800000">
              <a:off x="5950242" y="1866873"/>
              <a:ext cx="0" cy="4653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g2609260f10c_0_719"/>
            <p:cNvCxnSpPr/>
            <p:nvPr/>
          </p:nvCxnSpPr>
          <p:spPr>
            <a:xfrm>
              <a:off x="5628589" y="1936750"/>
              <a:ext cx="0" cy="477000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1" name="Google Shape;131;g2609260f10c_0_719"/>
          <p:cNvGrpSpPr/>
          <p:nvPr/>
        </p:nvGrpSpPr>
        <p:grpSpPr>
          <a:xfrm>
            <a:off x="10845146" y="2707394"/>
            <a:ext cx="594652" cy="648447"/>
            <a:chOff x="5203089" y="1751190"/>
            <a:chExt cx="858331" cy="662560"/>
          </a:xfrm>
        </p:grpSpPr>
        <p:sp>
          <p:nvSpPr>
            <p:cNvPr id="132" name="Google Shape;132;g2609260f10c_0_71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2609260f10c_0_71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4" name="Google Shape;134;g2609260f10c_0_719"/>
            <p:cNvCxnSpPr/>
            <p:nvPr/>
          </p:nvCxnSpPr>
          <p:spPr>
            <a:xfrm flipH="1" rot="10800000">
              <a:off x="5270526" y="2029521"/>
              <a:ext cx="295200" cy="735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g2609260f10c_0_719"/>
            <p:cNvCxnSpPr/>
            <p:nvPr/>
          </p:nvCxnSpPr>
          <p:spPr>
            <a:xfrm flipH="1" rot="10800000">
              <a:off x="5275406" y="2261662"/>
              <a:ext cx="290400" cy="168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g2609260f10c_0_719"/>
            <p:cNvCxnSpPr/>
            <p:nvPr/>
          </p:nvCxnSpPr>
          <p:spPr>
            <a:xfrm flipH="1" rot="10800000">
              <a:off x="5275406" y="2151874"/>
              <a:ext cx="290400" cy="483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g2609260f10c_0_719"/>
            <p:cNvCxnSpPr/>
            <p:nvPr/>
          </p:nvCxnSpPr>
          <p:spPr>
            <a:xfrm>
              <a:off x="5270094" y="2354086"/>
              <a:ext cx="295800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g2609260f10c_0_719"/>
            <p:cNvCxnSpPr/>
            <p:nvPr/>
          </p:nvCxnSpPr>
          <p:spPr>
            <a:xfrm rot="10800000">
              <a:off x="5950242" y="1866873"/>
              <a:ext cx="0" cy="46530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g2609260f10c_0_719"/>
            <p:cNvCxnSpPr/>
            <p:nvPr/>
          </p:nvCxnSpPr>
          <p:spPr>
            <a:xfrm>
              <a:off x="5628589" y="1936750"/>
              <a:ext cx="0" cy="477000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0" name="Google Shape;140;g2609260f10c_0_719"/>
          <p:cNvSpPr/>
          <p:nvPr/>
        </p:nvSpPr>
        <p:spPr>
          <a:xfrm>
            <a:off x="9614553" y="1295348"/>
            <a:ext cx="1499440" cy="1387700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2609260f10c_0_719"/>
          <p:cNvSpPr txBox="1"/>
          <p:nvPr/>
        </p:nvSpPr>
        <p:spPr>
          <a:xfrm>
            <a:off x="9500941" y="1364501"/>
            <a:ext cx="1725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609260f10c_0_719"/>
          <p:cNvSpPr/>
          <p:nvPr/>
        </p:nvSpPr>
        <p:spPr>
          <a:xfrm>
            <a:off x="9352808" y="3191214"/>
            <a:ext cx="305700" cy="197700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2609260f10c_0_719"/>
          <p:cNvSpPr txBox="1"/>
          <p:nvPr/>
        </p:nvSpPr>
        <p:spPr>
          <a:xfrm>
            <a:off x="10991507" y="4191243"/>
            <a:ext cx="8130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g2609260f10c_0_719"/>
          <p:cNvCxnSpPr/>
          <p:nvPr/>
        </p:nvCxnSpPr>
        <p:spPr>
          <a:xfrm rot="10800000">
            <a:off x="10633524" y="3093543"/>
            <a:ext cx="413100" cy="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g2609260f10c_0_719"/>
          <p:cNvCxnSpPr/>
          <p:nvPr/>
        </p:nvCxnSpPr>
        <p:spPr>
          <a:xfrm rot="10800000">
            <a:off x="10734541" y="3154065"/>
            <a:ext cx="345900" cy="73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" name="Google Shape;146;g2609260f10c_0_719"/>
          <p:cNvCxnSpPr/>
          <p:nvPr/>
        </p:nvCxnSpPr>
        <p:spPr>
          <a:xfrm flipH="1" rot="10800000">
            <a:off x="10710637" y="3146667"/>
            <a:ext cx="336000" cy="3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g2609260f10c_0_719"/>
          <p:cNvCxnSpPr/>
          <p:nvPr/>
        </p:nvCxnSpPr>
        <p:spPr>
          <a:xfrm rot="10800000">
            <a:off x="10644515" y="3108250"/>
            <a:ext cx="0" cy="48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g2609260f10c_0_719"/>
          <p:cNvCxnSpPr/>
          <p:nvPr/>
        </p:nvCxnSpPr>
        <p:spPr>
          <a:xfrm rot="10800000">
            <a:off x="10624403" y="3584995"/>
            <a:ext cx="508500" cy="34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g2609260f10c_0_719"/>
          <p:cNvCxnSpPr/>
          <p:nvPr/>
        </p:nvCxnSpPr>
        <p:spPr>
          <a:xfrm rot="10800000">
            <a:off x="9968860" y="3601048"/>
            <a:ext cx="65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g2609260f10c_0_719"/>
          <p:cNvCxnSpPr/>
          <p:nvPr/>
        </p:nvCxnSpPr>
        <p:spPr>
          <a:xfrm rot="10800000">
            <a:off x="9293281" y="3601048"/>
            <a:ext cx="65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g2609260f10c_0_719"/>
          <p:cNvCxnSpPr/>
          <p:nvPr/>
        </p:nvCxnSpPr>
        <p:spPr>
          <a:xfrm flipH="1">
            <a:off x="9350532" y="3020978"/>
            <a:ext cx="382500" cy="51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" name="Google Shape;152;g2609260f10c_0_719"/>
          <p:cNvCxnSpPr/>
          <p:nvPr/>
        </p:nvCxnSpPr>
        <p:spPr>
          <a:xfrm>
            <a:off x="9806809" y="3020978"/>
            <a:ext cx="0" cy="54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" name="Google Shape;153;g2609260f10c_0_719"/>
          <p:cNvCxnSpPr/>
          <p:nvPr/>
        </p:nvCxnSpPr>
        <p:spPr>
          <a:xfrm>
            <a:off x="10211408" y="2267998"/>
            <a:ext cx="488100" cy="83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" name="Google Shape;154;g2609260f10c_0_719"/>
          <p:cNvCxnSpPr/>
          <p:nvPr/>
        </p:nvCxnSpPr>
        <p:spPr>
          <a:xfrm flipH="1">
            <a:off x="9872491" y="2208319"/>
            <a:ext cx="380400" cy="69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5" name="Google Shape;155;g2609260f10c_0_719"/>
          <p:cNvGrpSpPr/>
          <p:nvPr/>
        </p:nvGrpSpPr>
        <p:grpSpPr>
          <a:xfrm>
            <a:off x="7635978" y="1640631"/>
            <a:ext cx="3578867" cy="3640283"/>
            <a:chOff x="7562238" y="2127325"/>
            <a:chExt cx="3578867" cy="3640284"/>
          </a:xfrm>
        </p:grpSpPr>
        <p:grpSp>
          <p:nvGrpSpPr>
            <p:cNvPr id="156" name="Google Shape;156;g2609260f10c_0_719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57" name="Google Shape;157;g2609260f10c_0_719"/>
              <p:cNvCxnSpPr/>
              <p:nvPr/>
            </p:nvCxnSpPr>
            <p:spPr>
              <a:xfrm flipH="1" rot="5400000">
                <a:off x="9813653" y="5228573"/>
                <a:ext cx="388200" cy="7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g2609260f10c_0_719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g2609260f10c_0_719"/>
              <p:cNvCxnSpPr/>
              <p:nvPr/>
            </p:nvCxnSpPr>
            <p:spPr>
              <a:xfrm>
                <a:off x="9457042" y="4815390"/>
                <a:ext cx="524400" cy="26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g2609260f10c_0_719"/>
              <p:cNvCxnSpPr/>
              <p:nvPr/>
            </p:nvCxnSpPr>
            <p:spPr>
              <a:xfrm flipH="1" rot="10800000">
                <a:off x="8874149" y="4815356"/>
                <a:ext cx="569400" cy="24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g2609260f10c_0_719"/>
              <p:cNvCxnSpPr/>
              <p:nvPr/>
            </p:nvCxnSpPr>
            <p:spPr>
              <a:xfrm>
                <a:off x="8845827" y="5085749"/>
                <a:ext cx="1030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g2609260f10c_0_719"/>
              <p:cNvCxnSpPr/>
              <p:nvPr/>
            </p:nvCxnSpPr>
            <p:spPr>
              <a:xfrm>
                <a:off x="8234290" y="5094207"/>
                <a:ext cx="226800" cy="12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g2609260f10c_0_719"/>
              <p:cNvCxnSpPr/>
              <p:nvPr/>
            </p:nvCxnSpPr>
            <p:spPr>
              <a:xfrm flipH="1" rot="10800000">
                <a:off x="7972450" y="5267443"/>
                <a:ext cx="412800" cy="12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g2609260f10c_0_719"/>
              <p:cNvCxnSpPr/>
              <p:nvPr/>
            </p:nvCxnSpPr>
            <p:spPr>
              <a:xfrm flipH="1">
                <a:off x="8397880" y="5259125"/>
                <a:ext cx="68100" cy="29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g2609260f10c_0_719"/>
              <p:cNvCxnSpPr/>
              <p:nvPr/>
            </p:nvCxnSpPr>
            <p:spPr>
              <a:xfrm rot="10800000">
                <a:off x="8512688" y="5284680"/>
                <a:ext cx="280500" cy="270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g2609260f10c_0_719"/>
              <p:cNvCxnSpPr/>
              <p:nvPr/>
            </p:nvCxnSpPr>
            <p:spPr>
              <a:xfrm>
                <a:off x="8512814" y="5234921"/>
                <a:ext cx="914100" cy="46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g2609260f10c_0_719"/>
              <p:cNvCxnSpPr/>
              <p:nvPr/>
            </p:nvCxnSpPr>
            <p:spPr>
              <a:xfrm>
                <a:off x="8271861" y="3806843"/>
                <a:ext cx="0" cy="13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g2609260f10c_0_719"/>
              <p:cNvCxnSpPr/>
              <p:nvPr/>
            </p:nvCxnSpPr>
            <p:spPr>
              <a:xfrm flipH="1" rot="10800000">
                <a:off x="7881336" y="4017855"/>
                <a:ext cx="168300" cy="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" name="Google Shape;169;g2609260f10c_0_719"/>
              <p:cNvCxnSpPr/>
              <p:nvPr/>
            </p:nvCxnSpPr>
            <p:spPr>
              <a:xfrm flipH="1" rot="5400000">
                <a:off x="9909566" y="5560282"/>
                <a:ext cx="366900" cy="1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g2609260f10c_0_719"/>
              <p:cNvCxnSpPr/>
              <p:nvPr/>
            </p:nvCxnSpPr>
            <p:spPr>
              <a:xfrm flipH="1" rot="10800000">
                <a:off x="8483508" y="5013306"/>
                <a:ext cx="404100" cy="207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1" name="Google Shape;171;g2609260f10c_0_719"/>
              <p:cNvCxnSpPr/>
              <p:nvPr/>
            </p:nvCxnSpPr>
            <p:spPr>
              <a:xfrm flipH="1">
                <a:off x="10124785" y="2146305"/>
                <a:ext cx="761400" cy="577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" name="Google Shape;172;g2609260f10c_0_719"/>
              <p:cNvCxnSpPr/>
              <p:nvPr/>
            </p:nvCxnSpPr>
            <p:spPr>
              <a:xfrm flipH="1">
                <a:off x="10124788" y="2245186"/>
                <a:ext cx="3900" cy="518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g2609260f10c_0_719"/>
              <p:cNvCxnSpPr/>
              <p:nvPr/>
            </p:nvCxnSpPr>
            <p:spPr>
              <a:xfrm flipH="1">
                <a:off x="10696178" y="2177379"/>
                <a:ext cx="149400" cy="518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4" name="Google Shape;174;g2609260f10c_0_719"/>
              <p:cNvCxnSpPr/>
              <p:nvPr/>
            </p:nvCxnSpPr>
            <p:spPr>
              <a:xfrm flipH="1">
                <a:off x="10166332" y="2695840"/>
                <a:ext cx="574200" cy="279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g2609260f10c_0_719"/>
              <p:cNvCxnSpPr/>
              <p:nvPr/>
            </p:nvCxnSpPr>
            <p:spPr>
              <a:xfrm flipH="1">
                <a:off x="10093514" y="2146305"/>
                <a:ext cx="788700" cy="99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g2609260f10c_0_719"/>
              <p:cNvCxnSpPr/>
              <p:nvPr/>
            </p:nvCxnSpPr>
            <p:spPr>
              <a:xfrm flipH="1">
                <a:off x="10886188" y="2104198"/>
                <a:ext cx="279000" cy="42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g2609260f10c_0_719"/>
              <p:cNvCxnSpPr/>
              <p:nvPr/>
            </p:nvCxnSpPr>
            <p:spPr>
              <a:xfrm rot="10800000">
                <a:off x="10706218" y="2695847"/>
                <a:ext cx="353400" cy="67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g2609260f10c_0_719"/>
              <p:cNvCxnSpPr/>
              <p:nvPr/>
            </p:nvCxnSpPr>
            <p:spPr>
              <a:xfrm flipH="1">
                <a:off x="8793425" y="2245186"/>
                <a:ext cx="1300200" cy="6066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g2609260f10c_0_719"/>
              <p:cNvCxnSpPr/>
              <p:nvPr/>
            </p:nvCxnSpPr>
            <p:spPr>
              <a:xfrm flipH="1" rot="10800000">
                <a:off x="9402788" y="4090255"/>
                <a:ext cx="429300" cy="705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g2609260f10c_0_719"/>
              <p:cNvCxnSpPr/>
              <p:nvPr/>
            </p:nvCxnSpPr>
            <p:spPr>
              <a:xfrm flipH="1" rot="10800000">
                <a:off x="8268637" y="4024204"/>
                <a:ext cx="969000" cy="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descr="antenna_radiation_stylized" id="181" name="Google Shape;181;g2609260f10c_0_7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82" name="Google Shape;182;g2609260f10c_0_7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83" name="Google Shape;183;g2609260f10c_0_7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g2609260f10c_0_719"/>
            <p:cNvSpPr/>
            <p:nvPr/>
          </p:nvSpPr>
          <p:spPr>
            <a:xfrm>
              <a:off x="8174541" y="2292995"/>
              <a:ext cx="52500" cy="495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5" name="Google Shape;185;g2609260f10c_0_719"/>
          <p:cNvCxnSpPr/>
          <p:nvPr/>
        </p:nvCxnSpPr>
        <p:spPr>
          <a:xfrm>
            <a:off x="8281600" y="2213665"/>
            <a:ext cx="228000" cy="17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g2609260f10c_0_719"/>
          <p:cNvGrpSpPr/>
          <p:nvPr/>
        </p:nvGrpSpPr>
        <p:grpSpPr>
          <a:xfrm>
            <a:off x="8055285" y="1822682"/>
            <a:ext cx="436756" cy="420234"/>
            <a:chOff x="3035" y="3288"/>
            <a:chExt cx="600" cy="672"/>
          </a:xfrm>
        </p:grpSpPr>
        <p:cxnSp>
          <p:nvCxnSpPr>
            <p:cNvPr id="187" name="Google Shape;187;g2609260f10c_0_719"/>
            <p:cNvCxnSpPr/>
            <p:nvPr/>
          </p:nvCxnSpPr>
          <p:spPr>
            <a:xfrm flipH="1">
              <a:off x="3035" y="3288"/>
              <a:ext cx="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g2609260f10c_0_719"/>
            <p:cNvCxnSpPr/>
            <p:nvPr/>
          </p:nvCxnSpPr>
          <p:spPr>
            <a:xfrm>
              <a:off x="3335" y="3288"/>
              <a:ext cx="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g2609260f10c_0_719"/>
            <p:cNvCxnSpPr/>
            <p:nvPr/>
          </p:nvCxnSpPr>
          <p:spPr>
            <a:xfrm>
              <a:off x="3130" y="395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g2609260f10c_0_719"/>
            <p:cNvCxnSpPr/>
            <p:nvPr/>
          </p:nvCxnSpPr>
          <p:spPr>
            <a:xfrm rot="10800000">
              <a:off x="3240" y="395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g2609260f10c_0_719"/>
            <p:cNvCxnSpPr/>
            <p:nvPr/>
          </p:nvCxnSpPr>
          <p:spPr>
            <a:xfrm>
              <a:off x="3335" y="3303"/>
              <a:ext cx="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g2609260f10c_0_719"/>
            <p:cNvCxnSpPr/>
            <p:nvPr/>
          </p:nvCxnSpPr>
          <p:spPr>
            <a:xfrm>
              <a:off x="3130" y="3960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g2609260f10c_0_719"/>
            <p:cNvCxnSpPr/>
            <p:nvPr/>
          </p:nvCxnSpPr>
          <p:spPr>
            <a:xfrm rot="10800000">
              <a:off x="3240" y="395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g2609260f10c_0_719"/>
            <p:cNvCxnSpPr/>
            <p:nvPr/>
          </p:nvCxnSpPr>
          <p:spPr>
            <a:xfrm>
              <a:off x="3217" y="3668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g2609260f10c_0_719"/>
            <p:cNvCxnSpPr/>
            <p:nvPr/>
          </p:nvCxnSpPr>
          <p:spPr>
            <a:xfrm>
              <a:off x="3335" y="3723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g2609260f10c_0_719"/>
            <p:cNvCxnSpPr/>
            <p:nvPr/>
          </p:nvCxnSpPr>
          <p:spPr>
            <a:xfrm>
              <a:off x="3178" y="3766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g2609260f10c_0_719"/>
            <p:cNvCxnSpPr/>
            <p:nvPr/>
          </p:nvCxnSpPr>
          <p:spPr>
            <a:xfrm>
              <a:off x="3335" y="3847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g2609260f10c_0_719"/>
            <p:cNvCxnSpPr/>
            <p:nvPr/>
          </p:nvCxnSpPr>
          <p:spPr>
            <a:xfrm>
              <a:off x="3335" y="359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g2609260f10c_0_719"/>
            <p:cNvCxnSpPr/>
            <p:nvPr/>
          </p:nvCxnSpPr>
          <p:spPr>
            <a:xfrm>
              <a:off x="3335" y="344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g2609260f10c_0_719"/>
            <p:cNvCxnSpPr/>
            <p:nvPr/>
          </p:nvCxnSpPr>
          <p:spPr>
            <a:xfrm>
              <a:off x="3247" y="3558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g2609260f10c_0_719"/>
            <p:cNvCxnSpPr/>
            <p:nvPr/>
          </p:nvCxnSpPr>
          <p:spPr>
            <a:xfrm>
              <a:off x="3289" y="342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access_point_stylized_small" id="202" name="Google Shape;202;g2609260f10c_0_7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203" name="Google Shape;203;g2609260f10c_0_7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g2609260f10c_0_719"/>
          <p:cNvGrpSpPr/>
          <p:nvPr/>
        </p:nvGrpSpPr>
        <p:grpSpPr>
          <a:xfrm>
            <a:off x="9922979" y="4852241"/>
            <a:ext cx="309609" cy="190754"/>
            <a:chOff x="3668110" y="2448910"/>
            <a:chExt cx="3794234" cy="2165199"/>
          </a:xfrm>
        </p:grpSpPr>
        <p:sp>
          <p:nvSpPr>
            <p:cNvPr id="205" name="Google Shape;205;g2609260f10c_0_719"/>
            <p:cNvSpPr/>
            <p:nvPr/>
          </p:nvSpPr>
          <p:spPr>
            <a:xfrm>
              <a:off x="3668110" y="3741409"/>
              <a:ext cx="3780600" cy="872700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g2609260f10c_0_71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7" name="Google Shape;207;g2609260f10c_0_719"/>
            <p:cNvGrpSpPr/>
            <p:nvPr/>
          </p:nvGrpSpPr>
          <p:grpSpPr>
            <a:xfrm>
              <a:off x="3941663" y="2603245"/>
              <a:ext cx="3206977" cy="1060959"/>
              <a:chOff x="7939341" y="3037317"/>
              <a:chExt cx="899018" cy="352209"/>
            </a:xfrm>
          </p:grpSpPr>
          <p:sp>
            <p:nvSpPr>
              <p:cNvPr id="208" name="Google Shape;208;g2609260f10c_0_719"/>
              <p:cNvSpPr/>
              <p:nvPr/>
            </p:nvSpPr>
            <p:spPr>
              <a:xfrm>
                <a:off x="7964170" y="30373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g2609260f10c_0_719"/>
              <p:cNvSpPr/>
              <p:nvPr/>
            </p:nvSpPr>
            <p:spPr>
              <a:xfrm>
                <a:off x="8519948" y="32067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g2609260f10c_0_719"/>
              <p:cNvSpPr/>
              <p:nvPr/>
            </p:nvSpPr>
            <p:spPr>
              <a:xfrm>
                <a:off x="7939341" y="32067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g2609260f10c_0_719"/>
              <p:cNvSpPr/>
              <p:nvPr/>
            </p:nvSpPr>
            <p:spPr>
              <a:xfrm>
                <a:off x="8047413" y="31234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2" name="Google Shape;212;g2609260f10c_0_719"/>
          <p:cNvGrpSpPr/>
          <p:nvPr/>
        </p:nvGrpSpPr>
        <p:grpSpPr>
          <a:xfrm>
            <a:off x="8750340" y="4480658"/>
            <a:ext cx="396005" cy="217643"/>
            <a:chOff x="7493876" y="2774731"/>
            <a:chExt cx="1490420" cy="890885"/>
          </a:xfrm>
        </p:grpSpPr>
        <p:sp>
          <p:nvSpPr>
            <p:cNvPr id="213" name="Google Shape;213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" name="Google Shape;215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16" name="Google Shape;216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0" name="Google Shape;220;g2609260f10c_0_719"/>
          <p:cNvGrpSpPr/>
          <p:nvPr/>
        </p:nvGrpSpPr>
        <p:grpSpPr>
          <a:xfrm>
            <a:off x="8385134" y="4707637"/>
            <a:ext cx="309609" cy="190754"/>
            <a:chOff x="3668110" y="2448910"/>
            <a:chExt cx="3794234" cy="2165199"/>
          </a:xfrm>
        </p:grpSpPr>
        <p:sp>
          <p:nvSpPr>
            <p:cNvPr id="221" name="Google Shape;221;g2609260f10c_0_719"/>
            <p:cNvSpPr/>
            <p:nvPr/>
          </p:nvSpPr>
          <p:spPr>
            <a:xfrm>
              <a:off x="3668110" y="3741409"/>
              <a:ext cx="3780600" cy="872700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g2609260f10c_0_71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3" name="Google Shape;223;g2609260f10c_0_719"/>
            <p:cNvGrpSpPr/>
            <p:nvPr/>
          </p:nvGrpSpPr>
          <p:grpSpPr>
            <a:xfrm>
              <a:off x="3941663" y="2603245"/>
              <a:ext cx="3206977" cy="1060959"/>
              <a:chOff x="7939341" y="3037317"/>
              <a:chExt cx="899018" cy="352209"/>
            </a:xfrm>
          </p:grpSpPr>
          <p:sp>
            <p:nvSpPr>
              <p:cNvPr id="224" name="Google Shape;224;g2609260f10c_0_719"/>
              <p:cNvSpPr/>
              <p:nvPr/>
            </p:nvSpPr>
            <p:spPr>
              <a:xfrm>
                <a:off x="7964170" y="30373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g2609260f10c_0_719"/>
              <p:cNvSpPr/>
              <p:nvPr/>
            </p:nvSpPr>
            <p:spPr>
              <a:xfrm>
                <a:off x="8519948" y="32067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g2609260f10c_0_719"/>
              <p:cNvSpPr/>
              <p:nvPr/>
            </p:nvSpPr>
            <p:spPr>
              <a:xfrm>
                <a:off x="7939341" y="32067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g2609260f10c_0_719"/>
              <p:cNvSpPr/>
              <p:nvPr/>
            </p:nvSpPr>
            <p:spPr>
              <a:xfrm>
                <a:off x="8047413" y="31234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8" name="Google Shape;228;g2609260f10c_0_719"/>
          <p:cNvGrpSpPr/>
          <p:nvPr/>
        </p:nvGrpSpPr>
        <p:grpSpPr>
          <a:xfrm>
            <a:off x="8513898" y="2325626"/>
            <a:ext cx="355763" cy="167576"/>
            <a:chOff x="7493876" y="2774731"/>
            <a:chExt cx="1490420" cy="890885"/>
          </a:xfrm>
        </p:grpSpPr>
        <p:sp>
          <p:nvSpPr>
            <p:cNvPr id="229" name="Google Shape;229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1" name="Google Shape;231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32" name="Google Shape;232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6" name="Google Shape;236;g2609260f10c_0_719"/>
          <p:cNvGrpSpPr/>
          <p:nvPr/>
        </p:nvGrpSpPr>
        <p:grpSpPr>
          <a:xfrm>
            <a:off x="10957971" y="3114716"/>
            <a:ext cx="171994" cy="96661"/>
            <a:chOff x="7493876" y="2774731"/>
            <a:chExt cx="1490420" cy="890885"/>
          </a:xfrm>
        </p:grpSpPr>
        <p:sp>
          <p:nvSpPr>
            <p:cNvPr id="237" name="Google Shape;237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9" name="Google Shape;239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40" name="Google Shape;240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4" name="Google Shape;244;g2609260f10c_0_719"/>
          <p:cNvGrpSpPr/>
          <p:nvPr/>
        </p:nvGrpSpPr>
        <p:grpSpPr>
          <a:xfrm>
            <a:off x="10484680" y="3009424"/>
            <a:ext cx="355763" cy="197509"/>
            <a:chOff x="7493876" y="2774731"/>
            <a:chExt cx="1490420" cy="890885"/>
          </a:xfrm>
        </p:grpSpPr>
        <p:sp>
          <p:nvSpPr>
            <p:cNvPr id="245" name="Google Shape;245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48" name="Google Shape;248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2" name="Google Shape;252;g2609260f10c_0_719"/>
          <p:cNvGrpSpPr/>
          <p:nvPr/>
        </p:nvGrpSpPr>
        <p:grpSpPr>
          <a:xfrm>
            <a:off x="10022795" y="1715578"/>
            <a:ext cx="355763" cy="197509"/>
            <a:chOff x="7493876" y="2774731"/>
            <a:chExt cx="1490420" cy="890885"/>
          </a:xfrm>
        </p:grpSpPr>
        <p:sp>
          <p:nvSpPr>
            <p:cNvPr id="253" name="Google Shape;253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5" name="Google Shape;255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56" name="Google Shape;256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0" name="Google Shape;260;g2609260f10c_0_719"/>
          <p:cNvGrpSpPr/>
          <p:nvPr/>
        </p:nvGrpSpPr>
        <p:grpSpPr>
          <a:xfrm>
            <a:off x="10601285" y="2126653"/>
            <a:ext cx="355763" cy="197509"/>
            <a:chOff x="7493876" y="2774731"/>
            <a:chExt cx="1490420" cy="890885"/>
          </a:xfrm>
        </p:grpSpPr>
        <p:sp>
          <p:nvSpPr>
            <p:cNvPr id="261" name="Google Shape;261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" name="Google Shape;263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64" name="Google Shape;264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8" name="Google Shape;268;g2609260f10c_0_719"/>
          <p:cNvGrpSpPr/>
          <p:nvPr/>
        </p:nvGrpSpPr>
        <p:grpSpPr>
          <a:xfrm>
            <a:off x="10717896" y="1621249"/>
            <a:ext cx="355763" cy="197509"/>
            <a:chOff x="7493876" y="2774731"/>
            <a:chExt cx="1490420" cy="890885"/>
          </a:xfrm>
        </p:grpSpPr>
        <p:sp>
          <p:nvSpPr>
            <p:cNvPr id="269" name="Google Shape;269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72" name="Google Shape;272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" name="Google Shape;276;g2609260f10c_0_719"/>
          <p:cNvGrpSpPr/>
          <p:nvPr/>
        </p:nvGrpSpPr>
        <p:grpSpPr>
          <a:xfrm>
            <a:off x="10054197" y="2174851"/>
            <a:ext cx="355763" cy="197509"/>
            <a:chOff x="7493876" y="2774731"/>
            <a:chExt cx="1490420" cy="890885"/>
          </a:xfrm>
        </p:grpSpPr>
        <p:sp>
          <p:nvSpPr>
            <p:cNvPr id="277" name="Google Shape;277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80" name="Google Shape;280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4" name="Google Shape;284;g2609260f10c_0_719"/>
          <p:cNvGrpSpPr/>
          <p:nvPr/>
        </p:nvGrpSpPr>
        <p:grpSpPr>
          <a:xfrm>
            <a:off x="9570904" y="2907312"/>
            <a:ext cx="369326" cy="239292"/>
            <a:chOff x="7493876" y="2774731"/>
            <a:chExt cx="1490420" cy="890885"/>
          </a:xfrm>
        </p:grpSpPr>
        <p:sp>
          <p:nvSpPr>
            <p:cNvPr id="285" name="Google Shape;285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" name="Google Shape;287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88" name="Google Shape;288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2" name="Google Shape;292;g2609260f10c_0_719"/>
          <p:cNvGrpSpPr/>
          <p:nvPr/>
        </p:nvGrpSpPr>
        <p:grpSpPr>
          <a:xfrm>
            <a:off x="10449330" y="3505611"/>
            <a:ext cx="355763" cy="197509"/>
            <a:chOff x="7493876" y="2774731"/>
            <a:chExt cx="1490420" cy="890885"/>
          </a:xfrm>
        </p:grpSpPr>
        <p:sp>
          <p:nvSpPr>
            <p:cNvPr id="293" name="Google Shape;293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5" name="Google Shape;295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296" name="Google Shape;296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0" name="Google Shape;300;g2609260f10c_0_719"/>
          <p:cNvGrpSpPr/>
          <p:nvPr/>
        </p:nvGrpSpPr>
        <p:grpSpPr>
          <a:xfrm>
            <a:off x="10999350" y="3882481"/>
            <a:ext cx="229525" cy="119913"/>
            <a:chOff x="7493876" y="2774731"/>
            <a:chExt cx="1490420" cy="890885"/>
          </a:xfrm>
        </p:grpSpPr>
        <p:sp>
          <p:nvSpPr>
            <p:cNvPr id="301" name="Google Shape;301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3" name="Google Shape;303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04" name="Google Shape;304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g2609260f10c_0_719"/>
          <p:cNvGrpSpPr/>
          <p:nvPr/>
        </p:nvGrpSpPr>
        <p:grpSpPr>
          <a:xfrm>
            <a:off x="7512814" y="1869919"/>
            <a:ext cx="534987" cy="414882"/>
            <a:chOff x="7432700" y="2327293"/>
            <a:chExt cx="534987" cy="414882"/>
          </a:xfrm>
        </p:grpSpPr>
        <p:pic>
          <p:nvPicPr>
            <p:cNvPr descr="antenna_stylized" id="309" name="Google Shape;309;g2609260f10c_0_7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10" name="Google Shape;310;g2609260f10c_0_7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g2609260f10c_0_719"/>
            <p:cNvSpPr/>
            <p:nvPr/>
          </p:nvSpPr>
          <p:spPr>
            <a:xfrm>
              <a:off x="7603304" y="2420984"/>
              <a:ext cx="351921" cy="208168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12" name="Google Shape;312;g2609260f10c_0_7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g2609260f10c_0_719"/>
            <p:cNvSpPr/>
            <p:nvPr/>
          </p:nvSpPr>
          <p:spPr>
            <a:xfrm>
              <a:off x="7667378" y="2414843"/>
              <a:ext cx="298165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g2609260f10c_0_719"/>
            <p:cNvSpPr/>
            <p:nvPr/>
          </p:nvSpPr>
          <p:spPr>
            <a:xfrm>
              <a:off x="7600188" y="2414528"/>
              <a:ext cx="82769" cy="161241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g2609260f10c_0_719"/>
            <p:cNvSpPr/>
            <p:nvPr/>
          </p:nvSpPr>
          <p:spPr>
            <a:xfrm>
              <a:off x="7874205" y="2443344"/>
              <a:ext cx="89197" cy="186120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g2609260f10c_0_719"/>
            <p:cNvSpPr/>
            <p:nvPr/>
          </p:nvSpPr>
          <p:spPr>
            <a:xfrm>
              <a:off x="7599214" y="2567582"/>
              <a:ext cx="327186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g2609260f10c_0_719"/>
            <p:cNvSpPr/>
            <p:nvPr/>
          </p:nvSpPr>
          <p:spPr>
            <a:xfrm>
              <a:off x="7884138" y="2444918"/>
              <a:ext cx="83549" cy="18690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g2609260f10c_0_719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9" name="Google Shape;319;g2609260f10c_0_719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20" name="Google Shape;320;g2609260f10c_0_71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g2609260f10c_0_71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g2609260f10c_0_71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g2609260f10c_0_71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g2609260f10c_0_71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g2609260f10c_0_71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6" name="Google Shape;326;g2609260f10c_0_719"/>
            <p:cNvSpPr/>
            <p:nvPr/>
          </p:nvSpPr>
          <p:spPr>
            <a:xfrm>
              <a:off x="7763780" y="2647731"/>
              <a:ext cx="119577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g2609260f10c_0_719"/>
            <p:cNvSpPr/>
            <p:nvPr/>
          </p:nvSpPr>
          <p:spPr>
            <a:xfrm>
              <a:off x="7458602" y="2654187"/>
              <a:ext cx="305954" cy="738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g2609260f10c_0_719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g2609260f10c_0_719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g2609260f10c_0_719"/>
            <p:cNvSpPr/>
            <p:nvPr/>
          </p:nvSpPr>
          <p:spPr>
            <a:xfrm>
              <a:off x="7468535" y="2643795"/>
              <a:ext cx="290180" cy="7101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g2609260f10c_0_719"/>
            <p:cNvSpPr/>
            <p:nvPr/>
          </p:nvSpPr>
          <p:spPr>
            <a:xfrm flipH="1" rot="10800000">
              <a:off x="7758327" y="2638756"/>
              <a:ext cx="118409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g2609260f10c_0_719"/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descr="light2.png" id="333" name="Google Shape;333;g2609260f10c_0_7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34" name="Google Shape;334;g2609260f10c_0_7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5" name="Google Shape;335;g2609260f10c_0_719"/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descr="car_icon_small" id="336" name="Google Shape;336;g2609260f10c_0_7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37" name="Google Shape;337;g2609260f10c_0_7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8" name="Google Shape;338;g2609260f10c_0_719"/>
          <p:cNvGrpSpPr/>
          <p:nvPr/>
        </p:nvGrpSpPr>
        <p:grpSpPr>
          <a:xfrm>
            <a:off x="7567258" y="2838730"/>
            <a:ext cx="857739" cy="583758"/>
            <a:chOff x="7487144" y="3296104"/>
            <a:chExt cx="857739" cy="583758"/>
          </a:xfrm>
        </p:grpSpPr>
        <p:grpSp>
          <p:nvGrpSpPr>
            <p:cNvPr id="339" name="Google Shape;339;g2609260f10c_0_719"/>
            <p:cNvGrpSpPr/>
            <p:nvPr/>
          </p:nvGrpSpPr>
          <p:grpSpPr>
            <a:xfrm>
              <a:off x="7487144" y="3389820"/>
              <a:ext cx="350808" cy="310034"/>
              <a:chOff x="7487144" y="3389820"/>
              <a:chExt cx="350808" cy="310034"/>
            </a:xfrm>
          </p:grpSpPr>
          <p:pic>
            <p:nvPicPr>
              <p:cNvPr descr="antenna_stylized" id="340" name="Google Shape;340;g2609260f10c_0_71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341" name="Google Shape;341;g2609260f10c_0_719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5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2" name="Google Shape;342;g2609260f10c_0_719"/>
              <p:cNvSpPr/>
              <p:nvPr/>
            </p:nvSpPr>
            <p:spPr>
              <a:xfrm>
                <a:off x="7599014" y="3459979"/>
                <a:ext cx="230762" cy="155885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343" name="Google Shape;343;g2609260f10c_0_71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4" name="Google Shape;344;g2609260f10c_0_719"/>
              <p:cNvSpPr/>
              <p:nvPr/>
            </p:nvSpPr>
            <p:spPr>
              <a:xfrm>
                <a:off x="7641029" y="3455381"/>
                <a:ext cx="195516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g2609260f10c_0_719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g2609260f10c_0_719"/>
              <p:cNvSpPr/>
              <p:nvPr/>
            </p:nvSpPr>
            <p:spPr>
              <a:xfrm>
                <a:off x="7776652" y="3476723"/>
                <a:ext cx="58490" cy="139377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g2609260f10c_0_719"/>
              <p:cNvSpPr/>
              <p:nvPr/>
            </p:nvSpPr>
            <p:spPr>
              <a:xfrm>
                <a:off x="7596332" y="3569758"/>
                <a:ext cx="214547" cy="47047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g2609260f10c_0_719"/>
              <p:cNvSpPr/>
              <p:nvPr/>
            </p:nvSpPr>
            <p:spPr>
              <a:xfrm>
                <a:off x="7783165" y="3477902"/>
                <a:ext cx="54787" cy="139966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g2609260f10c_0_719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0" name="Google Shape;350;g2609260f10c_0_719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51" name="Google Shape;351;g2609260f10c_0_719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" name="Google Shape;352;g2609260f10c_0_719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" name="Google Shape;353;g2609260f10c_0_719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" name="Google Shape;354;g2609260f10c_0_719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" name="Google Shape;355;g2609260f10c_0_719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g2609260f10c_0_719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" name="Google Shape;357;g2609260f10c_0_719"/>
              <p:cNvSpPr/>
              <p:nvPr/>
            </p:nvSpPr>
            <p:spPr>
              <a:xfrm>
                <a:off x="7704243" y="3629776"/>
                <a:ext cx="78410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g2609260f10c_0_719"/>
              <p:cNvSpPr/>
              <p:nvPr/>
            </p:nvSpPr>
            <p:spPr>
              <a:xfrm>
                <a:off x="7504129" y="3634611"/>
                <a:ext cx="200623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g2609260f10c_0_719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g2609260f10c_0_719"/>
              <p:cNvSpPr/>
              <p:nvPr/>
            </p:nvSpPr>
            <p:spPr>
              <a:xfrm>
                <a:off x="7504384" y="3578837"/>
                <a:ext cx="93224" cy="46339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g2609260f10c_0_719"/>
              <p:cNvSpPr/>
              <p:nvPr/>
            </p:nvSpPr>
            <p:spPr>
              <a:xfrm>
                <a:off x="7510642" y="3626829"/>
                <a:ext cx="190280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g2609260f10c_0_719"/>
              <p:cNvSpPr/>
              <p:nvPr/>
            </p:nvSpPr>
            <p:spPr>
              <a:xfrm flipH="1" rot="10800000">
                <a:off x="7700668" y="3623056"/>
                <a:ext cx="77644" cy="5506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g2609260f10c_0_719"/>
            <p:cNvGrpSpPr/>
            <p:nvPr/>
          </p:nvGrpSpPr>
          <p:grpSpPr>
            <a:xfrm flipH="1">
              <a:off x="7985584" y="3537823"/>
              <a:ext cx="359299" cy="342039"/>
              <a:chOff x="2839" y="3501"/>
              <a:chExt cx="755" cy="803"/>
            </a:xfrm>
          </p:grpSpPr>
          <p:pic>
            <p:nvPicPr>
              <p:cNvPr descr="desktop_computer_stylized_medium" id="364" name="Google Shape;364;g2609260f10c_0_71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" name="Google Shape;365;g2609260f10c_0_719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g2609260f10c_0_719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67" name="Google Shape;367;g2609260f10c_0_719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68" name="Google Shape;368;g2609260f10c_0_71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9" name="Google Shape;369;g2609260f10c_0_719"/>
          <p:cNvGrpSpPr/>
          <p:nvPr/>
        </p:nvGrpSpPr>
        <p:grpSpPr>
          <a:xfrm>
            <a:off x="11138913" y="2941768"/>
            <a:ext cx="517796" cy="1212495"/>
            <a:chOff x="11058799" y="3399142"/>
            <a:chExt cx="517796" cy="1212495"/>
          </a:xfrm>
        </p:grpSpPr>
        <p:grpSp>
          <p:nvGrpSpPr>
            <p:cNvPr id="370" name="Google Shape;370;g2609260f10c_0_719"/>
            <p:cNvGrpSpPr/>
            <p:nvPr/>
          </p:nvGrpSpPr>
          <p:grpSpPr>
            <a:xfrm>
              <a:off x="11086934" y="4159792"/>
              <a:ext cx="489661" cy="451846"/>
              <a:chOff x="5103720" y="2693474"/>
              <a:chExt cx="611465" cy="414804"/>
            </a:xfrm>
          </p:grpSpPr>
          <p:cxnSp>
            <p:nvCxnSpPr>
              <p:cNvPr id="371" name="Google Shape;371;g2609260f10c_0_719"/>
              <p:cNvCxnSpPr/>
              <p:nvPr/>
            </p:nvCxnSpPr>
            <p:spPr>
              <a:xfrm>
                <a:off x="5103720" y="2914214"/>
                <a:ext cx="232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72" name="Google Shape;372;g2609260f10c_0_719"/>
              <p:cNvGrpSpPr/>
              <p:nvPr/>
            </p:nvGrpSpPr>
            <p:grpSpPr>
              <a:xfrm>
                <a:off x="5275236" y="2693474"/>
                <a:ext cx="439949" cy="414804"/>
                <a:chOff x="5275406" y="2711455"/>
                <a:chExt cx="452949" cy="405517"/>
              </a:xfrm>
            </p:grpSpPr>
            <p:pic>
              <p:nvPicPr>
                <p:cNvPr descr="server_rack.png" id="373" name="Google Shape;373;g2609260f10c_0_71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74" name="Google Shape;374;g2609260f10c_0_71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75" name="Google Shape;375;g2609260f10c_0_71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6" name="Google Shape;376;g2609260f10c_0_719"/>
            <p:cNvGrpSpPr/>
            <p:nvPr/>
          </p:nvGrpSpPr>
          <p:grpSpPr>
            <a:xfrm>
              <a:off x="11058799" y="3399142"/>
              <a:ext cx="423623" cy="405968"/>
              <a:chOff x="5103720" y="2693474"/>
              <a:chExt cx="611465" cy="414804"/>
            </a:xfrm>
          </p:grpSpPr>
          <p:cxnSp>
            <p:nvCxnSpPr>
              <p:cNvPr id="377" name="Google Shape;377;g2609260f10c_0_719"/>
              <p:cNvCxnSpPr/>
              <p:nvPr/>
            </p:nvCxnSpPr>
            <p:spPr>
              <a:xfrm>
                <a:off x="5103720" y="2914214"/>
                <a:ext cx="232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78" name="Google Shape;378;g2609260f10c_0_719"/>
              <p:cNvGrpSpPr/>
              <p:nvPr/>
            </p:nvGrpSpPr>
            <p:grpSpPr>
              <a:xfrm>
                <a:off x="5275236" y="2693474"/>
                <a:ext cx="439949" cy="414804"/>
                <a:chOff x="5275406" y="2711455"/>
                <a:chExt cx="452949" cy="405517"/>
              </a:xfrm>
            </p:grpSpPr>
            <p:pic>
              <p:nvPicPr>
                <p:cNvPr descr="server_rack.png" id="379" name="Google Shape;379;g2609260f10c_0_71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0" name="Google Shape;380;g2609260f10c_0_71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1" name="Google Shape;381;g2609260f10c_0_71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82" name="Google Shape;382;g2609260f10c_0_719"/>
          <p:cNvGrpSpPr/>
          <p:nvPr/>
        </p:nvGrpSpPr>
        <p:grpSpPr>
          <a:xfrm flipH="1">
            <a:off x="8054595" y="4413467"/>
            <a:ext cx="345630" cy="320312"/>
            <a:chOff x="2839" y="3501"/>
            <a:chExt cx="755" cy="803"/>
          </a:xfrm>
        </p:grpSpPr>
        <p:pic>
          <p:nvPicPr>
            <p:cNvPr descr="desktop_computer_stylized_medium" id="383" name="Google Shape;383;g2609260f10c_0_71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g2609260f10c_0_71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g2609260f10c_0_719"/>
          <p:cNvGrpSpPr/>
          <p:nvPr/>
        </p:nvGrpSpPr>
        <p:grpSpPr>
          <a:xfrm>
            <a:off x="9275421" y="5366115"/>
            <a:ext cx="310116" cy="312136"/>
            <a:chOff x="877" y="1008"/>
            <a:chExt cx="2746" cy="2626"/>
          </a:xfrm>
        </p:grpSpPr>
        <p:pic>
          <p:nvPicPr>
            <p:cNvPr descr="antenna_stylized" id="386" name="Google Shape;386;g2609260f10c_0_71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87" name="Google Shape;387;g2609260f10c_0_71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8963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g2609260f10c_0_719"/>
            <p:cNvSpPr/>
            <p:nvPr/>
          </p:nvSpPr>
          <p:spPr>
            <a:xfrm>
              <a:off x="1753" y="1603"/>
              <a:ext cx="1804" cy="1325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89" name="Google Shape;389;g2609260f10c_0_71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" name="Google Shape;390;g2609260f10c_0_719"/>
            <p:cNvSpPr/>
            <p:nvPr/>
          </p:nvSpPr>
          <p:spPr>
            <a:xfrm>
              <a:off x="2082" y="1564"/>
              <a:ext cx="1529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g2609260f10c_0_719"/>
            <p:cNvSpPr/>
            <p:nvPr/>
          </p:nvSpPr>
          <p:spPr>
            <a:xfrm>
              <a:off x="1737" y="1562"/>
              <a:ext cx="425" cy="102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g2609260f10c_0_719"/>
            <p:cNvSpPr/>
            <p:nvPr/>
          </p:nvSpPr>
          <p:spPr>
            <a:xfrm>
              <a:off x="3144" y="1745"/>
              <a:ext cx="457" cy="1179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g2609260f10c_0_719"/>
            <p:cNvSpPr/>
            <p:nvPr/>
          </p:nvSpPr>
          <p:spPr>
            <a:xfrm>
              <a:off x="1732" y="2534"/>
              <a:ext cx="1678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g2609260f10c_0_719"/>
            <p:cNvSpPr/>
            <p:nvPr/>
          </p:nvSpPr>
          <p:spPr>
            <a:xfrm>
              <a:off x="3195" y="1755"/>
              <a:ext cx="428" cy="118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g2609260f10c_0_719"/>
            <p:cNvSpPr/>
            <p:nvPr/>
          </p:nvSpPr>
          <p:spPr>
            <a:xfrm>
              <a:off x="1734" y="2587"/>
              <a:ext cx="1496" cy="395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6" name="Google Shape;396;g2609260f10c_0_71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97" name="Google Shape;397;g2609260f10c_0_71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g2609260f10c_0_71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g2609260f10c_0_71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g2609260f10c_0_71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g2609260f10c_0_71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g2609260f10c_0_71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3" name="Google Shape;403;g2609260f10c_0_719"/>
            <p:cNvSpPr/>
            <p:nvPr/>
          </p:nvSpPr>
          <p:spPr>
            <a:xfrm>
              <a:off x="2577" y="3043"/>
              <a:ext cx="614" cy="51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g2609260f10c_0_719"/>
            <p:cNvSpPr/>
            <p:nvPr/>
          </p:nvSpPr>
          <p:spPr>
            <a:xfrm>
              <a:off x="1010" y="3084"/>
              <a:ext cx="1570" cy="468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g2609260f10c_0_71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g2609260f10c_0_719"/>
            <p:cNvSpPr/>
            <p:nvPr/>
          </p:nvSpPr>
          <p:spPr>
            <a:xfrm>
              <a:off x="1012" y="2611"/>
              <a:ext cx="729" cy="392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g2609260f10c_0_719"/>
            <p:cNvSpPr/>
            <p:nvPr/>
          </p:nvSpPr>
          <p:spPr>
            <a:xfrm>
              <a:off x="1061" y="3018"/>
              <a:ext cx="1488" cy="45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g2609260f10c_0_719"/>
            <p:cNvSpPr/>
            <p:nvPr/>
          </p:nvSpPr>
          <p:spPr>
            <a:xfrm flipH="1" rot="10800000">
              <a:off x="2549" y="2987"/>
              <a:ext cx="608" cy="4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g2609260f10c_0_719"/>
          <p:cNvGrpSpPr/>
          <p:nvPr/>
        </p:nvGrpSpPr>
        <p:grpSpPr>
          <a:xfrm flipH="1">
            <a:off x="8227649" y="5017963"/>
            <a:ext cx="345630" cy="320312"/>
            <a:chOff x="2839" y="3501"/>
            <a:chExt cx="755" cy="803"/>
          </a:xfrm>
        </p:grpSpPr>
        <p:pic>
          <p:nvPicPr>
            <p:cNvPr descr="desktop_computer_stylized_medium" id="410" name="Google Shape;410;g2609260f10c_0_71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g2609260f10c_0_71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g2609260f10c_0_719"/>
          <p:cNvGrpSpPr/>
          <p:nvPr/>
        </p:nvGrpSpPr>
        <p:grpSpPr>
          <a:xfrm flipH="1">
            <a:off x="8625874" y="5039436"/>
            <a:ext cx="345630" cy="320312"/>
            <a:chOff x="2839" y="3501"/>
            <a:chExt cx="755" cy="803"/>
          </a:xfrm>
        </p:grpSpPr>
        <p:pic>
          <p:nvPicPr>
            <p:cNvPr descr="desktop_computer_stylized_medium" id="413" name="Google Shape;413;g2609260f10c_0_71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g2609260f10c_0_71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g2609260f10c_0_719"/>
          <p:cNvGrpSpPr/>
          <p:nvPr/>
        </p:nvGrpSpPr>
        <p:grpSpPr>
          <a:xfrm>
            <a:off x="9608486" y="5308444"/>
            <a:ext cx="319192" cy="256940"/>
            <a:chOff x="877" y="1008"/>
            <a:chExt cx="2746" cy="2626"/>
          </a:xfrm>
        </p:grpSpPr>
        <p:pic>
          <p:nvPicPr>
            <p:cNvPr descr="antenna_stylized" id="416" name="Google Shape;416;g2609260f10c_0_71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17" name="Google Shape;417;g2609260f10c_0_71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8963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g2609260f10c_0_719"/>
            <p:cNvSpPr/>
            <p:nvPr/>
          </p:nvSpPr>
          <p:spPr>
            <a:xfrm>
              <a:off x="1753" y="1603"/>
              <a:ext cx="1804" cy="1325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19" name="Google Shape;419;g2609260f10c_0_71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g2609260f10c_0_719"/>
            <p:cNvSpPr/>
            <p:nvPr/>
          </p:nvSpPr>
          <p:spPr>
            <a:xfrm>
              <a:off x="2082" y="1564"/>
              <a:ext cx="1529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g2609260f10c_0_719"/>
            <p:cNvSpPr/>
            <p:nvPr/>
          </p:nvSpPr>
          <p:spPr>
            <a:xfrm>
              <a:off x="1737" y="1562"/>
              <a:ext cx="425" cy="102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g2609260f10c_0_719"/>
            <p:cNvSpPr/>
            <p:nvPr/>
          </p:nvSpPr>
          <p:spPr>
            <a:xfrm>
              <a:off x="3144" y="1745"/>
              <a:ext cx="457" cy="1179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g2609260f10c_0_719"/>
            <p:cNvSpPr/>
            <p:nvPr/>
          </p:nvSpPr>
          <p:spPr>
            <a:xfrm>
              <a:off x="1732" y="2534"/>
              <a:ext cx="1678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g2609260f10c_0_719"/>
            <p:cNvSpPr/>
            <p:nvPr/>
          </p:nvSpPr>
          <p:spPr>
            <a:xfrm>
              <a:off x="3195" y="1755"/>
              <a:ext cx="428" cy="1186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g2609260f10c_0_719"/>
            <p:cNvSpPr/>
            <p:nvPr/>
          </p:nvSpPr>
          <p:spPr>
            <a:xfrm>
              <a:off x="1734" y="2587"/>
              <a:ext cx="1496" cy="395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" name="Google Shape;426;g2609260f10c_0_71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7" name="Google Shape;427;g2609260f10c_0_71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g2609260f10c_0_71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g2609260f10c_0_71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g2609260f10c_0_71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g2609260f10c_0_71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g2609260f10c_0_71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3" name="Google Shape;433;g2609260f10c_0_719"/>
            <p:cNvSpPr/>
            <p:nvPr/>
          </p:nvSpPr>
          <p:spPr>
            <a:xfrm>
              <a:off x="2577" y="3043"/>
              <a:ext cx="614" cy="51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g2609260f10c_0_719"/>
            <p:cNvSpPr/>
            <p:nvPr/>
          </p:nvSpPr>
          <p:spPr>
            <a:xfrm>
              <a:off x="1010" y="3084"/>
              <a:ext cx="1570" cy="468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g2609260f10c_0_71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g2609260f10c_0_719"/>
            <p:cNvSpPr/>
            <p:nvPr/>
          </p:nvSpPr>
          <p:spPr>
            <a:xfrm>
              <a:off x="1012" y="2611"/>
              <a:ext cx="729" cy="392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g2609260f10c_0_719"/>
            <p:cNvSpPr/>
            <p:nvPr/>
          </p:nvSpPr>
          <p:spPr>
            <a:xfrm>
              <a:off x="1061" y="3018"/>
              <a:ext cx="1488" cy="45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g2609260f10c_0_719"/>
            <p:cNvSpPr/>
            <p:nvPr/>
          </p:nvSpPr>
          <p:spPr>
            <a:xfrm flipH="1" rot="10800000">
              <a:off x="2549" y="2987"/>
              <a:ext cx="608" cy="4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9" name="Google Shape;439;g2609260f10c_0_719"/>
          <p:cNvSpPr/>
          <p:nvPr/>
        </p:nvSpPr>
        <p:spPr>
          <a:xfrm>
            <a:off x="10227333" y="5150277"/>
            <a:ext cx="34049" cy="332927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2609260f10c_0_719"/>
          <p:cNvSpPr/>
          <p:nvPr/>
        </p:nvSpPr>
        <p:spPr>
          <a:xfrm>
            <a:off x="10233710" y="5170229"/>
            <a:ext cx="20333" cy="308017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2609260f10c_0_719"/>
          <p:cNvSpPr/>
          <p:nvPr/>
        </p:nvSpPr>
        <p:spPr>
          <a:xfrm>
            <a:off x="10229258" y="5326059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2609260f10c_0_719"/>
          <p:cNvSpPr/>
          <p:nvPr/>
        </p:nvSpPr>
        <p:spPr>
          <a:xfrm>
            <a:off x="10100039" y="5187705"/>
            <a:ext cx="72000" cy="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3" name="Google Shape;443;g2609260f10c_0_719"/>
          <p:cNvGrpSpPr/>
          <p:nvPr/>
        </p:nvGrpSpPr>
        <p:grpSpPr>
          <a:xfrm>
            <a:off x="10164792" y="5184197"/>
            <a:ext cx="59008" cy="2279"/>
            <a:chOff x="613" y="2566"/>
            <a:chExt cx="612" cy="15"/>
          </a:xfrm>
        </p:grpSpPr>
        <p:sp>
          <p:nvSpPr>
            <p:cNvPr id="444" name="Google Shape;444;g2609260f10c_0_719"/>
            <p:cNvSpPr/>
            <p:nvPr/>
          </p:nvSpPr>
          <p:spPr>
            <a:xfrm>
              <a:off x="613" y="2566"/>
              <a:ext cx="600" cy="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2609260f10c_0_719"/>
            <p:cNvSpPr/>
            <p:nvPr/>
          </p:nvSpPr>
          <p:spPr>
            <a:xfrm>
              <a:off x="625" y="2581"/>
              <a:ext cx="6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g2609260f10c_0_719"/>
          <p:cNvSpPr/>
          <p:nvPr/>
        </p:nvSpPr>
        <p:spPr>
          <a:xfrm>
            <a:off x="10101242" y="5236056"/>
            <a:ext cx="72000" cy="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g2609260f10c_0_719"/>
          <p:cNvGrpSpPr/>
          <p:nvPr/>
        </p:nvGrpSpPr>
        <p:grpSpPr>
          <a:xfrm>
            <a:off x="10164745" y="5231416"/>
            <a:ext cx="59104" cy="2387"/>
            <a:chOff x="615" y="2564"/>
            <a:chExt cx="613" cy="17"/>
          </a:xfrm>
        </p:grpSpPr>
        <p:sp>
          <p:nvSpPr>
            <p:cNvPr id="448" name="Google Shape;448;g2609260f10c_0_719"/>
            <p:cNvSpPr/>
            <p:nvPr/>
          </p:nvSpPr>
          <p:spPr>
            <a:xfrm>
              <a:off x="615" y="2564"/>
              <a:ext cx="600" cy="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2609260f10c_0_719"/>
            <p:cNvSpPr/>
            <p:nvPr/>
          </p:nvSpPr>
          <p:spPr>
            <a:xfrm>
              <a:off x="628" y="2581"/>
              <a:ext cx="6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g2609260f10c_0_719"/>
          <p:cNvSpPr/>
          <p:nvPr/>
        </p:nvSpPr>
        <p:spPr>
          <a:xfrm>
            <a:off x="10101242" y="5284407"/>
            <a:ext cx="72000" cy="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2609260f10c_0_719"/>
          <p:cNvSpPr/>
          <p:nvPr/>
        </p:nvSpPr>
        <p:spPr>
          <a:xfrm>
            <a:off x="10102445" y="5328244"/>
            <a:ext cx="72000" cy="6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g2609260f10c_0_719"/>
          <p:cNvGrpSpPr/>
          <p:nvPr/>
        </p:nvGrpSpPr>
        <p:grpSpPr>
          <a:xfrm>
            <a:off x="10163591" y="5327014"/>
            <a:ext cx="59110" cy="0"/>
            <a:chOff x="618" y="2586"/>
            <a:chExt cx="612" cy="0"/>
          </a:xfrm>
        </p:grpSpPr>
        <p:sp>
          <p:nvSpPr>
            <p:cNvPr id="453" name="Google Shape;453;g2609260f10c_0_719"/>
            <p:cNvSpPr/>
            <p:nvPr/>
          </p:nvSpPr>
          <p:spPr>
            <a:xfrm>
              <a:off x="618" y="2586"/>
              <a:ext cx="600" cy="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2609260f10c_0_719"/>
            <p:cNvSpPr/>
            <p:nvPr/>
          </p:nvSpPr>
          <p:spPr>
            <a:xfrm>
              <a:off x="630" y="2586"/>
              <a:ext cx="6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g2609260f10c_0_719"/>
          <p:cNvSpPr/>
          <p:nvPr/>
        </p:nvSpPr>
        <p:spPr>
          <a:xfrm>
            <a:off x="10229740" y="5284407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6" name="Google Shape;456;g2609260f10c_0_719"/>
          <p:cNvGrpSpPr/>
          <p:nvPr/>
        </p:nvGrpSpPr>
        <p:grpSpPr>
          <a:xfrm>
            <a:off x="10163589" y="5280912"/>
            <a:ext cx="59110" cy="2330"/>
            <a:chOff x="613" y="2571"/>
            <a:chExt cx="612" cy="16"/>
          </a:xfrm>
        </p:grpSpPr>
        <p:sp>
          <p:nvSpPr>
            <p:cNvPr id="457" name="Google Shape;457;g2609260f10c_0_719"/>
            <p:cNvSpPr/>
            <p:nvPr/>
          </p:nvSpPr>
          <p:spPr>
            <a:xfrm>
              <a:off x="613" y="2571"/>
              <a:ext cx="600" cy="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2609260f10c_0_719"/>
            <p:cNvSpPr/>
            <p:nvPr/>
          </p:nvSpPr>
          <p:spPr>
            <a:xfrm>
              <a:off x="625" y="2587"/>
              <a:ext cx="6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" name="Google Shape;459;g2609260f10c_0_719"/>
          <p:cNvSpPr/>
          <p:nvPr/>
        </p:nvSpPr>
        <p:spPr>
          <a:xfrm>
            <a:off x="10224686" y="5149694"/>
            <a:ext cx="8400" cy="332700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2609260f10c_0_719"/>
          <p:cNvSpPr/>
          <p:nvPr/>
        </p:nvSpPr>
        <p:spPr>
          <a:xfrm>
            <a:off x="10232627" y="5233872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2609260f10c_0_719"/>
          <p:cNvSpPr/>
          <p:nvPr/>
        </p:nvSpPr>
        <p:spPr>
          <a:xfrm>
            <a:off x="10232988" y="5186249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2609260f10c_0_719"/>
          <p:cNvSpPr/>
          <p:nvPr/>
        </p:nvSpPr>
        <p:spPr>
          <a:xfrm>
            <a:off x="10257051" y="5467472"/>
            <a:ext cx="6000" cy="138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2609260f10c_0_719"/>
          <p:cNvSpPr/>
          <p:nvPr/>
        </p:nvSpPr>
        <p:spPr>
          <a:xfrm>
            <a:off x="10231424" y="5467909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2609260f10c_0_719"/>
          <p:cNvSpPr/>
          <p:nvPr/>
        </p:nvSpPr>
        <p:spPr>
          <a:xfrm>
            <a:off x="10091617" y="5476793"/>
            <a:ext cx="144000" cy="21900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2609260f10c_0_719"/>
          <p:cNvSpPr/>
          <p:nvPr/>
        </p:nvSpPr>
        <p:spPr>
          <a:xfrm>
            <a:off x="10100039" y="5482472"/>
            <a:ext cx="128400" cy="11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2609260f10c_0_719"/>
          <p:cNvSpPr/>
          <p:nvPr/>
        </p:nvSpPr>
        <p:spPr>
          <a:xfrm>
            <a:off x="10111950" y="5434121"/>
            <a:ext cx="19200" cy="2070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2609260f10c_0_719"/>
          <p:cNvSpPr/>
          <p:nvPr/>
        </p:nvSpPr>
        <p:spPr>
          <a:xfrm>
            <a:off x="10133607" y="5434121"/>
            <a:ext cx="19200" cy="20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2609260f10c_0_719"/>
          <p:cNvSpPr/>
          <p:nvPr/>
        </p:nvSpPr>
        <p:spPr>
          <a:xfrm>
            <a:off x="10153941" y="5434121"/>
            <a:ext cx="19200" cy="2070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2609260f10c_0_719"/>
          <p:cNvSpPr/>
          <p:nvPr/>
        </p:nvSpPr>
        <p:spPr>
          <a:xfrm>
            <a:off x="10203150" y="5354750"/>
            <a:ext cx="9600" cy="110400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g2609260f10c_0_719"/>
          <p:cNvGrpSpPr/>
          <p:nvPr/>
        </p:nvGrpSpPr>
        <p:grpSpPr>
          <a:xfrm flipH="1">
            <a:off x="7847721" y="4794366"/>
            <a:ext cx="345630" cy="320312"/>
            <a:chOff x="2839" y="3501"/>
            <a:chExt cx="755" cy="803"/>
          </a:xfrm>
        </p:grpSpPr>
        <p:pic>
          <p:nvPicPr>
            <p:cNvPr descr="desktop_computer_stylized_medium" id="471" name="Google Shape;471;g2609260f10c_0_71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g2609260f10c_0_71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3" name="Google Shape;473;g2609260f10c_0_719"/>
          <p:cNvGrpSpPr/>
          <p:nvPr/>
        </p:nvGrpSpPr>
        <p:grpSpPr>
          <a:xfrm>
            <a:off x="7823964" y="1373031"/>
            <a:ext cx="415925" cy="385801"/>
            <a:chOff x="2751" y="1851"/>
            <a:chExt cx="462" cy="478"/>
          </a:xfrm>
        </p:grpSpPr>
        <p:pic>
          <p:nvPicPr>
            <p:cNvPr descr="iphone_stylized_small" id="474" name="Google Shape;474;g2609260f10c_0_71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75" name="Google Shape;475;g2609260f10c_0_71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6" name="Google Shape;476;g2609260f10c_0_719"/>
          <p:cNvGrpSpPr/>
          <p:nvPr/>
        </p:nvGrpSpPr>
        <p:grpSpPr>
          <a:xfrm>
            <a:off x="10327730" y="4787257"/>
            <a:ext cx="176441" cy="351545"/>
            <a:chOff x="4140" y="429"/>
            <a:chExt cx="1419" cy="2546"/>
          </a:xfrm>
        </p:grpSpPr>
        <p:sp>
          <p:nvSpPr>
            <p:cNvPr id="477" name="Google Shape;477;g2609260f10c_0_719"/>
            <p:cNvSpPr/>
            <p:nvPr/>
          </p:nvSpPr>
          <p:spPr>
            <a:xfrm>
              <a:off x="5268" y="433"/>
              <a:ext cx="283" cy="2283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g2609260f10c_0_719"/>
            <p:cNvSpPr/>
            <p:nvPr/>
          </p:nvSpPr>
          <p:spPr>
            <a:xfrm>
              <a:off x="4210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2609260f10c_0_719"/>
            <p:cNvSpPr/>
            <p:nvPr/>
          </p:nvSpPr>
          <p:spPr>
            <a:xfrm>
              <a:off x="5321" y="570"/>
              <a:ext cx="169" cy="2112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g2609260f10c_0_7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g2609260f10c_0_719"/>
            <p:cNvSpPr/>
            <p:nvPr/>
          </p:nvSpPr>
          <p:spPr>
            <a:xfrm>
              <a:off x="4210" y="690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2" name="Google Shape;482;g2609260f10c_0_719"/>
            <p:cNvGrpSpPr/>
            <p:nvPr/>
          </p:nvGrpSpPr>
          <p:grpSpPr>
            <a:xfrm>
              <a:off x="4748" y="666"/>
              <a:ext cx="491" cy="16"/>
              <a:chOff x="613" y="2566"/>
              <a:chExt cx="612" cy="15"/>
            </a:xfrm>
          </p:grpSpPr>
          <p:sp>
            <p:nvSpPr>
              <p:cNvPr id="483" name="Google Shape;483;g2609260f10c_0_719"/>
              <p:cNvSpPr/>
              <p:nvPr/>
            </p:nvSpPr>
            <p:spPr>
              <a:xfrm>
                <a:off x="613" y="256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g2609260f10c_0_719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" name="Google Shape;485;g2609260f10c_0_719"/>
            <p:cNvSpPr/>
            <p:nvPr/>
          </p:nvSpPr>
          <p:spPr>
            <a:xfrm>
              <a:off x="4220" y="1022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6" name="Google Shape;486;g2609260f10c_0_719"/>
            <p:cNvGrpSpPr/>
            <p:nvPr/>
          </p:nvGrpSpPr>
          <p:grpSpPr>
            <a:xfrm>
              <a:off x="4748" y="990"/>
              <a:ext cx="491" cy="16"/>
              <a:chOff x="615" y="2564"/>
              <a:chExt cx="613" cy="17"/>
            </a:xfrm>
          </p:grpSpPr>
          <p:sp>
            <p:nvSpPr>
              <p:cNvPr id="487" name="Google Shape;487;g2609260f10c_0_719"/>
              <p:cNvSpPr/>
              <p:nvPr/>
            </p:nvSpPr>
            <p:spPr>
              <a:xfrm>
                <a:off x="615" y="2564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g2609260f10c_0_719"/>
              <p:cNvSpPr/>
              <p:nvPr/>
            </p:nvSpPr>
            <p:spPr>
              <a:xfrm>
                <a:off x="628" y="2581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9" name="Google Shape;489;g2609260f10c_0_719"/>
            <p:cNvSpPr/>
            <p:nvPr/>
          </p:nvSpPr>
          <p:spPr>
            <a:xfrm>
              <a:off x="4220" y="1354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2609260f10c_0_719"/>
            <p:cNvSpPr/>
            <p:nvPr/>
          </p:nvSpPr>
          <p:spPr>
            <a:xfrm>
              <a:off x="4230" y="1655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" name="Google Shape;491;g2609260f10c_0_719"/>
            <p:cNvGrpSpPr/>
            <p:nvPr/>
          </p:nvGrpSpPr>
          <p:grpSpPr>
            <a:xfrm>
              <a:off x="4738" y="1647"/>
              <a:ext cx="491" cy="0"/>
              <a:chOff x="618" y="2586"/>
              <a:chExt cx="612" cy="0"/>
            </a:xfrm>
          </p:grpSpPr>
          <p:sp>
            <p:nvSpPr>
              <p:cNvPr id="492" name="Google Shape;492;g2609260f10c_0_719"/>
              <p:cNvSpPr/>
              <p:nvPr/>
            </p:nvSpPr>
            <p:spPr>
              <a:xfrm>
                <a:off x="618" y="258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g2609260f10c_0_719"/>
              <p:cNvSpPr/>
              <p:nvPr/>
            </p:nvSpPr>
            <p:spPr>
              <a:xfrm>
                <a:off x="630" y="2586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" name="Google Shape;494;g2609260f10c_0_7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5" name="Google Shape;495;g2609260f10c_0_719"/>
            <p:cNvGrpSpPr/>
            <p:nvPr/>
          </p:nvGrpSpPr>
          <p:grpSpPr>
            <a:xfrm>
              <a:off x="4738" y="1330"/>
              <a:ext cx="492" cy="16"/>
              <a:chOff x="613" y="2571"/>
              <a:chExt cx="612" cy="16"/>
            </a:xfrm>
          </p:grpSpPr>
          <p:sp>
            <p:nvSpPr>
              <p:cNvPr id="496" name="Google Shape;496;g2609260f10c_0_719"/>
              <p:cNvSpPr/>
              <p:nvPr/>
            </p:nvSpPr>
            <p:spPr>
              <a:xfrm>
                <a:off x="613" y="2571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g2609260f10c_0_719"/>
              <p:cNvSpPr/>
              <p:nvPr/>
            </p:nvSpPr>
            <p:spPr>
              <a:xfrm>
                <a:off x="625" y="2587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8" name="Google Shape;498;g2609260f10c_0_719"/>
            <p:cNvSpPr/>
            <p:nvPr/>
          </p:nvSpPr>
          <p:spPr>
            <a:xfrm>
              <a:off x="5246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2609260f10c_0_7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g2609260f10c_0_7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g2609260f10c_0_719"/>
            <p:cNvSpPr/>
            <p:nvPr/>
          </p:nvSpPr>
          <p:spPr>
            <a:xfrm>
              <a:off x="5515" y="2611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2609260f10c_0_7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g2609260f10c_0_719"/>
            <p:cNvSpPr/>
            <p:nvPr/>
          </p:nvSpPr>
          <p:spPr>
            <a:xfrm>
              <a:off x="4140" y="2675"/>
              <a:ext cx="1200" cy="30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2609260f10c_0_719"/>
            <p:cNvSpPr/>
            <p:nvPr/>
          </p:nvSpPr>
          <p:spPr>
            <a:xfrm>
              <a:off x="4210" y="2714"/>
              <a:ext cx="12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2609260f10c_0_719"/>
            <p:cNvSpPr/>
            <p:nvPr/>
          </p:nvSpPr>
          <p:spPr>
            <a:xfrm>
              <a:off x="4309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2609260f10c_0_719"/>
            <p:cNvSpPr/>
            <p:nvPr/>
          </p:nvSpPr>
          <p:spPr>
            <a:xfrm>
              <a:off x="4489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2609260f10c_0_719"/>
            <p:cNvSpPr/>
            <p:nvPr/>
          </p:nvSpPr>
          <p:spPr>
            <a:xfrm>
              <a:off x="465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2609260f10c_0_719"/>
            <p:cNvSpPr/>
            <p:nvPr/>
          </p:nvSpPr>
          <p:spPr>
            <a:xfrm>
              <a:off x="5067" y="1837"/>
              <a:ext cx="0" cy="90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g2609260f10c_0_719"/>
          <p:cNvGrpSpPr/>
          <p:nvPr/>
        </p:nvGrpSpPr>
        <p:grpSpPr>
          <a:xfrm>
            <a:off x="6645453" y="2199599"/>
            <a:ext cx="1038308" cy="956787"/>
            <a:chOff x="6571713" y="2686293"/>
            <a:chExt cx="1038308" cy="956787"/>
          </a:xfrm>
        </p:grpSpPr>
        <p:sp>
          <p:nvSpPr>
            <p:cNvPr id="510" name="Google Shape;510;g2609260f10c_0_719"/>
            <p:cNvSpPr/>
            <p:nvPr/>
          </p:nvSpPr>
          <p:spPr>
            <a:xfrm flipH="1">
              <a:off x="7291087" y="2700162"/>
              <a:ext cx="318934" cy="942918"/>
            </a:xfrm>
            <a:custGeom>
              <a:rect b="b" l="l" r="r" t="t"/>
              <a:pathLst>
                <a:path extrusionOk="0" h="10279" w="1031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1" name="Google Shape;511;g2609260f10c_0_719"/>
            <p:cNvGrpSpPr/>
            <p:nvPr/>
          </p:nvGrpSpPr>
          <p:grpSpPr>
            <a:xfrm>
              <a:off x="6571713" y="2686293"/>
              <a:ext cx="764100" cy="861900"/>
              <a:chOff x="6571713" y="2686293"/>
              <a:chExt cx="764100" cy="861900"/>
            </a:xfrm>
          </p:grpSpPr>
          <p:sp>
            <p:nvSpPr>
              <p:cNvPr id="512" name="Google Shape;512;g2609260f10c_0_719"/>
              <p:cNvSpPr/>
              <p:nvPr/>
            </p:nvSpPr>
            <p:spPr>
              <a:xfrm>
                <a:off x="6641713" y="2722275"/>
                <a:ext cx="648000" cy="7773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g2609260f10c_0_719"/>
              <p:cNvSpPr/>
              <p:nvPr/>
            </p:nvSpPr>
            <p:spPr>
              <a:xfrm>
                <a:off x="6642457" y="3037370"/>
                <a:ext cx="648600" cy="1587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g2609260f10c_0_719"/>
              <p:cNvSpPr txBox="1"/>
              <p:nvPr/>
            </p:nvSpPr>
            <p:spPr>
              <a:xfrm>
                <a:off x="6571713" y="2686293"/>
                <a:ext cx="764100" cy="86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5" name="Google Shape;515;g2609260f10c_0_719"/>
              <p:cNvCxnSpPr/>
              <p:nvPr/>
            </p:nvCxnSpPr>
            <p:spPr>
              <a:xfrm>
                <a:off x="6638631" y="2891320"/>
                <a:ext cx="646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16" name="Google Shape;516;g2609260f10c_0_719"/>
              <p:cNvCxnSpPr/>
              <p:nvPr/>
            </p:nvCxnSpPr>
            <p:spPr>
              <a:xfrm>
                <a:off x="6638631" y="3040545"/>
                <a:ext cx="646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g2609260f10c_0_719"/>
              <p:cNvCxnSpPr/>
              <p:nvPr/>
            </p:nvCxnSpPr>
            <p:spPr>
              <a:xfrm>
                <a:off x="6638631" y="3189770"/>
                <a:ext cx="646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g2609260f10c_0_719"/>
              <p:cNvCxnSpPr/>
              <p:nvPr/>
            </p:nvCxnSpPr>
            <p:spPr>
              <a:xfrm>
                <a:off x="6638631" y="3338995"/>
                <a:ext cx="646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19" name="Google Shape;519;g2609260f10c_0_719"/>
          <p:cNvGrpSpPr/>
          <p:nvPr/>
        </p:nvGrpSpPr>
        <p:grpSpPr>
          <a:xfrm>
            <a:off x="10275746" y="4871177"/>
            <a:ext cx="970312" cy="861900"/>
            <a:chOff x="10202006" y="5357871"/>
            <a:chExt cx="970312" cy="861900"/>
          </a:xfrm>
        </p:grpSpPr>
        <p:sp>
          <p:nvSpPr>
            <p:cNvPr id="520" name="Google Shape;520;g2609260f10c_0_719"/>
            <p:cNvSpPr/>
            <p:nvPr/>
          </p:nvSpPr>
          <p:spPr>
            <a:xfrm>
              <a:off x="10202006" y="5397682"/>
              <a:ext cx="281278" cy="773125"/>
            </a:xfrm>
            <a:custGeom>
              <a:rect b="b" l="l" r="r" t="t"/>
              <a:pathLst>
                <a:path extrusionOk="0" h="10000" w="10001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1" name="Google Shape;521;g2609260f10c_0_719"/>
            <p:cNvGrpSpPr/>
            <p:nvPr/>
          </p:nvGrpSpPr>
          <p:grpSpPr>
            <a:xfrm>
              <a:off x="10408218" y="5357871"/>
              <a:ext cx="764100" cy="861900"/>
              <a:chOff x="6571713" y="2686293"/>
              <a:chExt cx="764100" cy="861900"/>
            </a:xfrm>
          </p:grpSpPr>
          <p:sp>
            <p:nvSpPr>
              <p:cNvPr id="522" name="Google Shape;522;g2609260f10c_0_719"/>
              <p:cNvSpPr/>
              <p:nvPr/>
            </p:nvSpPr>
            <p:spPr>
              <a:xfrm>
                <a:off x="6641713" y="2722275"/>
                <a:ext cx="648000" cy="77730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g2609260f10c_0_719"/>
              <p:cNvSpPr/>
              <p:nvPr/>
            </p:nvSpPr>
            <p:spPr>
              <a:xfrm>
                <a:off x="6642457" y="3037370"/>
                <a:ext cx="648600" cy="1587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g2609260f10c_0_719"/>
              <p:cNvSpPr txBox="1"/>
              <p:nvPr/>
            </p:nvSpPr>
            <p:spPr>
              <a:xfrm>
                <a:off x="6571713" y="2686293"/>
                <a:ext cx="764100" cy="86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25" name="Google Shape;525;g2609260f10c_0_719"/>
              <p:cNvCxnSpPr/>
              <p:nvPr/>
            </p:nvCxnSpPr>
            <p:spPr>
              <a:xfrm>
                <a:off x="6638631" y="2891320"/>
                <a:ext cx="646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g2609260f10c_0_719"/>
              <p:cNvCxnSpPr/>
              <p:nvPr/>
            </p:nvCxnSpPr>
            <p:spPr>
              <a:xfrm>
                <a:off x="6638631" y="3040545"/>
                <a:ext cx="646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g2609260f10c_0_719"/>
              <p:cNvCxnSpPr/>
              <p:nvPr/>
            </p:nvCxnSpPr>
            <p:spPr>
              <a:xfrm>
                <a:off x="6638631" y="3189770"/>
                <a:ext cx="646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g2609260f10c_0_719"/>
              <p:cNvCxnSpPr/>
              <p:nvPr/>
            </p:nvCxnSpPr>
            <p:spPr>
              <a:xfrm>
                <a:off x="6638631" y="3338995"/>
                <a:ext cx="6465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29" name="Google Shape;529;g2609260f10c_0_719"/>
          <p:cNvGrpSpPr/>
          <p:nvPr/>
        </p:nvGrpSpPr>
        <p:grpSpPr>
          <a:xfrm>
            <a:off x="10076248" y="5129706"/>
            <a:ext cx="214063" cy="429207"/>
            <a:chOff x="4140" y="429"/>
            <a:chExt cx="1419" cy="2546"/>
          </a:xfrm>
        </p:grpSpPr>
        <p:sp>
          <p:nvSpPr>
            <p:cNvPr id="530" name="Google Shape;530;g2609260f10c_0_719"/>
            <p:cNvSpPr/>
            <p:nvPr/>
          </p:nvSpPr>
          <p:spPr>
            <a:xfrm>
              <a:off x="5268" y="433"/>
              <a:ext cx="283" cy="2283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g2609260f10c_0_719"/>
            <p:cNvSpPr/>
            <p:nvPr/>
          </p:nvSpPr>
          <p:spPr>
            <a:xfrm>
              <a:off x="4210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2609260f10c_0_719"/>
            <p:cNvSpPr/>
            <p:nvPr/>
          </p:nvSpPr>
          <p:spPr>
            <a:xfrm>
              <a:off x="5321" y="570"/>
              <a:ext cx="169" cy="2112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g2609260f10c_0_7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g2609260f10c_0_719"/>
            <p:cNvSpPr/>
            <p:nvPr/>
          </p:nvSpPr>
          <p:spPr>
            <a:xfrm>
              <a:off x="4210" y="690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5" name="Google Shape;535;g2609260f10c_0_719"/>
            <p:cNvGrpSpPr/>
            <p:nvPr/>
          </p:nvGrpSpPr>
          <p:grpSpPr>
            <a:xfrm>
              <a:off x="4748" y="666"/>
              <a:ext cx="491" cy="16"/>
              <a:chOff x="613" y="2566"/>
              <a:chExt cx="612" cy="15"/>
            </a:xfrm>
          </p:grpSpPr>
          <p:sp>
            <p:nvSpPr>
              <p:cNvPr id="536" name="Google Shape;536;g2609260f10c_0_719"/>
              <p:cNvSpPr/>
              <p:nvPr/>
            </p:nvSpPr>
            <p:spPr>
              <a:xfrm>
                <a:off x="613" y="256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g2609260f10c_0_719"/>
              <p:cNvSpPr/>
              <p:nvPr/>
            </p:nvSpPr>
            <p:spPr>
              <a:xfrm>
                <a:off x="625" y="2581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8" name="Google Shape;538;g2609260f10c_0_719"/>
            <p:cNvSpPr/>
            <p:nvPr/>
          </p:nvSpPr>
          <p:spPr>
            <a:xfrm>
              <a:off x="4220" y="1022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9" name="Google Shape;539;g2609260f10c_0_719"/>
            <p:cNvGrpSpPr/>
            <p:nvPr/>
          </p:nvGrpSpPr>
          <p:grpSpPr>
            <a:xfrm>
              <a:off x="4748" y="990"/>
              <a:ext cx="491" cy="16"/>
              <a:chOff x="615" y="2564"/>
              <a:chExt cx="613" cy="17"/>
            </a:xfrm>
          </p:grpSpPr>
          <p:sp>
            <p:nvSpPr>
              <p:cNvPr id="540" name="Google Shape;540;g2609260f10c_0_719"/>
              <p:cNvSpPr/>
              <p:nvPr/>
            </p:nvSpPr>
            <p:spPr>
              <a:xfrm>
                <a:off x="615" y="2564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g2609260f10c_0_719"/>
              <p:cNvSpPr/>
              <p:nvPr/>
            </p:nvSpPr>
            <p:spPr>
              <a:xfrm>
                <a:off x="628" y="2581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2" name="Google Shape;542;g2609260f10c_0_719"/>
            <p:cNvSpPr/>
            <p:nvPr/>
          </p:nvSpPr>
          <p:spPr>
            <a:xfrm>
              <a:off x="4220" y="1354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2609260f10c_0_719"/>
            <p:cNvSpPr/>
            <p:nvPr/>
          </p:nvSpPr>
          <p:spPr>
            <a:xfrm>
              <a:off x="4230" y="1655"/>
              <a:ext cx="600" cy="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4" name="Google Shape;544;g2609260f10c_0_719"/>
            <p:cNvGrpSpPr/>
            <p:nvPr/>
          </p:nvGrpSpPr>
          <p:grpSpPr>
            <a:xfrm>
              <a:off x="4738" y="1647"/>
              <a:ext cx="491" cy="0"/>
              <a:chOff x="618" y="2586"/>
              <a:chExt cx="612" cy="0"/>
            </a:xfrm>
          </p:grpSpPr>
          <p:sp>
            <p:nvSpPr>
              <p:cNvPr id="545" name="Google Shape;545;g2609260f10c_0_719"/>
              <p:cNvSpPr/>
              <p:nvPr/>
            </p:nvSpPr>
            <p:spPr>
              <a:xfrm>
                <a:off x="618" y="258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g2609260f10c_0_719"/>
              <p:cNvSpPr/>
              <p:nvPr/>
            </p:nvSpPr>
            <p:spPr>
              <a:xfrm>
                <a:off x="630" y="2586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7" name="Google Shape;547;g2609260f10c_0_7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8" name="Google Shape;548;g2609260f10c_0_719"/>
            <p:cNvGrpSpPr/>
            <p:nvPr/>
          </p:nvGrpSpPr>
          <p:grpSpPr>
            <a:xfrm>
              <a:off x="4738" y="1330"/>
              <a:ext cx="492" cy="16"/>
              <a:chOff x="613" y="2571"/>
              <a:chExt cx="612" cy="16"/>
            </a:xfrm>
          </p:grpSpPr>
          <p:sp>
            <p:nvSpPr>
              <p:cNvPr id="549" name="Google Shape;549;g2609260f10c_0_719"/>
              <p:cNvSpPr/>
              <p:nvPr/>
            </p:nvSpPr>
            <p:spPr>
              <a:xfrm>
                <a:off x="613" y="2571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g2609260f10c_0_719"/>
              <p:cNvSpPr/>
              <p:nvPr/>
            </p:nvSpPr>
            <p:spPr>
              <a:xfrm>
                <a:off x="625" y="2587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1" name="Google Shape;551;g2609260f10c_0_719"/>
            <p:cNvSpPr/>
            <p:nvPr/>
          </p:nvSpPr>
          <p:spPr>
            <a:xfrm>
              <a:off x="5246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2609260f10c_0_7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g2609260f10c_0_7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g2609260f10c_0_719"/>
            <p:cNvSpPr/>
            <p:nvPr/>
          </p:nvSpPr>
          <p:spPr>
            <a:xfrm>
              <a:off x="5515" y="2611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2609260f10c_0_7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g2609260f10c_0_719"/>
            <p:cNvSpPr/>
            <p:nvPr/>
          </p:nvSpPr>
          <p:spPr>
            <a:xfrm>
              <a:off x="4140" y="2675"/>
              <a:ext cx="1200" cy="30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2609260f10c_0_719"/>
            <p:cNvSpPr/>
            <p:nvPr/>
          </p:nvSpPr>
          <p:spPr>
            <a:xfrm>
              <a:off x="4210" y="2714"/>
              <a:ext cx="12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2609260f10c_0_719"/>
            <p:cNvSpPr/>
            <p:nvPr/>
          </p:nvSpPr>
          <p:spPr>
            <a:xfrm>
              <a:off x="4309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2609260f10c_0_719"/>
            <p:cNvSpPr/>
            <p:nvPr/>
          </p:nvSpPr>
          <p:spPr>
            <a:xfrm>
              <a:off x="4489" y="2382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2609260f10c_0_719"/>
            <p:cNvSpPr/>
            <p:nvPr/>
          </p:nvSpPr>
          <p:spPr>
            <a:xfrm>
              <a:off x="4658" y="2382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2609260f10c_0_719"/>
            <p:cNvSpPr/>
            <p:nvPr/>
          </p:nvSpPr>
          <p:spPr>
            <a:xfrm>
              <a:off x="5067" y="1837"/>
              <a:ext cx="0" cy="90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g2609260f10c_0_719"/>
          <p:cNvGrpSpPr/>
          <p:nvPr/>
        </p:nvGrpSpPr>
        <p:grpSpPr>
          <a:xfrm>
            <a:off x="9172554" y="3469904"/>
            <a:ext cx="369326" cy="239292"/>
            <a:chOff x="7493876" y="2774731"/>
            <a:chExt cx="1490420" cy="890885"/>
          </a:xfrm>
        </p:grpSpPr>
        <p:sp>
          <p:nvSpPr>
            <p:cNvPr id="563" name="Google Shape;563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5" name="Google Shape;565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66" name="Google Shape;566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0" name="Google Shape;570;g2609260f10c_0_719"/>
          <p:cNvGrpSpPr/>
          <p:nvPr/>
        </p:nvGrpSpPr>
        <p:grpSpPr>
          <a:xfrm>
            <a:off x="9675320" y="3513043"/>
            <a:ext cx="369326" cy="239292"/>
            <a:chOff x="7493876" y="2774731"/>
            <a:chExt cx="1490420" cy="890885"/>
          </a:xfrm>
        </p:grpSpPr>
        <p:sp>
          <p:nvSpPr>
            <p:cNvPr id="571" name="Google Shape;571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3" name="Google Shape;573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74" name="Google Shape;574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8" name="Google Shape;578;g2609260f10c_0_719"/>
          <p:cNvGrpSpPr/>
          <p:nvPr/>
        </p:nvGrpSpPr>
        <p:grpSpPr>
          <a:xfrm>
            <a:off x="8123521" y="3479411"/>
            <a:ext cx="356956" cy="174970"/>
            <a:chOff x="7493876" y="2774731"/>
            <a:chExt cx="1490420" cy="890885"/>
          </a:xfrm>
        </p:grpSpPr>
        <p:sp>
          <p:nvSpPr>
            <p:cNvPr id="579" name="Google Shape;579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1" name="Google Shape;581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82" name="Google Shape;582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6" name="Google Shape;586;g2609260f10c_0_719"/>
          <p:cNvGrpSpPr/>
          <p:nvPr/>
        </p:nvGrpSpPr>
        <p:grpSpPr>
          <a:xfrm>
            <a:off x="9321614" y="4288924"/>
            <a:ext cx="396005" cy="217643"/>
            <a:chOff x="7493876" y="2774731"/>
            <a:chExt cx="1490420" cy="890885"/>
          </a:xfrm>
        </p:grpSpPr>
        <p:sp>
          <p:nvSpPr>
            <p:cNvPr id="587" name="Google Shape;587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9" name="Google Shape;589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90" name="Google Shape;590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4" name="Google Shape;594;g2609260f10c_0_719"/>
          <p:cNvGrpSpPr/>
          <p:nvPr/>
        </p:nvGrpSpPr>
        <p:grpSpPr>
          <a:xfrm>
            <a:off x="7848809" y="2976754"/>
            <a:ext cx="3007601" cy="1690700"/>
            <a:chOff x="7775069" y="3463448"/>
            <a:chExt cx="3007601" cy="1690700"/>
          </a:xfrm>
        </p:grpSpPr>
        <p:grpSp>
          <p:nvGrpSpPr>
            <p:cNvPr id="595" name="Google Shape;595;g2609260f10c_0_719"/>
            <p:cNvGrpSpPr/>
            <p:nvPr/>
          </p:nvGrpSpPr>
          <p:grpSpPr>
            <a:xfrm>
              <a:off x="7775069" y="4090566"/>
              <a:ext cx="571894" cy="577734"/>
              <a:chOff x="7775069" y="4090566"/>
              <a:chExt cx="571894" cy="577734"/>
            </a:xfrm>
          </p:grpSpPr>
          <p:sp>
            <p:nvSpPr>
              <p:cNvPr id="596" name="Google Shape;596;g2609260f10c_0_719"/>
              <p:cNvSpPr/>
              <p:nvPr/>
            </p:nvSpPr>
            <p:spPr>
              <a:xfrm rot="10800000">
                <a:off x="7818856" y="4090566"/>
                <a:ext cx="487891" cy="154575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7" name="Google Shape;597;g2609260f10c_0_719"/>
              <p:cNvGrpSpPr/>
              <p:nvPr/>
            </p:nvGrpSpPr>
            <p:grpSpPr>
              <a:xfrm>
                <a:off x="7775069" y="4206600"/>
                <a:ext cx="571894" cy="461700"/>
                <a:chOff x="9980560" y="726571"/>
                <a:chExt cx="659700" cy="461700"/>
              </a:xfrm>
            </p:grpSpPr>
            <p:sp>
              <p:nvSpPr>
                <p:cNvPr id="598" name="Google Shape;598;g2609260f10c_0_719"/>
                <p:cNvSpPr/>
                <p:nvPr/>
              </p:nvSpPr>
              <p:spPr>
                <a:xfrm>
                  <a:off x="10040996" y="761446"/>
                  <a:ext cx="559500" cy="389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9" name="Google Shape;599;g2609260f10c_0_719"/>
                <p:cNvSpPr/>
                <p:nvPr/>
              </p:nvSpPr>
              <p:spPr>
                <a:xfrm>
                  <a:off x="10041638" y="769755"/>
                  <a:ext cx="560100" cy="130800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g2609260f10c_0_719"/>
                <p:cNvSpPr txBox="1"/>
                <p:nvPr/>
              </p:nvSpPr>
              <p:spPr>
                <a:xfrm>
                  <a:off x="9980560" y="726571"/>
                  <a:ext cx="659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601" name="Google Shape;601;g2609260f10c_0_719"/>
                <p:cNvCxnSpPr/>
                <p:nvPr/>
              </p:nvCxnSpPr>
              <p:spPr>
                <a:xfrm>
                  <a:off x="10038335" y="895309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2" name="Google Shape;602;g2609260f10c_0_719"/>
                <p:cNvCxnSpPr/>
                <p:nvPr/>
              </p:nvCxnSpPr>
              <p:spPr>
                <a:xfrm>
                  <a:off x="10038335" y="1018248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03" name="Google Shape;603;g2609260f10c_0_719"/>
            <p:cNvGrpSpPr/>
            <p:nvPr/>
          </p:nvGrpSpPr>
          <p:grpSpPr>
            <a:xfrm>
              <a:off x="8692699" y="3463448"/>
              <a:ext cx="571894" cy="574371"/>
              <a:chOff x="8692699" y="3463448"/>
              <a:chExt cx="571894" cy="574371"/>
            </a:xfrm>
          </p:grpSpPr>
          <p:sp>
            <p:nvSpPr>
              <p:cNvPr id="604" name="Google Shape;604;g2609260f10c_0_719"/>
              <p:cNvSpPr/>
              <p:nvPr/>
            </p:nvSpPr>
            <p:spPr>
              <a:xfrm flipH="1">
                <a:off x="8735949" y="3883244"/>
                <a:ext cx="487891" cy="154575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5" name="Google Shape;605;g2609260f10c_0_719"/>
              <p:cNvGrpSpPr/>
              <p:nvPr/>
            </p:nvGrpSpPr>
            <p:grpSpPr>
              <a:xfrm>
                <a:off x="8692699" y="3463448"/>
                <a:ext cx="571894" cy="461700"/>
                <a:chOff x="9980560" y="726571"/>
                <a:chExt cx="659700" cy="461700"/>
              </a:xfrm>
            </p:grpSpPr>
            <p:sp>
              <p:nvSpPr>
                <p:cNvPr id="606" name="Google Shape;606;g2609260f10c_0_719"/>
                <p:cNvSpPr/>
                <p:nvPr/>
              </p:nvSpPr>
              <p:spPr>
                <a:xfrm>
                  <a:off x="10040996" y="761446"/>
                  <a:ext cx="559500" cy="389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7" name="Google Shape;607;g2609260f10c_0_719"/>
                <p:cNvSpPr/>
                <p:nvPr/>
              </p:nvSpPr>
              <p:spPr>
                <a:xfrm>
                  <a:off x="10041638" y="769755"/>
                  <a:ext cx="560100" cy="130800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8" name="Google Shape;608;g2609260f10c_0_719"/>
                <p:cNvSpPr txBox="1"/>
                <p:nvPr/>
              </p:nvSpPr>
              <p:spPr>
                <a:xfrm>
                  <a:off x="9980560" y="726571"/>
                  <a:ext cx="659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609" name="Google Shape;609;g2609260f10c_0_719"/>
                <p:cNvCxnSpPr/>
                <p:nvPr/>
              </p:nvCxnSpPr>
              <p:spPr>
                <a:xfrm>
                  <a:off x="10038335" y="895309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0" name="Google Shape;610;g2609260f10c_0_719"/>
                <p:cNvCxnSpPr/>
                <p:nvPr/>
              </p:nvCxnSpPr>
              <p:spPr>
                <a:xfrm>
                  <a:off x="10038335" y="1018248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11" name="Google Shape;611;g2609260f10c_0_719"/>
            <p:cNvGrpSpPr/>
            <p:nvPr/>
          </p:nvGrpSpPr>
          <p:grpSpPr>
            <a:xfrm>
              <a:off x="9846201" y="3502221"/>
              <a:ext cx="571894" cy="607208"/>
              <a:chOff x="9846201" y="3502221"/>
              <a:chExt cx="571894" cy="607208"/>
            </a:xfrm>
          </p:grpSpPr>
          <p:sp>
            <p:nvSpPr>
              <p:cNvPr id="612" name="Google Shape;612;g2609260f10c_0_719"/>
              <p:cNvSpPr/>
              <p:nvPr/>
            </p:nvSpPr>
            <p:spPr>
              <a:xfrm>
                <a:off x="9904716" y="3925785"/>
                <a:ext cx="466700" cy="183644"/>
              </a:xfrm>
              <a:custGeom>
                <a:rect b="b" l="l" r="r" t="t"/>
                <a:pathLst>
                  <a:path extrusionOk="0" h="12676" w="10000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3" name="Google Shape;613;g2609260f10c_0_719"/>
              <p:cNvGrpSpPr/>
              <p:nvPr/>
            </p:nvGrpSpPr>
            <p:grpSpPr>
              <a:xfrm>
                <a:off x="9846201" y="3502221"/>
                <a:ext cx="571894" cy="461700"/>
                <a:chOff x="9980560" y="726571"/>
                <a:chExt cx="659700" cy="461700"/>
              </a:xfrm>
            </p:grpSpPr>
            <p:sp>
              <p:nvSpPr>
                <p:cNvPr id="614" name="Google Shape;614;g2609260f10c_0_719"/>
                <p:cNvSpPr/>
                <p:nvPr/>
              </p:nvSpPr>
              <p:spPr>
                <a:xfrm>
                  <a:off x="10040996" y="761446"/>
                  <a:ext cx="559500" cy="389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" name="Google Shape;615;g2609260f10c_0_719"/>
                <p:cNvSpPr/>
                <p:nvPr/>
              </p:nvSpPr>
              <p:spPr>
                <a:xfrm>
                  <a:off x="10041638" y="769755"/>
                  <a:ext cx="560100" cy="130800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g2609260f10c_0_719"/>
                <p:cNvSpPr txBox="1"/>
                <p:nvPr/>
              </p:nvSpPr>
              <p:spPr>
                <a:xfrm>
                  <a:off x="9980560" y="726571"/>
                  <a:ext cx="659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617" name="Google Shape;617;g2609260f10c_0_719"/>
                <p:cNvCxnSpPr/>
                <p:nvPr/>
              </p:nvCxnSpPr>
              <p:spPr>
                <a:xfrm>
                  <a:off x="10038335" y="895309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8" name="Google Shape;618;g2609260f10c_0_719"/>
                <p:cNvCxnSpPr/>
                <p:nvPr/>
              </p:nvCxnSpPr>
              <p:spPr>
                <a:xfrm>
                  <a:off x="10038335" y="1018248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19" name="Google Shape;619;g2609260f10c_0_719"/>
            <p:cNvGrpSpPr/>
            <p:nvPr/>
          </p:nvGrpSpPr>
          <p:grpSpPr>
            <a:xfrm>
              <a:off x="9554863" y="4299763"/>
              <a:ext cx="571894" cy="630901"/>
              <a:chOff x="9554863" y="4299763"/>
              <a:chExt cx="571894" cy="630901"/>
            </a:xfrm>
          </p:grpSpPr>
          <p:sp>
            <p:nvSpPr>
              <p:cNvPr id="620" name="Google Shape;620;g2609260f10c_0_719"/>
              <p:cNvSpPr/>
              <p:nvPr/>
            </p:nvSpPr>
            <p:spPr>
              <a:xfrm>
                <a:off x="9598301" y="4724405"/>
                <a:ext cx="466700" cy="206259"/>
              </a:xfrm>
              <a:custGeom>
                <a:rect b="b" l="l" r="r" t="t"/>
                <a:pathLst>
                  <a:path extrusionOk="0" h="14237" w="10000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1" name="Google Shape;621;g2609260f10c_0_719"/>
              <p:cNvGrpSpPr/>
              <p:nvPr/>
            </p:nvGrpSpPr>
            <p:grpSpPr>
              <a:xfrm>
                <a:off x="9554863" y="4299763"/>
                <a:ext cx="571894" cy="461700"/>
                <a:chOff x="9980560" y="726571"/>
                <a:chExt cx="659700" cy="461700"/>
              </a:xfrm>
            </p:grpSpPr>
            <p:sp>
              <p:nvSpPr>
                <p:cNvPr id="622" name="Google Shape;622;g2609260f10c_0_719"/>
                <p:cNvSpPr/>
                <p:nvPr/>
              </p:nvSpPr>
              <p:spPr>
                <a:xfrm>
                  <a:off x="10040996" y="761446"/>
                  <a:ext cx="559500" cy="389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3" name="Google Shape;623;g2609260f10c_0_719"/>
                <p:cNvSpPr/>
                <p:nvPr/>
              </p:nvSpPr>
              <p:spPr>
                <a:xfrm>
                  <a:off x="10041638" y="769755"/>
                  <a:ext cx="560100" cy="130800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4" name="Google Shape;624;g2609260f10c_0_719"/>
                <p:cNvSpPr txBox="1"/>
                <p:nvPr/>
              </p:nvSpPr>
              <p:spPr>
                <a:xfrm>
                  <a:off x="9980560" y="726571"/>
                  <a:ext cx="659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625" name="Google Shape;625;g2609260f10c_0_719"/>
                <p:cNvCxnSpPr/>
                <p:nvPr/>
              </p:nvCxnSpPr>
              <p:spPr>
                <a:xfrm>
                  <a:off x="10038335" y="895309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" name="Google Shape;626;g2609260f10c_0_719"/>
                <p:cNvCxnSpPr/>
                <p:nvPr/>
              </p:nvCxnSpPr>
              <p:spPr>
                <a:xfrm>
                  <a:off x="10038335" y="1018248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27" name="Google Shape;627;g2609260f10c_0_719"/>
            <p:cNvGrpSpPr/>
            <p:nvPr/>
          </p:nvGrpSpPr>
          <p:grpSpPr>
            <a:xfrm>
              <a:off x="10153753" y="4577638"/>
              <a:ext cx="628917" cy="576511"/>
              <a:chOff x="10153753" y="4577638"/>
              <a:chExt cx="628917" cy="576511"/>
            </a:xfrm>
          </p:grpSpPr>
          <p:sp>
            <p:nvSpPr>
              <p:cNvPr id="628" name="Google Shape;628;g2609260f10c_0_719"/>
              <p:cNvSpPr/>
              <p:nvPr/>
            </p:nvSpPr>
            <p:spPr>
              <a:xfrm>
                <a:off x="10153753" y="5002899"/>
                <a:ext cx="590329" cy="151250"/>
              </a:xfrm>
              <a:custGeom>
                <a:rect b="b" l="l" r="r" t="t"/>
                <a:pathLst>
                  <a:path extrusionOk="0" h="10440" w="12649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9" name="Google Shape;629;g2609260f10c_0_719"/>
              <p:cNvGrpSpPr/>
              <p:nvPr/>
            </p:nvGrpSpPr>
            <p:grpSpPr>
              <a:xfrm>
                <a:off x="10210776" y="4577638"/>
                <a:ext cx="571894" cy="461700"/>
                <a:chOff x="9980560" y="726571"/>
                <a:chExt cx="659700" cy="461700"/>
              </a:xfrm>
            </p:grpSpPr>
            <p:sp>
              <p:nvSpPr>
                <p:cNvPr id="630" name="Google Shape;630;g2609260f10c_0_719"/>
                <p:cNvSpPr/>
                <p:nvPr/>
              </p:nvSpPr>
              <p:spPr>
                <a:xfrm>
                  <a:off x="10040996" y="761446"/>
                  <a:ext cx="559500" cy="3891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g2609260f10c_0_719"/>
                <p:cNvSpPr/>
                <p:nvPr/>
              </p:nvSpPr>
              <p:spPr>
                <a:xfrm>
                  <a:off x="10041638" y="769755"/>
                  <a:ext cx="560100" cy="130800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2" name="Google Shape;632;g2609260f10c_0_719"/>
                <p:cNvSpPr txBox="1"/>
                <p:nvPr/>
              </p:nvSpPr>
              <p:spPr>
                <a:xfrm>
                  <a:off x="9980560" y="726571"/>
                  <a:ext cx="659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633" name="Google Shape;633;g2609260f10c_0_719"/>
                <p:cNvCxnSpPr/>
                <p:nvPr/>
              </p:nvCxnSpPr>
              <p:spPr>
                <a:xfrm>
                  <a:off x="10038335" y="895309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4" name="Google Shape;634;g2609260f10c_0_719"/>
                <p:cNvCxnSpPr/>
                <p:nvPr/>
              </p:nvCxnSpPr>
              <p:spPr>
                <a:xfrm>
                  <a:off x="10038335" y="1018248"/>
                  <a:ext cx="55800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635" name="Google Shape;635;g2609260f10c_0_719"/>
          <p:cNvGrpSpPr/>
          <p:nvPr/>
        </p:nvGrpSpPr>
        <p:grpSpPr>
          <a:xfrm>
            <a:off x="9857279" y="4503221"/>
            <a:ext cx="396005" cy="217643"/>
            <a:chOff x="7493876" y="2774731"/>
            <a:chExt cx="1490420" cy="890885"/>
          </a:xfrm>
        </p:grpSpPr>
        <p:sp>
          <p:nvSpPr>
            <p:cNvPr id="636" name="Google Shape;636;g2609260f10c_0_71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2609260f10c_0_71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8" name="Google Shape;638;g2609260f10c_0_71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639" name="Google Shape;639;g2609260f10c_0_71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g2609260f10c_0_71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g2609260f10c_0_71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g2609260f10c_0_71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43" name="Google Shape;643;g2609260f10c_0_719"/>
          <p:cNvSpPr/>
          <p:nvPr/>
        </p:nvSpPr>
        <p:spPr>
          <a:xfrm>
            <a:off x="7362436" y="2627566"/>
            <a:ext cx="3064097" cy="2683755"/>
          </a:xfrm>
          <a:custGeom>
            <a:rect b="b" l="l" r="r" t="t"/>
            <a:pathLst>
              <a:path extrusionOk="0" h="2683755" w="3064097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609260f10c_0_1256"/>
          <p:cNvSpPr txBox="1"/>
          <p:nvPr>
            <p:ph type="title"/>
          </p:nvPr>
        </p:nvSpPr>
        <p:spPr>
          <a:xfrm>
            <a:off x="838200" y="348585"/>
            <a:ext cx="6860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Graph abstraction: link costs</a:t>
            </a:r>
            <a:endParaRPr/>
          </a:p>
        </p:txBody>
      </p:sp>
      <p:grpSp>
        <p:nvGrpSpPr>
          <p:cNvPr id="650" name="Google Shape;650;g2609260f10c_0_1256"/>
          <p:cNvGrpSpPr/>
          <p:nvPr/>
        </p:nvGrpSpPr>
        <p:grpSpPr>
          <a:xfrm>
            <a:off x="1238864" y="1288538"/>
            <a:ext cx="3571875" cy="2322513"/>
            <a:chOff x="3162" y="1071"/>
            <a:chExt cx="2250" cy="1463"/>
          </a:xfrm>
        </p:grpSpPr>
        <p:sp>
          <p:nvSpPr>
            <p:cNvPr id="651" name="Google Shape;651;g2609260f10c_0_1256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2609260f10c_0_1256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2609260f10c_0_1256"/>
            <p:cNvSpPr/>
            <p:nvPr/>
          </p:nvSpPr>
          <p:spPr>
            <a:xfrm>
              <a:off x="3238" y="1862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4" name="Google Shape;654;g2609260f10c_0_1256"/>
            <p:cNvCxnSpPr/>
            <p:nvPr/>
          </p:nvCxnSpPr>
          <p:spPr>
            <a:xfrm>
              <a:off x="3238" y="1855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5" name="Google Shape;655;g2609260f10c_0_1256"/>
            <p:cNvCxnSpPr/>
            <p:nvPr/>
          </p:nvCxnSpPr>
          <p:spPr>
            <a:xfrm>
              <a:off x="3551" y="1855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6" name="Google Shape;656;g2609260f10c_0_1256"/>
            <p:cNvSpPr/>
            <p:nvPr/>
          </p:nvSpPr>
          <p:spPr>
            <a:xfrm>
              <a:off x="3238" y="1855"/>
              <a:ext cx="30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2609260f10c_0_1256"/>
            <p:cNvSpPr/>
            <p:nvPr/>
          </p:nvSpPr>
          <p:spPr>
            <a:xfrm>
              <a:off x="3235" y="1796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2609260f10c_0_1256"/>
            <p:cNvSpPr/>
            <p:nvPr/>
          </p:nvSpPr>
          <p:spPr>
            <a:xfrm>
              <a:off x="3712" y="2249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9" name="Google Shape;659;g2609260f10c_0_1256"/>
            <p:cNvCxnSpPr/>
            <p:nvPr/>
          </p:nvCxnSpPr>
          <p:spPr>
            <a:xfrm>
              <a:off x="3712" y="2242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0" name="Google Shape;660;g2609260f10c_0_1256"/>
            <p:cNvCxnSpPr/>
            <p:nvPr/>
          </p:nvCxnSpPr>
          <p:spPr>
            <a:xfrm>
              <a:off x="4025" y="2242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1" name="Google Shape;661;g2609260f10c_0_1256"/>
            <p:cNvSpPr/>
            <p:nvPr/>
          </p:nvSpPr>
          <p:spPr>
            <a:xfrm>
              <a:off x="3712" y="2242"/>
              <a:ext cx="30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2609260f10c_0_1256"/>
            <p:cNvSpPr/>
            <p:nvPr/>
          </p:nvSpPr>
          <p:spPr>
            <a:xfrm>
              <a:off x="3709" y="2183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2609260f10c_0_1256"/>
            <p:cNvSpPr/>
            <p:nvPr/>
          </p:nvSpPr>
          <p:spPr>
            <a:xfrm>
              <a:off x="3708" y="1559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4" name="Google Shape;664;g2609260f10c_0_1256"/>
            <p:cNvCxnSpPr/>
            <p:nvPr/>
          </p:nvCxnSpPr>
          <p:spPr>
            <a:xfrm>
              <a:off x="3708" y="1552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g2609260f10c_0_1256"/>
            <p:cNvCxnSpPr/>
            <p:nvPr/>
          </p:nvCxnSpPr>
          <p:spPr>
            <a:xfrm>
              <a:off x="4021" y="1552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6" name="Google Shape;666;g2609260f10c_0_1256"/>
            <p:cNvSpPr/>
            <p:nvPr/>
          </p:nvSpPr>
          <p:spPr>
            <a:xfrm>
              <a:off x="3708" y="1552"/>
              <a:ext cx="30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2609260f10c_0_1256"/>
            <p:cNvSpPr/>
            <p:nvPr/>
          </p:nvSpPr>
          <p:spPr>
            <a:xfrm>
              <a:off x="3705" y="1493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2609260f10c_0_1256"/>
            <p:cNvSpPr/>
            <p:nvPr/>
          </p:nvSpPr>
          <p:spPr>
            <a:xfrm>
              <a:off x="4391" y="1555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9" name="Google Shape;669;g2609260f10c_0_1256"/>
            <p:cNvCxnSpPr/>
            <p:nvPr/>
          </p:nvCxnSpPr>
          <p:spPr>
            <a:xfrm>
              <a:off x="4391" y="1548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g2609260f10c_0_1256"/>
            <p:cNvCxnSpPr/>
            <p:nvPr/>
          </p:nvCxnSpPr>
          <p:spPr>
            <a:xfrm>
              <a:off x="4703" y="1548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1" name="Google Shape;671;g2609260f10c_0_1256"/>
            <p:cNvSpPr/>
            <p:nvPr/>
          </p:nvSpPr>
          <p:spPr>
            <a:xfrm>
              <a:off x="4391" y="1548"/>
              <a:ext cx="30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2609260f10c_0_1256"/>
            <p:cNvSpPr/>
            <p:nvPr/>
          </p:nvSpPr>
          <p:spPr>
            <a:xfrm>
              <a:off x="4394" y="1492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2609260f10c_0_1256"/>
            <p:cNvSpPr/>
            <p:nvPr/>
          </p:nvSpPr>
          <p:spPr>
            <a:xfrm>
              <a:off x="4401" y="2246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4" name="Google Shape;674;g2609260f10c_0_1256"/>
            <p:cNvCxnSpPr/>
            <p:nvPr/>
          </p:nvCxnSpPr>
          <p:spPr>
            <a:xfrm>
              <a:off x="4401" y="2239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g2609260f10c_0_1256"/>
            <p:cNvCxnSpPr/>
            <p:nvPr/>
          </p:nvCxnSpPr>
          <p:spPr>
            <a:xfrm>
              <a:off x="4714" y="2239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6" name="Google Shape;676;g2609260f10c_0_1256"/>
            <p:cNvSpPr/>
            <p:nvPr/>
          </p:nvSpPr>
          <p:spPr>
            <a:xfrm>
              <a:off x="4401" y="2239"/>
              <a:ext cx="30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2609260f10c_0_1256"/>
            <p:cNvSpPr/>
            <p:nvPr/>
          </p:nvSpPr>
          <p:spPr>
            <a:xfrm>
              <a:off x="4398" y="2180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2609260f10c_0_1256"/>
            <p:cNvSpPr/>
            <p:nvPr/>
          </p:nvSpPr>
          <p:spPr>
            <a:xfrm>
              <a:off x="4966" y="1905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9" name="Google Shape;679;g2609260f10c_0_1256"/>
            <p:cNvCxnSpPr/>
            <p:nvPr/>
          </p:nvCxnSpPr>
          <p:spPr>
            <a:xfrm>
              <a:off x="4966" y="1898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g2609260f10c_0_1256"/>
            <p:cNvCxnSpPr/>
            <p:nvPr/>
          </p:nvCxnSpPr>
          <p:spPr>
            <a:xfrm>
              <a:off x="5279" y="1898"/>
              <a:ext cx="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1" name="Google Shape;681;g2609260f10c_0_1256"/>
            <p:cNvSpPr/>
            <p:nvPr/>
          </p:nvSpPr>
          <p:spPr>
            <a:xfrm>
              <a:off x="4966" y="1898"/>
              <a:ext cx="300" cy="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2609260f10c_0_1256"/>
            <p:cNvSpPr/>
            <p:nvPr/>
          </p:nvSpPr>
          <p:spPr>
            <a:xfrm>
              <a:off x="4963" y="1839"/>
              <a:ext cx="300" cy="0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2609260f10c_0_1256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2609260f10c_0_1256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2609260f10c_0_1256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2609260f10c_0_1256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2609260f10c_0_1256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2609260f10c_0_1256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2609260f10c_0_1256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2609260f10c_0_1256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2609260f10c_0_1256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2" name="Google Shape;692;g2609260f10c_0_1256"/>
            <p:cNvGrpSpPr/>
            <p:nvPr/>
          </p:nvGrpSpPr>
          <p:grpSpPr>
            <a:xfrm>
              <a:off x="3287" y="1744"/>
              <a:ext cx="296" cy="300"/>
              <a:chOff x="2954" y="2425"/>
              <a:chExt cx="300" cy="300"/>
            </a:xfrm>
          </p:grpSpPr>
          <p:sp>
            <p:nvSpPr>
              <p:cNvPr id="693" name="Google Shape;693;g2609260f10c_0_1256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g2609260f10c_0_1256"/>
              <p:cNvSpPr txBox="1"/>
              <p:nvPr/>
            </p:nvSpPr>
            <p:spPr>
              <a:xfrm>
                <a:off x="2954" y="242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5" name="Google Shape;695;g2609260f10c_0_1256"/>
            <p:cNvGrpSpPr/>
            <p:nvPr/>
          </p:nvGrpSpPr>
          <p:grpSpPr>
            <a:xfrm>
              <a:off x="4461" y="2128"/>
              <a:ext cx="295" cy="300"/>
              <a:chOff x="2958" y="2425"/>
              <a:chExt cx="300" cy="300"/>
            </a:xfrm>
          </p:grpSpPr>
          <p:sp>
            <p:nvSpPr>
              <p:cNvPr id="696" name="Google Shape;696;g2609260f10c_0_1256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g2609260f10c_0_1256"/>
              <p:cNvSpPr txBox="1"/>
              <p:nvPr/>
            </p:nvSpPr>
            <p:spPr>
              <a:xfrm>
                <a:off x="2958" y="242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8" name="Google Shape;698;g2609260f10c_0_1256"/>
            <p:cNvGrpSpPr/>
            <p:nvPr/>
          </p:nvGrpSpPr>
          <p:grpSpPr>
            <a:xfrm>
              <a:off x="3772" y="2095"/>
              <a:ext cx="299" cy="300"/>
              <a:chOff x="2951" y="2395"/>
              <a:chExt cx="300" cy="300"/>
            </a:xfrm>
          </p:grpSpPr>
          <p:sp>
            <p:nvSpPr>
              <p:cNvPr id="699" name="Google Shape;699;g2609260f10c_0_1256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g2609260f10c_0_1256"/>
              <p:cNvSpPr txBox="1"/>
              <p:nvPr/>
            </p:nvSpPr>
            <p:spPr>
              <a:xfrm>
                <a:off x="2951" y="239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1" name="Google Shape;701;g2609260f10c_0_1256"/>
            <p:cNvGrpSpPr/>
            <p:nvPr/>
          </p:nvGrpSpPr>
          <p:grpSpPr>
            <a:xfrm>
              <a:off x="4438" y="1438"/>
              <a:ext cx="296" cy="300"/>
              <a:chOff x="2941" y="2425"/>
              <a:chExt cx="300" cy="300"/>
            </a:xfrm>
          </p:grpSpPr>
          <p:sp>
            <p:nvSpPr>
              <p:cNvPr id="702" name="Google Shape;702;g2609260f10c_0_1256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g2609260f10c_0_1256"/>
              <p:cNvSpPr txBox="1"/>
              <p:nvPr/>
            </p:nvSpPr>
            <p:spPr>
              <a:xfrm>
                <a:off x="2941" y="242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4" name="Google Shape;704;g2609260f10c_0_1256"/>
            <p:cNvGrpSpPr/>
            <p:nvPr/>
          </p:nvGrpSpPr>
          <p:grpSpPr>
            <a:xfrm>
              <a:off x="3771" y="1438"/>
              <a:ext cx="295" cy="300"/>
              <a:chOff x="2958" y="2425"/>
              <a:chExt cx="300" cy="300"/>
            </a:xfrm>
          </p:grpSpPr>
          <p:sp>
            <p:nvSpPr>
              <p:cNvPr id="705" name="Google Shape;705;g2609260f10c_0_1256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g2609260f10c_0_1256"/>
              <p:cNvSpPr txBox="1"/>
              <p:nvPr/>
            </p:nvSpPr>
            <p:spPr>
              <a:xfrm>
                <a:off x="2958" y="242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7" name="Google Shape;707;g2609260f10c_0_1256"/>
            <p:cNvGrpSpPr/>
            <p:nvPr/>
          </p:nvGrpSpPr>
          <p:grpSpPr>
            <a:xfrm>
              <a:off x="5025" y="1756"/>
              <a:ext cx="297" cy="300"/>
              <a:chOff x="2949" y="2395"/>
              <a:chExt cx="300" cy="300"/>
            </a:xfrm>
          </p:grpSpPr>
          <p:sp>
            <p:nvSpPr>
              <p:cNvPr id="708" name="Google Shape;708;g2609260f10c_0_1256"/>
              <p:cNvSpPr/>
              <p:nvPr/>
            </p:nvSpPr>
            <p:spPr>
              <a:xfrm>
                <a:off x="2982" y="2490"/>
                <a:ext cx="0" cy="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g2609260f10c_0_1256"/>
              <p:cNvSpPr txBox="1"/>
              <p:nvPr/>
            </p:nvSpPr>
            <p:spPr>
              <a:xfrm>
                <a:off x="2949" y="2395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0" name="Google Shape;710;g2609260f10c_0_1256"/>
            <p:cNvSpPr txBox="1"/>
            <p:nvPr/>
          </p:nvSpPr>
          <p:spPr>
            <a:xfrm>
              <a:off x="3493" y="156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2609260f10c_0_1256"/>
            <p:cNvSpPr txBox="1"/>
            <p:nvPr/>
          </p:nvSpPr>
          <p:spPr>
            <a:xfrm>
              <a:off x="3841" y="178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2609260f10c_0_1256"/>
            <p:cNvSpPr txBox="1"/>
            <p:nvPr/>
          </p:nvSpPr>
          <p:spPr>
            <a:xfrm>
              <a:off x="3406" y="200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2609260f10c_0_1256"/>
            <p:cNvSpPr txBox="1"/>
            <p:nvPr/>
          </p:nvSpPr>
          <p:spPr>
            <a:xfrm>
              <a:off x="4225" y="188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2609260f10c_0_1256"/>
            <p:cNvSpPr txBox="1"/>
            <p:nvPr/>
          </p:nvSpPr>
          <p:spPr>
            <a:xfrm>
              <a:off x="4162" y="223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2609260f10c_0_1256"/>
            <p:cNvSpPr txBox="1"/>
            <p:nvPr/>
          </p:nvSpPr>
          <p:spPr>
            <a:xfrm>
              <a:off x="4522" y="18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2609260f10c_0_1256"/>
            <p:cNvSpPr txBox="1"/>
            <p:nvPr/>
          </p:nvSpPr>
          <p:spPr>
            <a:xfrm>
              <a:off x="4882" y="206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2609260f10c_0_1256"/>
            <p:cNvSpPr txBox="1"/>
            <p:nvPr/>
          </p:nvSpPr>
          <p:spPr>
            <a:xfrm>
              <a:off x="4855" y="153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2609260f10c_0_1256"/>
            <p:cNvSpPr txBox="1"/>
            <p:nvPr/>
          </p:nvSpPr>
          <p:spPr>
            <a:xfrm>
              <a:off x="4120" y="13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2609260f10c_0_1256"/>
            <p:cNvSpPr txBox="1"/>
            <p:nvPr/>
          </p:nvSpPr>
          <p:spPr>
            <a:xfrm>
              <a:off x="3769" y="111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g2609260f10c_0_1256"/>
          <p:cNvSpPr txBox="1"/>
          <p:nvPr/>
        </p:nvSpPr>
        <p:spPr>
          <a:xfrm>
            <a:off x="1411748" y="3898081"/>
            <a:ext cx="248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graph: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 = (N,E)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g2609260f10c_0_1256"/>
          <p:cNvSpPr txBox="1"/>
          <p:nvPr/>
        </p:nvSpPr>
        <p:spPr>
          <a:xfrm>
            <a:off x="5456905" y="1415845"/>
            <a:ext cx="5884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a,b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 of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connecting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w,z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5,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∞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801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 defined by network operator: could always be 1, or inversely related to bandwidth, or related to congestion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g2609260f10c_0_1256"/>
          <p:cNvSpPr txBox="1"/>
          <p:nvPr/>
        </p:nvSpPr>
        <p:spPr>
          <a:xfrm>
            <a:off x="1638300" y="4537178"/>
            <a:ext cx="511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 of routers = {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 v, w, x, y, z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2609260f10c_0_1256"/>
          <p:cNvSpPr txBox="1"/>
          <p:nvPr/>
        </p:nvSpPr>
        <p:spPr>
          <a:xfrm>
            <a:off x="1638300" y="5106769"/>
            <a:ext cx="1007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 of links =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u,v), (u,x), (v,x), (v,w), (x,w), (x,y), (w,y), (w,z), (y,z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609260f10c_0_1335"/>
          <p:cNvSpPr txBox="1"/>
          <p:nvPr>
            <p:ph type="title"/>
          </p:nvPr>
        </p:nvSpPr>
        <p:spPr>
          <a:xfrm>
            <a:off x="838200" y="348585"/>
            <a:ext cx="83205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algorithm classification</a:t>
            </a:r>
            <a:endParaRPr/>
          </a:p>
        </p:txBody>
      </p:sp>
      <p:cxnSp>
        <p:nvCxnSpPr>
          <p:cNvPr id="730" name="Google Shape;730;g2609260f10c_0_1335"/>
          <p:cNvCxnSpPr/>
          <p:nvPr/>
        </p:nvCxnSpPr>
        <p:spPr>
          <a:xfrm>
            <a:off x="6091084" y="1312606"/>
            <a:ext cx="0" cy="504390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731" name="Google Shape;731;g2609260f10c_0_1335"/>
          <p:cNvCxnSpPr/>
          <p:nvPr/>
        </p:nvCxnSpPr>
        <p:spPr>
          <a:xfrm rot="10800000">
            <a:off x="235848" y="3441290"/>
            <a:ext cx="11666100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732" name="Google Shape;732;g2609260f10c_0_1335"/>
          <p:cNvSpPr txBox="1"/>
          <p:nvPr/>
        </p:nvSpPr>
        <p:spPr>
          <a:xfrm>
            <a:off x="4542504" y="6312310"/>
            <a:ext cx="35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global or decentralized information?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g2609260f10c_0_1335"/>
          <p:cNvGrpSpPr/>
          <p:nvPr/>
        </p:nvGrpSpPr>
        <p:grpSpPr>
          <a:xfrm>
            <a:off x="3996813" y="1474838"/>
            <a:ext cx="4512900" cy="1209446"/>
            <a:chOff x="3996813" y="1474838"/>
            <a:chExt cx="4512900" cy="1209446"/>
          </a:xfrm>
        </p:grpSpPr>
        <p:sp>
          <p:nvSpPr>
            <p:cNvPr id="734" name="Google Shape;734;g2609260f10c_0_1335"/>
            <p:cNvSpPr/>
            <p:nvPr/>
          </p:nvSpPr>
          <p:spPr>
            <a:xfrm>
              <a:off x="5987845" y="1519084"/>
              <a:ext cx="221100" cy="116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g2609260f10c_0_1335"/>
            <p:cNvSpPr txBox="1"/>
            <p:nvPr/>
          </p:nvSpPr>
          <p:spPr>
            <a:xfrm>
              <a:off x="3996813" y="1474838"/>
              <a:ext cx="4512900" cy="12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85000" lnSpcReduction="20000"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global: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all routers have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complete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topology, link cost info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9939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“link state”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"/>
                <a:buNone/>
              </a:pPr>
              <a:r>
                <a:t/>
              </a:r>
              <a:endParaRPr b="0" i="0" sz="2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736" name="Google Shape;736;g2609260f10c_0_1335"/>
          <p:cNvGrpSpPr/>
          <p:nvPr/>
        </p:nvGrpSpPr>
        <p:grpSpPr>
          <a:xfrm>
            <a:off x="3465869" y="4326195"/>
            <a:ext cx="6179700" cy="2458200"/>
            <a:chOff x="3465869" y="4326195"/>
            <a:chExt cx="6179700" cy="2458200"/>
          </a:xfrm>
        </p:grpSpPr>
        <p:sp>
          <p:nvSpPr>
            <p:cNvPr id="737" name="Google Shape;737;g2609260f10c_0_1335"/>
            <p:cNvSpPr/>
            <p:nvPr/>
          </p:nvSpPr>
          <p:spPr>
            <a:xfrm>
              <a:off x="6002594" y="4365523"/>
              <a:ext cx="147600" cy="179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g2609260f10c_0_1335"/>
            <p:cNvSpPr txBox="1"/>
            <p:nvPr/>
          </p:nvSpPr>
          <p:spPr>
            <a:xfrm>
              <a:off x="3465869" y="4326195"/>
              <a:ext cx="6179700" cy="24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iterative process of computation, exchange of info with neighbors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3359" lvl="0" marL="407987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routers initially only know link costs to attached neighbors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3359" lvl="0" marL="407987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“distance vector”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9" name="Google Shape;739;g2609260f10c_0_1335"/>
          <p:cNvSpPr txBox="1"/>
          <p:nvPr/>
        </p:nvSpPr>
        <p:spPr>
          <a:xfrm>
            <a:off x="250724" y="2823539"/>
            <a:ext cx="125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fast do routes change?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2609260f10c_0_1335"/>
          <p:cNvSpPr/>
          <p:nvPr/>
        </p:nvSpPr>
        <p:spPr>
          <a:xfrm>
            <a:off x="10171471" y="1184788"/>
            <a:ext cx="177000" cy="103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1" name="Google Shape;741;g2609260f10c_0_1335"/>
          <p:cNvGrpSpPr/>
          <p:nvPr/>
        </p:nvGrpSpPr>
        <p:grpSpPr>
          <a:xfrm>
            <a:off x="8740391" y="2620951"/>
            <a:ext cx="3451500" cy="2373600"/>
            <a:chOff x="8740391" y="2620951"/>
            <a:chExt cx="3451500" cy="2373600"/>
          </a:xfrm>
        </p:grpSpPr>
        <p:sp>
          <p:nvSpPr>
            <p:cNvPr id="742" name="Google Shape;742;g2609260f10c_0_1335"/>
            <p:cNvSpPr/>
            <p:nvPr/>
          </p:nvSpPr>
          <p:spPr>
            <a:xfrm>
              <a:off x="8922775" y="3314699"/>
              <a:ext cx="2580900" cy="210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g2609260f10c_0_1335"/>
            <p:cNvSpPr txBox="1"/>
            <p:nvPr/>
          </p:nvSpPr>
          <p:spPr>
            <a:xfrm>
              <a:off x="8740391" y="2620951"/>
              <a:ext cx="3451500" cy="23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57150" lvl="0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dynamic</a:t>
              </a: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more quickly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3362" lvl="1" marL="34925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periodic updates or in response to link cost changes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4" name="Google Shape;744;g2609260f10c_0_1335"/>
          <p:cNvGrpSpPr/>
          <p:nvPr/>
        </p:nvGrpSpPr>
        <p:grpSpPr>
          <a:xfrm>
            <a:off x="1313787" y="3013586"/>
            <a:ext cx="3022200" cy="1209300"/>
            <a:chOff x="1313787" y="3013586"/>
            <a:chExt cx="3022200" cy="1209300"/>
          </a:xfrm>
        </p:grpSpPr>
        <p:sp>
          <p:nvSpPr>
            <p:cNvPr id="745" name="Google Shape;745;g2609260f10c_0_1335"/>
            <p:cNvSpPr/>
            <p:nvPr/>
          </p:nvSpPr>
          <p:spPr>
            <a:xfrm>
              <a:off x="1465006" y="3314699"/>
              <a:ext cx="2531700" cy="22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g2609260f10c_0_1335"/>
            <p:cNvSpPr txBox="1"/>
            <p:nvPr/>
          </p:nvSpPr>
          <p:spPr>
            <a:xfrm>
              <a:off x="1313787" y="3013586"/>
              <a:ext cx="3022200" cy="12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static: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slowly over time</a:t>
              </a:r>
              <a:endParaRPr b="0" i="0" sz="2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747" name="Google Shape;747;g2609260f10c_0_1335"/>
          <p:cNvSpPr/>
          <p:nvPr/>
        </p:nvSpPr>
        <p:spPr>
          <a:xfrm>
            <a:off x="4365523" y="2064775"/>
            <a:ext cx="1622400" cy="737400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2609260f10c_0_1335"/>
          <p:cNvSpPr/>
          <p:nvPr/>
        </p:nvSpPr>
        <p:spPr>
          <a:xfrm>
            <a:off x="3883742" y="5624052"/>
            <a:ext cx="2281200" cy="737400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609260f10c_0_1359"/>
          <p:cNvSpPr txBox="1"/>
          <p:nvPr>
            <p:ph type="title"/>
          </p:nvPr>
        </p:nvSpPr>
        <p:spPr>
          <a:xfrm>
            <a:off x="0" y="0"/>
            <a:ext cx="12192000" cy="763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Routing in the Internet</a:t>
            </a:r>
            <a:endParaRPr/>
          </a:p>
        </p:txBody>
      </p:sp>
      <p:sp>
        <p:nvSpPr>
          <p:cNvPr id="754" name="Google Shape;754;g2609260f10c_0_1359"/>
          <p:cNvSpPr txBox="1"/>
          <p:nvPr>
            <p:ph idx="1" type="body"/>
          </p:nvPr>
        </p:nvSpPr>
        <p:spPr>
          <a:xfrm>
            <a:off x="415600" y="997067"/>
            <a:ext cx="11360700" cy="53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8000"/>
              <a:buNone/>
            </a:pPr>
            <a:r>
              <a:rPr b="1" lang="en-US" sz="7500"/>
              <a:t>Classification of routing algorithms</a:t>
            </a:r>
            <a:endParaRPr b="1" sz="7500"/>
          </a:p>
          <a:p>
            <a:pPr indent="-423862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500"/>
              <a:t>Static</a:t>
            </a:r>
            <a:endParaRPr sz="7500"/>
          </a:p>
          <a:p>
            <a:pPr indent="-423862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500"/>
              <a:t>Dynamic</a:t>
            </a:r>
            <a:endParaRPr sz="7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8000"/>
              <a:buNone/>
            </a:pPr>
            <a:r>
              <a:t/>
            </a:r>
            <a:endParaRPr sz="7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8000"/>
              <a:buNone/>
            </a:pPr>
            <a:r>
              <a:rPr b="1" lang="en-US" sz="7500"/>
              <a:t>Dynamic Routing</a:t>
            </a:r>
            <a:endParaRPr b="1" sz="7500"/>
          </a:p>
          <a:p>
            <a:pPr indent="-423862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500"/>
              <a:t>Intradomain routing </a:t>
            </a:r>
            <a:endParaRPr sz="7500"/>
          </a:p>
          <a:p>
            <a:pPr indent="-423862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500"/>
              <a:t>Generate routing table entries for networks within Autonomous System (AS)</a:t>
            </a:r>
            <a:endParaRPr sz="7500"/>
          </a:p>
          <a:p>
            <a:pPr indent="-423862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500"/>
              <a:t>Algorithms</a:t>
            </a:r>
            <a:endParaRPr sz="7500"/>
          </a:p>
          <a:p>
            <a:pPr indent="-423862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US" sz="7500"/>
              <a:t>Distance Vector Routing (DVR)</a:t>
            </a:r>
            <a:endParaRPr sz="7500"/>
          </a:p>
          <a:p>
            <a:pPr indent="-423862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US" sz="7500"/>
              <a:t>Link State Routing (LSR)</a:t>
            </a:r>
            <a:endParaRPr sz="7500"/>
          </a:p>
          <a:p>
            <a:pPr indent="-423862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500"/>
              <a:t>Protocols</a:t>
            </a:r>
            <a:endParaRPr sz="7500"/>
          </a:p>
          <a:p>
            <a:pPr indent="-423862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US" sz="7500"/>
              <a:t>Routing Information Protocol (RIP): implements DVR</a:t>
            </a:r>
            <a:endParaRPr sz="7500"/>
          </a:p>
          <a:p>
            <a:pPr indent="-423862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US" sz="7500"/>
              <a:t>Open Shortest Path First (OSPF): implements LSR</a:t>
            </a:r>
            <a:endParaRPr sz="7500"/>
          </a:p>
          <a:p>
            <a:pPr indent="-423862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500"/>
              <a:t>Interdomain routing</a:t>
            </a:r>
            <a:endParaRPr sz="7500"/>
          </a:p>
          <a:p>
            <a:pPr indent="-423862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500"/>
              <a:t>Generate routing table entries for networks outside Autonomous System (AS)</a:t>
            </a:r>
            <a:endParaRPr sz="7500"/>
          </a:p>
          <a:p>
            <a:pPr indent="-423862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500"/>
              <a:t>Algorithm</a:t>
            </a:r>
            <a:endParaRPr sz="7500"/>
          </a:p>
          <a:p>
            <a:pPr indent="-423862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US" sz="7500"/>
              <a:t>Path Vector Routing</a:t>
            </a:r>
            <a:endParaRPr sz="7500"/>
          </a:p>
          <a:p>
            <a:pPr indent="-423862" lvl="1" marL="1219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500"/>
              <a:t>Protocol</a:t>
            </a:r>
            <a:endParaRPr sz="7500"/>
          </a:p>
          <a:p>
            <a:pPr indent="-423862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-US" sz="7500"/>
              <a:t>Border Gateway Protocol (BGP)</a:t>
            </a:r>
            <a:endParaRPr sz="7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55" name="Google Shape;755;g2609260f10c_0_13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101be01f4cc_0_2647"/>
          <p:cNvSpPr txBox="1"/>
          <p:nvPr>
            <p:ph type="title"/>
          </p:nvPr>
        </p:nvSpPr>
        <p:spPr>
          <a:xfrm>
            <a:off x="838200" y="2981696"/>
            <a:ext cx="10515600" cy="894600"/>
          </a:xfrm>
          <a:prstGeom prst="rect">
            <a:avLst/>
          </a:prstGeom>
          <a:noFill/>
          <a:ln cap="flat" cmpd="sng" w="9525">
            <a:solidFill>
              <a:srgbClr val="00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Link State Routing </a:t>
            </a:r>
            <a:endParaRPr/>
          </a:p>
        </p:txBody>
      </p:sp>
      <p:sp>
        <p:nvSpPr>
          <p:cNvPr id="762" name="Google Shape;762;g101be01f4cc_0_2647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769" name="Google Shape;769;p6"/>
          <p:cNvSpPr txBox="1"/>
          <p:nvPr/>
        </p:nvSpPr>
        <p:spPr>
          <a:xfrm>
            <a:off x="750989" y="1541236"/>
            <a:ext cx="5875442" cy="490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centralized: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topology, link costs known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accomplished via “link state broadcast”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 have same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computes least cost paths from one node (“source”) to all other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forwarding table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that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iterative: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iterations, know least cost path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0" name="Google Shape;770;p6"/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771" name="Google Shape;771;p6"/>
            <p:cNvSpPr txBox="1"/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3050" lvl="0" marL="403225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a,b</a:t>
              </a: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sng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direct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link cost from node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;  = ∞ if not direct neighbors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D(a):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current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estimate of cost of least-cost-path from source to destination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p(a):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predecessor node along path from source to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N':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 of nodes whose least-cost-path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definitively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known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4450" lvl="0" marL="352425" marR="0" rtl="0" algn="l">
                <a:lnSpc>
                  <a:spcPct val="7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6"/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notation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" name="Google Shape;779;p7"/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780" name="Google Shape;780;p7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2" name="Google Shape;782;p7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83" name="Google Shape;783;p7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784" name="Google Shape;784;p7"/>
          <p:cNvSpPr txBox="1"/>
          <p:nvPr/>
        </p:nvSpPr>
        <p:spPr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Initialization: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{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                             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/* compute least cost path from u to all other nodes */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   for all nodes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     if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knows direct-path-cost only to  direct neighbors    */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         then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u,a      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 but may not be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cost!                                                   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      else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∞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"/>
          <p:cNvSpPr txBox="1"/>
          <p:nvPr/>
        </p:nvSpPr>
        <p:spPr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15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until all nodes in N'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"/>
          <p:cNvSpPr txBox="1"/>
          <p:nvPr/>
        </p:nvSpPr>
        <p:spPr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adjacent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D(b),  D(a) + c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 </a:t>
            </a:r>
            <a:r>
              <a:rPr b="1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 new least-path-cost to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either old least-cost-path to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known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least-cost-path to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plus direct-cost from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793" name="Google Shape;793;p8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8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8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8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8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8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9" name="Google Shape;799;p8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00" name="Google Shape;800;p8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801" name="Google Shape;801;p8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4" name="Google Shape;804;p8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5" name="Google Shape;805;p8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6" name="Google Shape;806;p8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9" name="Google Shape;809;p8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0" name="Google Shape;810;p8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1" name="Google Shape;811;p8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4" name="Google Shape;814;p8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5" name="Google Shape;815;p8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6" name="Google Shape;816;p8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9" name="Google Shape;819;p8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0" name="Google Shape;820;p8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1" name="Google Shape;821;p8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4" name="Google Shape;824;p8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5" name="Google Shape;825;p8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6" name="Google Shape;826;p8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9" name="Google Shape;829;p8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0" name="Google Shape;830;p8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1" name="Google Shape;831;p8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2" name="Google Shape;842;p8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843" name="Google Shape;843;p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8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5" name="Google Shape;845;p8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846" name="Google Shape;846;p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8" name="Google Shape;848;p8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849" name="Google Shape;849;p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8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1" name="Google Shape;851;p8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852" name="Google Shape;852;p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8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4" name="Google Shape;854;p8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855" name="Google Shape;855;p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7" name="Google Shape;857;p8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858" name="Google Shape;858;p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8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0" name="Google Shape;860;p8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8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8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8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8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8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8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8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8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8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0" name="Google Shape;870;p8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8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2" name="Google Shape;872;p8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873" name="Google Shape;873;p8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8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8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8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8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8" name="Google Shape;878;p8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9" name="Google Shape;879;p8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0" name="Google Shape;880;p8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1" name="Google Shape;881;p8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2" name="Google Shape;882;p8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3" name="Google Shape;883;p8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4" name="Google Shape;884;p8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8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8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8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8"/>
          <p:cNvSpPr/>
          <p:nvPr/>
        </p:nvSpPr>
        <p:spPr>
          <a:xfrm>
            <a:off x="4413452" y="4056991"/>
            <a:ext cx="6165083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Initialization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(step 0):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For all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u,a 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9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896" name="Google Shape;896;p9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9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9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9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9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9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2" name="Google Shape;902;p9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3" name="Google Shape;903;p9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9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5" name="Google Shape;905;p9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906" name="Google Shape;906;p9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9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9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9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9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" name="Google Shape;911;p9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2" name="Google Shape;912;p9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3" name="Google Shape;913;p9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4" name="Google Shape;914;p9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5" name="Google Shape;915;p9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6" name="Google Shape;916;p9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7" name="Google Shape;917;p9"/>
          <p:cNvSpPr txBox="1"/>
          <p:nvPr/>
        </p:nvSpPr>
        <p:spPr>
          <a:xfrm>
            <a:off x="5517465" y="3427169"/>
            <a:ext cx="122180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9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" name="Google Shape;919;p9"/>
          <p:cNvGrpSpPr/>
          <p:nvPr/>
        </p:nvGrpSpPr>
        <p:grpSpPr>
          <a:xfrm>
            <a:off x="3119488" y="1277257"/>
            <a:ext cx="4176312" cy="1355408"/>
            <a:chOff x="3119488" y="1277257"/>
            <a:chExt cx="4176312" cy="1355408"/>
          </a:xfrm>
        </p:grpSpPr>
        <p:sp>
          <p:nvSpPr>
            <p:cNvPr id="920" name="Google Shape;920;p9"/>
            <p:cNvSpPr/>
            <p:nvPr/>
          </p:nvSpPr>
          <p:spPr>
            <a:xfrm>
              <a:off x="6845203" y="1277257"/>
              <a:ext cx="450597" cy="40266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21" name="Google Shape;921;p9"/>
            <p:cNvCxnSpPr>
              <a:stCxn id="920" idx="2"/>
              <a:endCxn id="922" idx="6"/>
            </p:cNvCxnSpPr>
            <p:nvPr/>
          </p:nvCxnSpPr>
          <p:spPr>
            <a:xfrm flipH="1">
              <a:off x="3421603" y="1478590"/>
              <a:ext cx="3423600" cy="100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922" name="Google Shape;922;p9"/>
            <p:cNvSpPr/>
            <p:nvPr/>
          </p:nvSpPr>
          <p:spPr>
            <a:xfrm>
              <a:off x="3119488" y="2337133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3" name="Google Shape;923;p9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24" name="Google Shape;924;p9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9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9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9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9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0" name="Google Shape;930;p9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931" name="Google Shape;931;p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4" name="Google Shape;934;p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5" name="Google Shape;935;p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6" name="Google Shape;936;p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9" name="Google Shape;939;p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0" name="Google Shape;940;p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1" name="Google Shape;941;p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4" name="Google Shape;944;p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5" name="Google Shape;945;p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6" name="Google Shape;946;p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9" name="Google Shape;949;p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0" name="Google Shape;950;p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1" name="Google Shape;951;p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4" name="Google Shape;954;p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6" name="Google Shape;956;p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9" name="Google Shape;959;p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0" name="Google Shape;960;p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1" name="Google Shape;961;p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" name="Google Shape;972;p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973" name="Google Shape;973;p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5" name="Google Shape;975;p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976" name="Google Shape;976;p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8" name="Google Shape;978;p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979" name="Google Shape;979;p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1" name="Google Shape;981;p9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982" name="Google Shape;982;p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9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4" name="Google Shape;984;p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985" name="Google Shape;985;p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7" name="Google Shape;987;p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988" name="Google Shape;988;p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0" name="Google Shape;990;p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00" name="Google Shape;1000;p9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p10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007" name="Google Shape;1007;p10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10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09" name="Google Shape;1009;p10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010" name="Google Shape;1010;p10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011" name="Google Shape;1011;p10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0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0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0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0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7" name="Google Shape;1017;p10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8" name="Google Shape;1018;p10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0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0" name="Google Shape;1020;p10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021" name="Google Shape;1021;p10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0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0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0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0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6" name="Google Shape;1026;p10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7" name="Google Shape;1027;p10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8" name="Google Shape;1028;p10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9" name="Google Shape;1029;p10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0" name="Google Shape;1030;p10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1" name="Google Shape;1031;p10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2" name="Google Shape;1032;p10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0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35" name="Google Shape;1035;p10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0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0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0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0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0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1" name="Google Shape;1041;p10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042" name="Google Shape;1042;p10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0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0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5" name="Google Shape;1045;p10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6" name="Google Shape;1046;p10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7" name="Google Shape;1047;p10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0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0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0" name="Google Shape;1050;p10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1" name="Google Shape;1051;p10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2" name="Google Shape;1052;p10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0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0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5" name="Google Shape;1055;p10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6" name="Google Shape;1056;p10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7" name="Google Shape;1057;p10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0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0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0" name="Google Shape;1060;p10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1" name="Google Shape;1061;p10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2" name="Google Shape;1062;p10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0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0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5" name="Google Shape;1065;p10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10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7" name="Google Shape;1067;p10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0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0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0" name="Google Shape;1070;p10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1" name="Google Shape;1071;p10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72" name="Google Shape;1072;p10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0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0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0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0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0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0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0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0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0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0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3" name="Google Shape;1083;p10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084" name="Google Shape;1084;p10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10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6" name="Google Shape;1086;p10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087" name="Google Shape;1087;p1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10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9" name="Google Shape;1089;p10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090" name="Google Shape;1090;p10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10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2" name="Google Shape;1092;p10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093" name="Google Shape;1093;p10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10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5" name="Google Shape;1095;p10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096" name="Google Shape;1096;p1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10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8" name="Google Shape;1098;p10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099" name="Google Shape;1099;p1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10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1" name="Google Shape;1101;p10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0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0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0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0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0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0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0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0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0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11" name="Google Shape;1111;p10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2" name="Google Shape;1112;p10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3" name="Google Shape;1113;p10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14" name="Google Shape;1114;p10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0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0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0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8" name="Google Shape;1118;p10"/>
          <p:cNvGrpSpPr/>
          <p:nvPr/>
        </p:nvGrpSpPr>
        <p:grpSpPr>
          <a:xfrm>
            <a:off x="6514034" y="5634994"/>
            <a:ext cx="5187639" cy="1034693"/>
            <a:chOff x="4625273" y="5620004"/>
            <a:chExt cx="5187639" cy="1034693"/>
          </a:xfrm>
        </p:grpSpPr>
        <p:sp>
          <p:nvSpPr>
            <p:cNvPr id="1119" name="Google Shape;1119;p10"/>
            <p:cNvSpPr/>
            <p:nvPr/>
          </p:nvSpPr>
          <p:spPr>
            <a:xfrm>
              <a:off x="4661941" y="5696262"/>
              <a:ext cx="5066675" cy="92939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10"/>
            <p:cNvSpPr txBox="1"/>
            <p:nvPr/>
          </p:nvSpPr>
          <p:spPr>
            <a:xfrm>
              <a:off x="4667745" y="5620004"/>
              <a:ext cx="49471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D(v) = min ( D(v),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min(2, 1+2) = 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0"/>
            <p:cNvSpPr txBox="1"/>
            <p:nvPr/>
          </p:nvSpPr>
          <p:spPr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(5, 1+3) = 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0"/>
            <p:cNvSpPr txBox="1"/>
            <p:nvPr/>
          </p:nvSpPr>
          <p:spPr>
            <a:xfrm>
              <a:off x="4702721" y="6254587"/>
              <a:ext cx="50777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D(y) = min ( D(y),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x,y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min(inf,1+1) = 2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3" name="Google Shape;1123;p10"/>
          <p:cNvGrpSpPr/>
          <p:nvPr/>
        </p:nvGrpSpPr>
        <p:grpSpPr>
          <a:xfrm>
            <a:off x="11325192" y="5891134"/>
            <a:ext cx="706683" cy="802632"/>
            <a:chOff x="11325192" y="5891134"/>
            <a:chExt cx="706683" cy="802632"/>
          </a:xfrm>
        </p:grpSpPr>
        <p:pic>
          <p:nvPicPr>
            <p:cNvPr descr="A picture containing object, drawing, room, lamp&#10;&#10;Description automatically generated" id="1124" name="Google Shape;112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object, drawing, room, lamp&#10;&#10;Description automatically generated" id="1125" name="Google Shape;112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132" name="Google Shape;1132;p11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11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1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1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8" name="Google Shape;1138;p11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9" name="Google Shape;1139;p11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1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1" name="Google Shape;1141;p11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142" name="Google Shape;1142;p11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1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1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1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1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7" name="Google Shape;1147;p11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8" name="Google Shape;1148;p11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9" name="Google Shape;1149;p11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0" name="Google Shape;1150;p11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1" name="Google Shape;1151;p11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2" name="Google Shape;1152;p11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3" name="Google Shape;1153;p11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1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1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56" name="Google Shape;1156;p11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11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11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11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11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11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2" name="Google Shape;1162;p11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163" name="Google Shape;1163;p11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1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1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66" name="Google Shape;1166;p11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7" name="Google Shape;1167;p11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11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1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1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1" name="Google Shape;1171;p11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2" name="Google Shape;1172;p11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3" name="Google Shape;1173;p11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1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1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6" name="Google Shape;1176;p11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7" name="Google Shape;1177;p11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8" name="Google Shape;1178;p11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1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1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1" name="Google Shape;1181;p11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2" name="Google Shape;1182;p11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3" name="Google Shape;1183;p11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1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1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6" name="Google Shape;1186;p11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7" name="Google Shape;1187;p11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8" name="Google Shape;1188;p11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1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1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1" name="Google Shape;1191;p11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2" name="Google Shape;1192;p11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3" name="Google Shape;1193;p11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1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1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1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1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1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1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1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1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1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4" name="Google Shape;1204;p11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05" name="Google Shape;1205;p1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11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7" name="Google Shape;1207;p11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08" name="Google Shape;1208;p1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1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0" name="Google Shape;1210;p11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11" name="Google Shape;1211;p1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11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3" name="Google Shape;1213;p11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214" name="Google Shape;1214;p11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11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6" name="Google Shape;1216;p11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217" name="Google Shape;1217;p1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1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9" name="Google Shape;1219;p11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220" name="Google Shape;1220;p1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11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2" name="Google Shape;1222;p11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1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1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1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1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1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1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1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1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1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32" name="Google Shape;1232;p11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33" name="Google Shape;1233;p11"/>
          <p:cNvSpPr txBox="1"/>
          <p:nvPr/>
        </p:nvSpPr>
        <p:spPr>
          <a:xfrm>
            <a:off x="9564285" y="2301914"/>
            <a:ext cx="3786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∞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1"/>
          <p:cNvSpPr txBox="1"/>
          <p:nvPr/>
        </p:nvSpPr>
        <p:spPr>
          <a:xfrm>
            <a:off x="8206722" y="2260378"/>
            <a:ext cx="5261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11"/>
          <p:cNvSpPr txBox="1"/>
          <p:nvPr/>
        </p:nvSpPr>
        <p:spPr>
          <a:xfrm>
            <a:off x="5566247" y="2271953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11"/>
          <p:cNvSpPr txBox="1"/>
          <p:nvPr/>
        </p:nvSpPr>
        <p:spPr>
          <a:xfrm>
            <a:off x="4263633" y="2255616"/>
            <a:ext cx="5405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7" name="Google Shape;1237;p11"/>
          <p:cNvGrpSpPr/>
          <p:nvPr/>
        </p:nvGrpSpPr>
        <p:grpSpPr>
          <a:xfrm>
            <a:off x="3117557" y="1351723"/>
            <a:ext cx="5481203" cy="1572238"/>
            <a:chOff x="-1091379" y="187714"/>
            <a:chExt cx="5481203" cy="1572238"/>
          </a:xfrm>
        </p:grpSpPr>
        <p:sp>
          <p:nvSpPr>
            <p:cNvPr id="1238" name="Google Shape;1238;p11"/>
            <p:cNvSpPr/>
            <p:nvPr/>
          </p:nvSpPr>
          <p:spPr>
            <a:xfrm>
              <a:off x="4024279" y="187714"/>
              <a:ext cx="365545" cy="33667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39" name="Google Shape;1239;p11"/>
            <p:cNvCxnSpPr>
              <a:stCxn id="1238" idx="2"/>
              <a:endCxn id="1240" idx="6"/>
            </p:cNvCxnSpPr>
            <p:nvPr/>
          </p:nvCxnSpPr>
          <p:spPr>
            <a:xfrm flipH="1">
              <a:off x="-789221" y="356054"/>
              <a:ext cx="4813500" cy="12561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40" name="Google Shape;1240;p11"/>
            <p:cNvSpPr/>
            <p:nvPr/>
          </p:nvSpPr>
          <p:spPr>
            <a:xfrm>
              <a:off x="-1091379" y="1464420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1" name="Google Shape;1241;p11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42" name="Google Shape;1242;p11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3" name="Google Shape;1243;p11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" name="Google Shape;1249;p12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250" name="Google Shape;1250;p12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12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52" name="Google Shape;1252;p12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253" name="Google Shape;1253;p12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254" name="Google Shape;1254;p12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12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12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2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12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2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0" name="Google Shape;1260;p12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1" name="Google Shape;1261;p12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2" name="Google Shape;1262;p12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263" name="Google Shape;1263;p12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2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2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2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2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8" name="Google Shape;1268;p12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9" name="Google Shape;1269;p12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0" name="Google Shape;1270;p12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1" name="Google Shape;1271;p12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2" name="Google Shape;1272;p12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3" name="Google Shape;1273;p12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4" name="Google Shape;1274;p12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2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2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77" name="Google Shape;1277;p12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2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2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12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2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2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3" name="Google Shape;1283;p12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84" name="Google Shape;1284;p12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2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2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7" name="Google Shape;1287;p12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8" name="Google Shape;1288;p12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9" name="Google Shape;1289;p12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2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2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2" name="Google Shape;1292;p12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3" name="Google Shape;1293;p12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4" name="Google Shape;1294;p12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2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2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7" name="Google Shape;1297;p12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8" name="Google Shape;1298;p12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9" name="Google Shape;1299;p12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2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2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2" name="Google Shape;1302;p12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3" name="Google Shape;1303;p12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4" name="Google Shape;1304;p12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2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2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7" name="Google Shape;1307;p12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8" name="Google Shape;1308;p12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9" name="Google Shape;1309;p12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2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2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2" name="Google Shape;1312;p12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3" name="Google Shape;1313;p12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4" name="Google Shape;1314;p12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2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2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2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2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2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2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2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2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2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2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5" name="Google Shape;1325;p12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326" name="Google Shape;1326;p1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p12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8" name="Google Shape;1328;p12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329" name="Google Shape;1329;p1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12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1" name="Google Shape;1331;p12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332" name="Google Shape;1332;p1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12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4" name="Google Shape;1334;p12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335" name="Google Shape;1335;p12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12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7" name="Google Shape;1337;p12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338" name="Google Shape;1338;p1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12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0" name="Google Shape;1340;p12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341" name="Google Shape;1341;p1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12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3" name="Google Shape;1343;p12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2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2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2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2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2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2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2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2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2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53" name="Google Shape;1353;p12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354" name="Google Shape;1354;p12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355" name="Google Shape;1355;p12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2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2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2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9" name="Google Shape;1359;p12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60" name="Google Shape;1360;p12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2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2" name="Google Shape;1362;p12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363" name="Google Shape;1363;p12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2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2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6" name="Google Shape;1366;p12"/>
          <p:cNvGrpSpPr/>
          <p:nvPr/>
        </p:nvGrpSpPr>
        <p:grpSpPr>
          <a:xfrm>
            <a:off x="6497409" y="5402237"/>
            <a:ext cx="5187639" cy="1034693"/>
            <a:chOff x="4625273" y="5620004"/>
            <a:chExt cx="5187639" cy="1034693"/>
          </a:xfrm>
        </p:grpSpPr>
        <p:sp>
          <p:nvSpPr>
            <p:cNvPr id="1367" name="Google Shape;1367;p12"/>
            <p:cNvSpPr/>
            <p:nvPr/>
          </p:nvSpPr>
          <p:spPr>
            <a:xfrm>
              <a:off x="4661941" y="5934396"/>
              <a:ext cx="5066675" cy="691255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2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2"/>
            <p:cNvSpPr txBox="1"/>
            <p:nvPr/>
          </p:nvSpPr>
          <p:spPr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D(y)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(4, 2+1) = 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2"/>
            <p:cNvSpPr txBox="1"/>
            <p:nvPr/>
          </p:nvSpPr>
          <p:spPr>
            <a:xfrm>
              <a:off x="4702721" y="6254587"/>
              <a:ext cx="504375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D(z) = min ( D(z), D(y)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y,x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min(inf,2+2) = 4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1" name="Google Shape;1371;p12"/>
          <p:cNvGrpSpPr/>
          <p:nvPr/>
        </p:nvGrpSpPr>
        <p:grpSpPr>
          <a:xfrm>
            <a:off x="11325192" y="5675005"/>
            <a:ext cx="706683" cy="802632"/>
            <a:chOff x="11325192" y="5891134"/>
            <a:chExt cx="706683" cy="802632"/>
          </a:xfrm>
        </p:grpSpPr>
        <p:pic>
          <p:nvPicPr>
            <p:cNvPr descr="A picture containing object, drawing, room, lamp&#10;&#10;Description automatically generated" id="1372" name="Google Shape;137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object, drawing, room, lamp&#10;&#10;Description automatically generated" id="1373" name="Google Shape;137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74" name="Google Shape;1374;p12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3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381" name="Google Shape;1381;p13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13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13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13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3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7" name="Google Shape;1387;p13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8" name="Google Shape;1388;p13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9" name="Google Shape;1389;p13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390" name="Google Shape;1390;p13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3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3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3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3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5" name="Google Shape;1395;p13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6" name="Google Shape;1396;p13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7" name="Google Shape;1397;p13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8" name="Google Shape;1398;p13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9" name="Google Shape;1399;p13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0" name="Google Shape;1400;p13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1" name="Google Shape;1401;p13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3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13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04" name="Google Shape;1404;p13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13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13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0" name="Google Shape;1410;p13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411" name="Google Shape;1411;p13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3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3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4" name="Google Shape;1414;p13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5" name="Google Shape;1415;p13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6" name="Google Shape;1416;p13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3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3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9" name="Google Shape;1419;p13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0" name="Google Shape;1420;p13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1" name="Google Shape;1421;p13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3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3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4" name="Google Shape;1424;p13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5" name="Google Shape;1425;p13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6" name="Google Shape;1426;p13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3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3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9" name="Google Shape;1429;p13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0" name="Google Shape;1430;p13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1" name="Google Shape;1431;p13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3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3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4" name="Google Shape;1434;p13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5" name="Google Shape;1435;p13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6" name="Google Shape;1436;p13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3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3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9" name="Google Shape;1439;p13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0" name="Google Shape;1440;p13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1" name="Google Shape;1441;p13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3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3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3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3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3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3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3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3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3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3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2" name="Google Shape;1452;p13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453" name="Google Shape;1453;p1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3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5" name="Google Shape;1455;p13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456" name="Google Shape;1456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3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8" name="Google Shape;1458;p13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459" name="Google Shape;1459;p1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13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1" name="Google Shape;1461;p13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462" name="Google Shape;1462;p13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13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4" name="Google Shape;1464;p13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465" name="Google Shape;1465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13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7" name="Google Shape;1467;p13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468" name="Google Shape;1468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3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0" name="Google Shape;1470;p13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3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3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3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3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3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3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3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3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3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80" name="Google Shape;1480;p13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481" name="Google Shape;1481;p13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482" name="Google Shape;1482;p13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3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3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3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6" name="Google Shape;1486;p13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7" name="Google Shape;1487;p13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8" name="Google Shape;1488;p13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489" name="Google Shape;1489;p13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3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3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2" name="Google Shape;1492;p13"/>
          <p:cNvGrpSpPr/>
          <p:nvPr/>
        </p:nvGrpSpPr>
        <p:grpSpPr>
          <a:xfrm>
            <a:off x="3109189" y="1355510"/>
            <a:ext cx="1542110" cy="1873826"/>
            <a:chOff x="3109189" y="1355510"/>
            <a:chExt cx="1542110" cy="1873826"/>
          </a:xfrm>
        </p:grpSpPr>
        <p:sp>
          <p:nvSpPr>
            <p:cNvPr id="1493" name="Google Shape;1493;p13"/>
            <p:cNvSpPr/>
            <p:nvPr/>
          </p:nvSpPr>
          <p:spPr>
            <a:xfrm>
              <a:off x="4336203" y="135551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94" name="Google Shape;1494;p13"/>
            <p:cNvCxnSpPr>
              <a:stCxn id="1493" idx="2"/>
              <a:endCxn id="1495" idx="6"/>
            </p:cNvCxnSpPr>
            <p:nvPr/>
          </p:nvCxnSpPr>
          <p:spPr>
            <a:xfrm flipH="1">
              <a:off x="3411303" y="1503276"/>
              <a:ext cx="924900" cy="15783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95" name="Google Shape;1495;p13"/>
            <p:cNvSpPr/>
            <p:nvPr/>
          </p:nvSpPr>
          <p:spPr>
            <a:xfrm>
              <a:off x="3109189" y="2933804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6" name="Google Shape;1496;p13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97" name="Google Shape;1497;p13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8" name="Google Shape;1498;p13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9" name="Google Shape;1499;p13"/>
          <p:cNvCxnSpPr/>
          <p:nvPr/>
        </p:nvCxnSpPr>
        <p:spPr>
          <a:xfrm flipH="1" rot="10800000">
            <a:off x="1137745" y="5040040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" name="Google Shape;1505;p14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506" name="Google Shape;1506;p14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08" name="Google Shape;1508;p14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509" name="Google Shape;1509;p14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0" name="Google Shape;1510;p14"/>
          <p:cNvGrpSpPr/>
          <p:nvPr/>
        </p:nvGrpSpPr>
        <p:grpSpPr>
          <a:xfrm>
            <a:off x="6497409" y="5402237"/>
            <a:ext cx="5183535" cy="749181"/>
            <a:chOff x="4625273" y="5620004"/>
            <a:chExt cx="5183535" cy="749181"/>
          </a:xfrm>
        </p:grpSpPr>
        <p:sp>
          <p:nvSpPr>
            <p:cNvPr id="1511" name="Google Shape;1511;p14"/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14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14"/>
            <p:cNvSpPr txBox="1"/>
            <p:nvPr/>
          </p:nvSpPr>
          <p:spPr>
            <a:xfrm>
              <a:off x="4625273" y="5937296"/>
              <a:ext cx="518353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D(v)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(3, 2+3) = 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4" name="Google Shape;1514;p14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515" name="Google Shape;1515;p14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14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14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14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14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14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1" name="Google Shape;1521;p14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2" name="Google Shape;1522;p14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3" name="Google Shape;1523;p14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524" name="Google Shape;1524;p14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4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4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4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4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9" name="Google Shape;1529;p14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0" name="Google Shape;1530;p14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1" name="Google Shape;1531;p14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2" name="Google Shape;1532;p14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3" name="Google Shape;1533;p14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4" name="Google Shape;1534;p14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5" name="Google Shape;1535;p14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4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4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38" name="Google Shape;1538;p14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14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14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14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14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14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4" name="Google Shape;1544;p14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545" name="Google Shape;1545;p14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8" name="Google Shape;1548;p14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9" name="Google Shape;1549;p14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0" name="Google Shape;1550;p14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3" name="Google Shape;1553;p14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4" name="Google Shape;1554;p14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5" name="Google Shape;1555;p14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8" name="Google Shape;1558;p14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9" name="Google Shape;1559;p14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0" name="Google Shape;1560;p14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3" name="Google Shape;1563;p14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4" name="Google Shape;1564;p14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5" name="Google Shape;1565;p14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4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4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8" name="Google Shape;1568;p14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9" name="Google Shape;1569;p14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0" name="Google Shape;1570;p14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4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4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3" name="Google Shape;1573;p14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4" name="Google Shape;1574;p14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5" name="Google Shape;1575;p14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4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4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4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4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4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4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4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4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4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4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86" name="Google Shape;1586;p14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587" name="Google Shape;1587;p1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14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9" name="Google Shape;1589;p14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590" name="Google Shape;1590;p1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1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2" name="Google Shape;1592;p14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593" name="Google Shape;1593;p1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14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5" name="Google Shape;1595;p14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596" name="Google Shape;1596;p14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14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8" name="Google Shape;1598;p14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599" name="Google Shape;1599;p1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1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1" name="Google Shape;1601;p14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602" name="Google Shape;1602;p1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14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4" name="Google Shape;1604;p14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4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4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4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4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4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4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4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4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4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14" name="Google Shape;1614;p14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15" name="Google Shape;1615;p14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616" name="Google Shape;1616;p14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4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4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4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0" name="Google Shape;1620;p14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21" name="Google Shape;1621;p14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2" name="Google Shape;1622;p14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23" name="Google Shape;1623;p14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4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4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6" name="Google Shape;1626;p14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27" name="Google Shape;1627;p14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8" name="Google Shape;1628;p14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29" name="Google Shape;1629;p14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630" name="Google Shape;1630;p14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4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32" name="Google Shape;1632;p14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5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639" name="Google Shape;1639;p15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15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15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15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15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15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5" name="Google Shape;1645;p15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6" name="Google Shape;1646;p15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7" name="Google Shape;1647;p15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648" name="Google Shape;1648;p15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5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5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5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5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3" name="Google Shape;1653;p15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4" name="Google Shape;1654;p15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5" name="Google Shape;1655;p15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6" name="Google Shape;1656;p15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7" name="Google Shape;1657;p15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8" name="Google Shape;1658;p15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9" name="Google Shape;1659;p15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15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15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2" name="Google Shape;1662;p15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15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15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15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15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15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8" name="Google Shape;1668;p15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669" name="Google Shape;1669;p15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5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5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2" name="Google Shape;1672;p15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3" name="Google Shape;1673;p15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4" name="Google Shape;1674;p15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5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5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7" name="Google Shape;1677;p15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8" name="Google Shape;1678;p15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9" name="Google Shape;1679;p15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5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5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2" name="Google Shape;1682;p15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3" name="Google Shape;1683;p15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4" name="Google Shape;1684;p15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5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5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7" name="Google Shape;1687;p15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8" name="Google Shape;1688;p15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9" name="Google Shape;1689;p15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5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5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92" name="Google Shape;1692;p15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3" name="Google Shape;1693;p15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4" name="Google Shape;1694;p15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5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5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97" name="Google Shape;1697;p15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8" name="Google Shape;1698;p15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9" name="Google Shape;1699;p15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5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5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5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5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5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5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5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5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5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5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0" name="Google Shape;1710;p15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711" name="Google Shape;1711;p1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2" name="Google Shape;1712;p1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3" name="Google Shape;1713;p15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714" name="Google Shape;1714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1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6" name="Google Shape;1716;p15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717" name="Google Shape;1717;p1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1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9" name="Google Shape;1719;p15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720" name="Google Shape;1720;p1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15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2" name="Google Shape;1722;p15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723" name="Google Shape;1723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1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5" name="Google Shape;1725;p15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726" name="Google Shape;1726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1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8" name="Google Shape;1728;p15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5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5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5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5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5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5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5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5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5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38" name="Google Shape;1738;p15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739" name="Google Shape;1739;p15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740" name="Google Shape;1740;p15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5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5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5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4" name="Google Shape;1744;p15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5" name="Google Shape;1745;p15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6" name="Google Shape;1746;p15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747" name="Google Shape;1747;p15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5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5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0" name="Google Shape;1750;p15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51" name="Google Shape;1751;p15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2" name="Google Shape;1752;p15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753" name="Google Shape;1753;p15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754" name="Google Shape;1754;p15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5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56" name="Google Shape;1756;p15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757" name="Google Shape;1757;p15"/>
          <p:cNvGrpSpPr/>
          <p:nvPr/>
        </p:nvGrpSpPr>
        <p:grpSpPr>
          <a:xfrm>
            <a:off x="3082834" y="1345224"/>
            <a:ext cx="2890824" cy="2192195"/>
            <a:chOff x="1559224" y="-432243"/>
            <a:chExt cx="2890824" cy="2192195"/>
          </a:xfrm>
        </p:grpSpPr>
        <p:sp>
          <p:nvSpPr>
            <p:cNvPr id="1758" name="Google Shape;1758;p15"/>
            <p:cNvSpPr/>
            <p:nvPr/>
          </p:nvSpPr>
          <p:spPr>
            <a:xfrm>
              <a:off x="4134952" y="-432243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9" name="Google Shape;1759;p15"/>
            <p:cNvCxnSpPr>
              <a:stCxn id="1758" idx="2"/>
              <a:endCxn id="1760" idx="6"/>
            </p:cNvCxnSpPr>
            <p:nvPr/>
          </p:nvCxnSpPr>
          <p:spPr>
            <a:xfrm flipH="1">
              <a:off x="1861552" y="-284477"/>
              <a:ext cx="2273400" cy="1896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60" name="Google Shape;1760;p15"/>
            <p:cNvSpPr/>
            <p:nvPr/>
          </p:nvSpPr>
          <p:spPr>
            <a:xfrm>
              <a:off x="1559224" y="1464420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1" name="Google Shape;1761;p15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62" name="Google Shape;1762;p15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3" name="Google Shape;1763;p15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9" name="Google Shape;1769;p16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770" name="Google Shape;1770;p16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16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2" name="Google Shape;1772;p16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773" name="Google Shape;1773;p16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4" name="Google Shape;1774;p16"/>
          <p:cNvGrpSpPr/>
          <p:nvPr/>
        </p:nvGrpSpPr>
        <p:grpSpPr>
          <a:xfrm>
            <a:off x="6497409" y="5402237"/>
            <a:ext cx="5103343" cy="749181"/>
            <a:chOff x="4625273" y="5620004"/>
            <a:chExt cx="5103343" cy="749181"/>
          </a:xfrm>
        </p:grpSpPr>
        <p:sp>
          <p:nvSpPr>
            <p:cNvPr id="1775" name="Google Shape;1775;p16"/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16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16"/>
            <p:cNvSpPr txBox="1"/>
            <p:nvPr/>
          </p:nvSpPr>
          <p:spPr>
            <a:xfrm>
              <a:off x="4625273" y="5937296"/>
              <a:ext cx="508895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D(z) = min ( D(z), D(w)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w,z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(4, 3+5) = 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8" name="Google Shape;1778;p16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779" name="Google Shape;1779;p16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16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16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16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16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16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5" name="Google Shape;1785;p16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6" name="Google Shape;1786;p16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7" name="Google Shape;1787;p16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788" name="Google Shape;1788;p16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6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6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6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6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3" name="Google Shape;1793;p16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4" name="Google Shape;1794;p16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5" name="Google Shape;1795;p16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6" name="Google Shape;1796;p16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7" name="Google Shape;1797;p16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8" name="Google Shape;1798;p16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9" name="Google Shape;1799;p16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16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16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02" name="Google Shape;1802;p16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16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16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16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16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16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8" name="Google Shape;1808;p16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809" name="Google Shape;1809;p16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6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6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2" name="Google Shape;1812;p16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3" name="Google Shape;1813;p16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4" name="Google Shape;1814;p16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6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6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7" name="Google Shape;1817;p16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8" name="Google Shape;1818;p16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9" name="Google Shape;1819;p16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6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6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2" name="Google Shape;1822;p16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3" name="Google Shape;1823;p16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4" name="Google Shape;1824;p16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6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6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7" name="Google Shape;1827;p16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8" name="Google Shape;1828;p16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9" name="Google Shape;1829;p16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6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6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2" name="Google Shape;1832;p16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3" name="Google Shape;1833;p16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34" name="Google Shape;1834;p16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6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6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7" name="Google Shape;1837;p16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8" name="Google Shape;1838;p16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39" name="Google Shape;1839;p16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6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6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6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6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6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6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6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6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6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6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0" name="Google Shape;1850;p16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851" name="Google Shape;1851;p1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16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3" name="Google Shape;1853;p16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854" name="Google Shape;1854;p1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16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6" name="Google Shape;1856;p16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857" name="Google Shape;1857;p1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16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9" name="Google Shape;1859;p16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860" name="Google Shape;1860;p16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16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2" name="Google Shape;1862;p16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863" name="Google Shape;1863;p1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16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5" name="Google Shape;1865;p16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66" name="Google Shape;1866;p1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16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8" name="Google Shape;1868;p16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6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6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6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6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6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6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6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6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6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78" name="Google Shape;1878;p16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879" name="Google Shape;1879;p16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880" name="Google Shape;1880;p16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6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6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6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4" name="Google Shape;1884;p16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85" name="Google Shape;1885;p16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6" name="Google Shape;1886;p16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887" name="Google Shape;1887;p16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16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6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0" name="Google Shape;1890;p16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91" name="Google Shape;1891;p16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2" name="Google Shape;1892;p16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893" name="Google Shape;1893;p16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894" name="Google Shape;1894;p16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6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96" name="Google Shape;1896;p16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97" name="Google Shape;1897;p16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98" name="Google Shape;1898;p16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16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0" name="Google Shape;1900;p16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7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907" name="Google Shape;1907;p17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17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17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17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17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17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3" name="Google Shape;1913;p17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4" name="Google Shape;1914;p17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5" name="Google Shape;1915;p17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916" name="Google Shape;1916;p17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17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17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17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7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1" name="Google Shape;1921;p17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2" name="Google Shape;1922;p17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3" name="Google Shape;1923;p17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4" name="Google Shape;1924;p17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5" name="Google Shape;1925;p17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6" name="Google Shape;1926;p17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7" name="Google Shape;1927;p17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17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17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30" name="Google Shape;1930;p17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17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17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17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17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17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6" name="Google Shape;1936;p17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937" name="Google Shape;1937;p17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7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7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0" name="Google Shape;1940;p17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1" name="Google Shape;1941;p17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2" name="Google Shape;1942;p17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7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7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5" name="Google Shape;1945;p17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6" name="Google Shape;1946;p17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7" name="Google Shape;1947;p17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7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7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0" name="Google Shape;1950;p17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1" name="Google Shape;1951;p17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2" name="Google Shape;1952;p17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17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17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5" name="Google Shape;1955;p17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6" name="Google Shape;1956;p17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7" name="Google Shape;1957;p17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17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17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0" name="Google Shape;1960;p17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1" name="Google Shape;1961;p17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2" name="Google Shape;1962;p17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17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17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5" name="Google Shape;1965;p17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6" name="Google Shape;1966;p17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7" name="Google Shape;1967;p17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17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17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17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17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17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17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17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17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17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17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78" name="Google Shape;1978;p17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79" name="Google Shape;1979;p1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0" name="Google Shape;1980;p17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1" name="Google Shape;1981;p17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82" name="Google Shape;1982;p1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p17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4" name="Google Shape;1984;p17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85" name="Google Shape;1985;p1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6" name="Google Shape;1986;p17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7" name="Google Shape;1987;p17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88" name="Google Shape;1988;p17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9" name="Google Shape;1989;p17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90" name="Google Shape;1990;p17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91" name="Google Shape;1991;p1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2" name="Google Shape;1992;p17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93" name="Google Shape;1993;p17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994" name="Google Shape;1994;p1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5" name="Google Shape;1995;p17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96" name="Google Shape;1996;p17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17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17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17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17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17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17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17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17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17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06" name="Google Shape;2006;p17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007" name="Google Shape;2007;p17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2008" name="Google Shape;2008;p17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17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17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17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2" name="Google Shape;2012;p17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3" name="Google Shape;2013;p17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4" name="Google Shape;2014;p17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2015" name="Google Shape;2015;p17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17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17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8" name="Google Shape;2018;p17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9" name="Google Shape;2019;p17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0" name="Google Shape;2020;p17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021" name="Google Shape;2021;p17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022" name="Google Shape;2022;p17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17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24" name="Google Shape;2024;p17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25" name="Google Shape;2025;p17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26" name="Google Shape;2026;p17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7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8" name="Google Shape;2028;p17"/>
          <p:cNvGrpSpPr/>
          <p:nvPr/>
        </p:nvGrpSpPr>
        <p:grpSpPr>
          <a:xfrm>
            <a:off x="3084763" y="1369564"/>
            <a:ext cx="6736985" cy="2493877"/>
            <a:chOff x="-2329870" y="-444558"/>
            <a:chExt cx="6736985" cy="2493877"/>
          </a:xfrm>
        </p:grpSpPr>
        <p:sp>
          <p:nvSpPr>
            <p:cNvPr id="2029" name="Google Shape;2029;p17"/>
            <p:cNvSpPr/>
            <p:nvPr/>
          </p:nvSpPr>
          <p:spPr>
            <a:xfrm>
              <a:off x="4092019" y="-444558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0" name="Google Shape;2030;p17"/>
            <p:cNvCxnSpPr>
              <a:stCxn id="2029" idx="2"/>
              <a:endCxn id="2031" idx="6"/>
            </p:cNvCxnSpPr>
            <p:nvPr/>
          </p:nvCxnSpPr>
          <p:spPr>
            <a:xfrm flipH="1">
              <a:off x="-2027681" y="-296792"/>
              <a:ext cx="6119700" cy="21984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031" name="Google Shape;2031;p17"/>
            <p:cNvSpPr/>
            <p:nvPr/>
          </p:nvSpPr>
          <p:spPr>
            <a:xfrm>
              <a:off x="-2329870" y="1753787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2" name="Google Shape;2032;p17"/>
          <p:cNvSpPr/>
          <p:nvPr/>
        </p:nvSpPr>
        <p:spPr>
          <a:xfrm>
            <a:off x="9438034" y="326791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33" name="Google Shape;2033;p17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4" name="Google Shape;2034;p17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35" name="Google Shape;2035;p17"/>
          <p:cNvCxnSpPr/>
          <p:nvPr/>
        </p:nvCxnSpPr>
        <p:spPr>
          <a:xfrm flipH="1" rot="10800000">
            <a:off x="3059661" y="5610320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1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2042" name="Google Shape;2042;p18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18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18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18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18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18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8" name="Google Shape;2048;p18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9" name="Google Shape;2049;p18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0" name="Google Shape;2050;p18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051" name="Google Shape;2051;p18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18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18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18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18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6" name="Google Shape;2056;p18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7" name="Google Shape;2057;p18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8" name="Google Shape;2058;p18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59" name="Google Shape;2059;p18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0" name="Google Shape;2060;p18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1" name="Google Shape;2061;p18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2" name="Google Shape;2062;p18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18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4" name="Google Shape;2064;p18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65" name="Google Shape;2065;p18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18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8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18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18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18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1" name="Google Shape;2071;p18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2072" name="Google Shape;2072;p18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18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18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5" name="Google Shape;2075;p18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6" name="Google Shape;2076;p18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77" name="Google Shape;2077;p18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18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18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0" name="Google Shape;2080;p18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1" name="Google Shape;2081;p18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82" name="Google Shape;2082;p18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18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18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5" name="Google Shape;2085;p18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6" name="Google Shape;2086;p18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87" name="Google Shape;2087;p18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18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18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0" name="Google Shape;2090;p18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1" name="Google Shape;2091;p18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92" name="Google Shape;2092;p18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18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18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5" name="Google Shape;2095;p18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6" name="Google Shape;2096;p18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97" name="Google Shape;2097;p18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18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18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0" name="Google Shape;2100;p18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1" name="Google Shape;2101;p18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2" name="Google Shape;2102;p18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18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18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18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18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18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18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18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18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18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18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13" name="Google Shape;2113;p18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2114" name="Google Shape;2114;p1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18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6" name="Google Shape;2116;p18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2117" name="Google Shape;2117;p1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1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9" name="Google Shape;2119;p18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2120" name="Google Shape;2120;p1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1" name="Google Shape;2121;p18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2" name="Google Shape;2122;p18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2123" name="Google Shape;2123;p1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18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5" name="Google Shape;2125;p18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2126" name="Google Shape;2126;p1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1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8" name="Google Shape;2128;p18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2129" name="Google Shape;2129;p1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p18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31" name="Google Shape;2131;p18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18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18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18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18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18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18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18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18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18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41" name="Google Shape;2141;p18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142" name="Google Shape;2142;p18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2143" name="Google Shape;2143;p18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18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18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18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7" name="Google Shape;2147;p18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48" name="Google Shape;2148;p18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9" name="Google Shape;2149;p18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2150" name="Google Shape;2150;p18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18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18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3" name="Google Shape;2153;p18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54" name="Google Shape;2154;p18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5" name="Google Shape;2155;p18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156" name="Google Shape;2156;p18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57" name="Google Shape;2157;p18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18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59" name="Google Shape;2159;p18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60" name="Google Shape;2160;p18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61" name="Google Shape;2161;p18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18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18"/>
          <p:cNvSpPr/>
          <p:nvPr/>
        </p:nvSpPr>
        <p:spPr>
          <a:xfrm>
            <a:off x="9438034" y="326791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64" name="Google Shape;2164;p18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18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6" name="Google Shape;2166;p18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67" name="Google Shape;2167;p18"/>
          <p:cNvCxnSpPr/>
          <p:nvPr/>
        </p:nvCxnSpPr>
        <p:spPr>
          <a:xfrm flipH="1" rot="10800000">
            <a:off x="3059661" y="5610320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19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grpSp>
        <p:nvGrpSpPr>
          <p:cNvPr id="2174" name="Google Shape;2174;p19"/>
          <p:cNvGrpSpPr/>
          <p:nvPr/>
        </p:nvGrpSpPr>
        <p:grpSpPr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175" name="Google Shape;2175;p1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1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1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8" name="Google Shape;2178;p1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9" name="Google Shape;2179;p1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80" name="Google Shape;2180;p1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1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1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3" name="Google Shape;2183;p1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4" name="Google Shape;2184;p1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85" name="Google Shape;2185;p1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1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1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8" name="Google Shape;2188;p1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9" name="Google Shape;2189;p1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90" name="Google Shape;2190;p1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1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1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93" name="Google Shape;2193;p1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4" name="Google Shape;2194;p1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95" name="Google Shape;2195;p1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1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1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98" name="Google Shape;2198;p1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9" name="Google Shape;2199;p1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0" name="Google Shape;2200;p1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1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1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3" name="Google Shape;2203;p1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4" name="Google Shape;2204;p1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5" name="Google Shape;2205;p1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1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1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1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1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1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1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1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1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1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1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16" name="Google Shape;2216;p1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2217" name="Google Shape;2217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8" name="Google Shape;2218;p1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9" name="Google Shape;2219;p1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2220" name="Google Shape;2220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1" name="Google Shape;2221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2" name="Google Shape;2222;p1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2223" name="Google Shape;2223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4" name="Google Shape;2224;p1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5" name="Google Shape;2225;p19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2226" name="Google Shape;2226;p1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7" name="Google Shape;2227;p19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8" name="Google Shape;2228;p1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2229" name="Google Shape;2229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0" name="Google Shape;2230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1" name="Google Shape;2231;p1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2232" name="Google Shape;2232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p1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34" name="Google Shape;2234;p1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1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1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1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1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1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1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1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1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1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4" name="Google Shape;2244;p19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5" name="Google Shape;2245;p19"/>
          <p:cNvCxnSpPr>
            <a:endCxn id="2186" idx="2"/>
          </p:cNvCxnSpPr>
          <p:nvPr/>
        </p:nvCxnSpPr>
        <p:spPr>
          <a:xfrm>
            <a:off x="4666101" y="2789598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46" name="Google Shape;2246;p19"/>
          <p:cNvCxnSpPr>
            <a:endCxn id="2197" idx="2"/>
          </p:cNvCxnSpPr>
          <p:nvPr/>
        </p:nvCxnSpPr>
        <p:spPr>
          <a:xfrm>
            <a:off x="5617051" y="3300598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47" name="Google Shape;2247;p19"/>
          <p:cNvCxnSpPr>
            <a:stCxn id="2181" idx="7"/>
          </p:cNvCxnSpPr>
          <p:nvPr/>
        </p:nvCxnSpPr>
        <p:spPr>
          <a:xfrm flipH="1" rot="10800000">
            <a:off x="4777246" y="2268615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48" name="Google Shape;2248;p19"/>
          <p:cNvCxnSpPr/>
          <p:nvPr/>
        </p:nvCxnSpPr>
        <p:spPr>
          <a:xfrm rot="10800000">
            <a:off x="6452488" y="22339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49" name="Google Shape;2249;p19"/>
          <p:cNvCxnSpPr/>
          <p:nvPr/>
        </p:nvCxnSpPr>
        <p:spPr>
          <a:xfrm flipH="1" rot="10800000">
            <a:off x="6715788" y="2822294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250" name="Google Shape;2250;p19"/>
          <p:cNvGrpSpPr/>
          <p:nvPr/>
        </p:nvGrpSpPr>
        <p:grpSpPr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251" name="Google Shape;2251;p19"/>
            <p:cNvSpPr/>
            <p:nvPr/>
          </p:nvSpPr>
          <p:spPr>
            <a:xfrm>
              <a:off x="1648" y="1465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19"/>
            <p:cNvSpPr/>
            <p:nvPr/>
          </p:nvSpPr>
          <p:spPr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3" name="Google Shape;2253;p19"/>
            <p:cNvCxnSpPr/>
            <p:nvPr/>
          </p:nvCxnSpPr>
          <p:spPr>
            <a:xfrm>
              <a:off x="1388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4" name="Google Shape;2254;p19"/>
            <p:cNvCxnSpPr/>
            <p:nvPr/>
          </p:nvCxnSpPr>
          <p:spPr>
            <a:xfrm>
              <a:off x="1701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5" name="Google Shape;2255;p19"/>
            <p:cNvSpPr/>
            <p:nvPr/>
          </p:nvSpPr>
          <p:spPr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19"/>
            <p:cNvSpPr/>
            <p:nvPr/>
          </p:nvSpPr>
          <p:spPr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19"/>
            <p:cNvSpPr/>
            <p:nvPr/>
          </p:nvSpPr>
          <p:spPr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8" name="Google Shape;2258;p19"/>
            <p:cNvCxnSpPr/>
            <p:nvPr/>
          </p:nvCxnSpPr>
          <p:spPr>
            <a:xfrm>
              <a:off x="1862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9" name="Google Shape;2259;p19"/>
            <p:cNvCxnSpPr/>
            <p:nvPr/>
          </p:nvCxnSpPr>
          <p:spPr>
            <a:xfrm>
              <a:off x="2175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60" name="Google Shape;2260;p19"/>
            <p:cNvSpPr/>
            <p:nvPr/>
          </p:nvSpPr>
          <p:spPr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19"/>
            <p:cNvSpPr/>
            <p:nvPr/>
          </p:nvSpPr>
          <p:spPr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19"/>
            <p:cNvSpPr/>
            <p:nvPr/>
          </p:nvSpPr>
          <p:spPr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3" name="Google Shape;2263;p19"/>
            <p:cNvCxnSpPr/>
            <p:nvPr/>
          </p:nvCxnSpPr>
          <p:spPr>
            <a:xfrm>
              <a:off x="1858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4" name="Google Shape;2264;p19"/>
            <p:cNvCxnSpPr/>
            <p:nvPr/>
          </p:nvCxnSpPr>
          <p:spPr>
            <a:xfrm>
              <a:off x="2171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65" name="Google Shape;2265;p19"/>
            <p:cNvSpPr/>
            <p:nvPr/>
          </p:nvSpPr>
          <p:spPr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19"/>
            <p:cNvSpPr/>
            <p:nvPr/>
          </p:nvSpPr>
          <p:spPr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19"/>
            <p:cNvSpPr/>
            <p:nvPr/>
          </p:nvSpPr>
          <p:spPr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8" name="Google Shape;2268;p19"/>
            <p:cNvCxnSpPr/>
            <p:nvPr/>
          </p:nvCxnSpPr>
          <p:spPr>
            <a:xfrm>
              <a:off x="2541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9" name="Google Shape;2269;p19"/>
            <p:cNvCxnSpPr/>
            <p:nvPr/>
          </p:nvCxnSpPr>
          <p:spPr>
            <a:xfrm>
              <a:off x="2853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70" name="Google Shape;2270;p19"/>
            <p:cNvSpPr/>
            <p:nvPr/>
          </p:nvSpPr>
          <p:spPr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19"/>
            <p:cNvSpPr/>
            <p:nvPr/>
          </p:nvSpPr>
          <p:spPr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19"/>
            <p:cNvSpPr/>
            <p:nvPr/>
          </p:nvSpPr>
          <p:spPr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3" name="Google Shape;2273;p19"/>
            <p:cNvCxnSpPr/>
            <p:nvPr/>
          </p:nvCxnSpPr>
          <p:spPr>
            <a:xfrm>
              <a:off x="2551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4" name="Google Shape;2274;p19"/>
            <p:cNvCxnSpPr/>
            <p:nvPr/>
          </p:nvCxnSpPr>
          <p:spPr>
            <a:xfrm>
              <a:off x="2864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75" name="Google Shape;2275;p19"/>
            <p:cNvSpPr/>
            <p:nvPr/>
          </p:nvSpPr>
          <p:spPr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19"/>
            <p:cNvSpPr/>
            <p:nvPr/>
          </p:nvSpPr>
          <p:spPr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19"/>
            <p:cNvSpPr/>
            <p:nvPr/>
          </p:nvSpPr>
          <p:spPr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8" name="Google Shape;2278;p19"/>
            <p:cNvCxnSpPr/>
            <p:nvPr/>
          </p:nvCxnSpPr>
          <p:spPr>
            <a:xfrm>
              <a:off x="3116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9" name="Google Shape;2279;p19"/>
            <p:cNvCxnSpPr/>
            <p:nvPr/>
          </p:nvCxnSpPr>
          <p:spPr>
            <a:xfrm>
              <a:off x="3429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80" name="Google Shape;2280;p19"/>
            <p:cNvSpPr/>
            <p:nvPr/>
          </p:nvSpPr>
          <p:spPr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19"/>
            <p:cNvSpPr/>
            <p:nvPr/>
          </p:nvSpPr>
          <p:spPr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19"/>
            <p:cNvSpPr/>
            <p:nvPr/>
          </p:nvSpPr>
          <p:spPr>
            <a:xfrm>
              <a:off x="2707" y="1492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19"/>
            <p:cNvSpPr/>
            <p:nvPr/>
          </p:nvSpPr>
          <p:spPr>
            <a:xfrm>
              <a:off x="2866" y="1831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19"/>
            <p:cNvSpPr/>
            <p:nvPr/>
          </p:nvSpPr>
          <p:spPr>
            <a:xfrm>
              <a:off x="2185" y="2113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19"/>
            <p:cNvSpPr/>
            <p:nvPr/>
          </p:nvSpPr>
          <p:spPr>
            <a:xfrm>
              <a:off x="1594" y="1789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6" name="Google Shape;2286;p19"/>
            <p:cNvGrpSpPr/>
            <p:nvPr/>
          </p:nvGrpSpPr>
          <p:grpSpPr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2287" name="Google Shape;2287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p1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9" name="Google Shape;2289;p19"/>
            <p:cNvGrpSpPr/>
            <p:nvPr/>
          </p:nvGrpSpPr>
          <p:grpSpPr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2290" name="Google Shape;2290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2" name="Google Shape;2292;p19"/>
            <p:cNvGrpSpPr/>
            <p:nvPr/>
          </p:nvGrpSpPr>
          <p:grpSpPr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2293" name="Google Shape;2293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4" name="Google Shape;2294;p1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5" name="Google Shape;2295;p19"/>
            <p:cNvGrpSpPr/>
            <p:nvPr/>
          </p:nvGrpSpPr>
          <p:grpSpPr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2296" name="Google Shape;2296;p1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7" name="Google Shape;2297;p19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8" name="Google Shape;2298;p19"/>
            <p:cNvGrpSpPr/>
            <p:nvPr/>
          </p:nvGrpSpPr>
          <p:grpSpPr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2299" name="Google Shape;2299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0" name="Google Shape;2300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1" name="Google Shape;2301;p19"/>
            <p:cNvGrpSpPr/>
            <p:nvPr/>
          </p:nvGrpSpPr>
          <p:grpSpPr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2302" name="Google Shape;2302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3" name="Google Shape;2303;p1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04" name="Google Shape;2304;p19"/>
          <p:cNvSpPr txBox="1"/>
          <p:nvPr/>
        </p:nvSpPr>
        <p:spPr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resulting least-cost-path tree from u: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5" name="Google Shape;2305;p19"/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2306" name="Google Shape;2306;p19"/>
            <p:cNvSpPr txBox="1"/>
            <p:nvPr/>
          </p:nvSpPr>
          <p:spPr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resulting forwarding table in u: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07" name="Google Shape;2307;p19"/>
            <p:cNvGrpSpPr/>
            <p:nvPr/>
          </p:nvGrpSpPr>
          <p:grpSpPr>
            <a:xfrm>
              <a:off x="7152404" y="4495305"/>
              <a:ext cx="2643750" cy="2074090"/>
              <a:chOff x="8958054" y="1740531"/>
              <a:chExt cx="2643750" cy="2074090"/>
            </a:xfrm>
          </p:grpSpPr>
          <p:sp>
            <p:nvSpPr>
              <p:cNvPr id="2308" name="Google Shape;2308;p19"/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rgbClr val="D8D8D8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9" name="Google Shape;2309;p19"/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0" name="Google Shape;2310;p19"/>
              <p:cNvSpPr txBox="1"/>
              <p:nvPr/>
            </p:nvSpPr>
            <p:spPr>
              <a:xfrm>
                <a:off x="9572264" y="2060295"/>
                <a:ext cx="404278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1" name="Google Shape;2311;p19"/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(u,v)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2" name="Google Shape;2312;p19"/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destination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19"/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outgoing link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14" name="Google Shape;2314;p19"/>
              <p:cNvCxnSpPr/>
              <p:nvPr/>
            </p:nvCxnSpPr>
            <p:spPr>
              <a:xfrm>
                <a:off x="9178724" y="2060293"/>
                <a:ext cx="2395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15" name="Google Shape;2315;p19"/>
              <p:cNvCxnSpPr/>
              <p:nvPr/>
            </p:nvCxnSpPr>
            <p:spPr>
              <a:xfrm>
                <a:off x="8958054" y="1770927"/>
                <a:ext cx="0" cy="19908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316" name="Google Shape;2316;p19"/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317" name="Google Shape;2317;p19"/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 from 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directly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8" name="Google Shape;2318;p19"/>
            <p:cNvCxnSpPr/>
            <p:nvPr/>
          </p:nvCxnSpPr>
          <p:spPr>
            <a:xfrm>
              <a:off x="8565265" y="5000264"/>
              <a:ext cx="68290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19" name="Google Shape;2319;p19"/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2320" name="Google Shape;2320;p19"/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 from u to all other destinations via 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19"/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20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another example</a:t>
            </a:r>
            <a:endParaRPr/>
          </a:p>
        </p:txBody>
      </p:sp>
      <p:grpSp>
        <p:nvGrpSpPr>
          <p:cNvPr id="2328" name="Google Shape;2328;p20"/>
          <p:cNvGrpSpPr/>
          <p:nvPr/>
        </p:nvGrpSpPr>
        <p:grpSpPr>
          <a:xfrm>
            <a:off x="7267328" y="1497821"/>
            <a:ext cx="4217987" cy="3361377"/>
            <a:chOff x="415" y="856"/>
            <a:chExt cx="2910" cy="2256"/>
          </a:xfrm>
        </p:grpSpPr>
        <p:grpSp>
          <p:nvGrpSpPr>
            <p:cNvPr id="2329" name="Google Shape;2329;p20"/>
            <p:cNvGrpSpPr/>
            <p:nvPr/>
          </p:nvGrpSpPr>
          <p:grpSpPr>
            <a:xfrm>
              <a:off x="1290" y="1997"/>
              <a:ext cx="316" cy="265"/>
              <a:chOff x="1613" y="2011"/>
              <a:chExt cx="316" cy="265"/>
            </a:xfrm>
          </p:grpSpPr>
          <p:sp>
            <p:nvSpPr>
              <p:cNvPr id="2330" name="Google Shape;2330;p20"/>
              <p:cNvSpPr/>
              <p:nvPr/>
            </p:nvSpPr>
            <p:spPr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31" name="Google Shape;2331;p20"/>
              <p:cNvCxnSpPr/>
              <p:nvPr/>
            </p:nvCxnSpPr>
            <p:spPr>
              <a:xfrm>
                <a:off x="1616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32" name="Google Shape;2332;p20"/>
              <p:cNvCxnSpPr/>
              <p:nvPr/>
            </p:nvCxnSpPr>
            <p:spPr>
              <a:xfrm>
                <a:off x="1929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33" name="Google Shape;2333;p20"/>
              <p:cNvSpPr/>
              <p:nvPr/>
            </p:nvSpPr>
            <p:spPr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4" name="Google Shape;2334;p20"/>
              <p:cNvSpPr/>
              <p:nvPr/>
            </p:nvSpPr>
            <p:spPr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5" name="Google Shape;2335;p20"/>
              <p:cNvSpPr/>
              <p:nvPr/>
            </p:nvSpPr>
            <p:spPr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6" name="Google Shape;2336;p20"/>
              <p:cNvSpPr txBox="1"/>
              <p:nvPr/>
            </p:nvSpPr>
            <p:spPr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37" name="Google Shape;2337;p20"/>
            <p:cNvSpPr txBox="1"/>
            <p:nvPr/>
          </p:nvSpPr>
          <p:spPr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20"/>
            <p:cNvSpPr txBox="1"/>
            <p:nvPr/>
          </p:nvSpPr>
          <p:spPr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39" name="Google Shape;2339;p20"/>
            <p:cNvGrpSpPr/>
            <p:nvPr/>
          </p:nvGrpSpPr>
          <p:grpSpPr>
            <a:xfrm>
              <a:off x="1299" y="2848"/>
              <a:ext cx="316" cy="264"/>
              <a:chOff x="1613" y="2011"/>
              <a:chExt cx="316" cy="264"/>
            </a:xfrm>
          </p:grpSpPr>
          <p:sp>
            <p:nvSpPr>
              <p:cNvPr id="2340" name="Google Shape;2340;p20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41" name="Google Shape;2341;p2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2" name="Google Shape;2342;p20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43" name="Google Shape;2343;p2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4" name="Google Shape;2344;p20"/>
              <p:cNvSpPr/>
              <p:nvPr/>
            </p:nvSpPr>
            <p:spPr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5" name="Google Shape;2345;p20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6" name="Google Shape;2346;p20"/>
              <p:cNvSpPr txBox="1"/>
              <p:nvPr/>
            </p:nvSpPr>
            <p:spPr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7" name="Google Shape;2347;p20"/>
            <p:cNvGrpSpPr/>
            <p:nvPr/>
          </p:nvGrpSpPr>
          <p:grpSpPr>
            <a:xfrm>
              <a:off x="1293" y="856"/>
              <a:ext cx="318" cy="266"/>
              <a:chOff x="1611" y="2011"/>
              <a:chExt cx="318" cy="266"/>
            </a:xfrm>
          </p:grpSpPr>
          <p:sp>
            <p:nvSpPr>
              <p:cNvPr id="2348" name="Google Shape;2348;p20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49" name="Google Shape;2349;p2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50" name="Google Shape;2350;p20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51" name="Google Shape;2351;p2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2" name="Google Shape;2352;p20"/>
              <p:cNvSpPr/>
              <p:nvPr/>
            </p:nvSpPr>
            <p:spPr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3" name="Google Shape;2353;p20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4" name="Google Shape;2354;p20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5" name="Google Shape;2355;p20"/>
            <p:cNvGrpSpPr/>
            <p:nvPr/>
          </p:nvGrpSpPr>
          <p:grpSpPr>
            <a:xfrm>
              <a:off x="415" y="2028"/>
              <a:ext cx="318" cy="267"/>
              <a:chOff x="1613" y="2011"/>
              <a:chExt cx="318" cy="267"/>
            </a:xfrm>
          </p:grpSpPr>
          <p:sp>
            <p:nvSpPr>
              <p:cNvPr id="2356" name="Google Shape;2356;p20"/>
              <p:cNvSpPr/>
              <p:nvPr/>
            </p:nvSpPr>
            <p:spPr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57" name="Google Shape;2357;p2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58" name="Google Shape;2358;p20"/>
              <p:cNvCxnSpPr/>
              <p:nvPr/>
            </p:nvCxnSpPr>
            <p:spPr>
              <a:xfrm>
                <a:off x="1931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59" name="Google Shape;2359;p2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p20"/>
              <p:cNvSpPr/>
              <p:nvPr/>
            </p:nvSpPr>
            <p:spPr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1" name="Google Shape;2361;p20"/>
              <p:cNvSpPr/>
              <p:nvPr/>
            </p:nvSpPr>
            <p:spPr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2" name="Google Shape;2362;p20"/>
              <p:cNvSpPr txBox="1"/>
              <p:nvPr/>
            </p:nvSpPr>
            <p:spPr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63" name="Google Shape;2363;p20"/>
            <p:cNvCxnSpPr/>
            <p:nvPr/>
          </p:nvCxnSpPr>
          <p:spPr>
            <a:xfrm>
              <a:off x="738" y="2156"/>
              <a:ext cx="6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4" name="Google Shape;2364;p20"/>
            <p:cNvCxnSpPr/>
            <p:nvPr/>
          </p:nvCxnSpPr>
          <p:spPr>
            <a:xfrm>
              <a:off x="1440" y="1082"/>
              <a:ext cx="0" cy="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5" name="Google Shape;2365;p20"/>
            <p:cNvCxnSpPr/>
            <p:nvPr/>
          </p:nvCxnSpPr>
          <p:spPr>
            <a:xfrm flipH="1">
              <a:off x="614" y="1021"/>
              <a:ext cx="674" cy="10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66" name="Google Shape;2366;p20"/>
            <p:cNvSpPr txBox="1"/>
            <p:nvPr/>
          </p:nvSpPr>
          <p:spPr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7" name="Google Shape;2367;p20"/>
            <p:cNvCxnSpPr/>
            <p:nvPr/>
          </p:nvCxnSpPr>
          <p:spPr>
            <a:xfrm>
              <a:off x="1447" y="2206"/>
              <a:ext cx="9" cy="71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68" name="Google Shape;2368;p20"/>
            <p:cNvSpPr txBox="1"/>
            <p:nvPr/>
          </p:nvSpPr>
          <p:spPr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20"/>
            <p:cNvSpPr/>
            <p:nvPr/>
          </p:nvSpPr>
          <p:spPr>
            <a:xfrm>
              <a:off x="601" y="2227"/>
              <a:ext cx="860" cy="799"/>
            </a:xfrm>
            <a:custGeom>
              <a:rect b="b" l="l" r="r" t="t"/>
              <a:pathLst>
                <a:path extrusionOk="0" h="10136" w="10032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20"/>
            <p:cNvSpPr txBox="1"/>
            <p:nvPr/>
          </p:nvSpPr>
          <p:spPr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1" name="Google Shape;2371;p20"/>
            <p:cNvCxnSpPr/>
            <p:nvPr/>
          </p:nvCxnSpPr>
          <p:spPr>
            <a:xfrm flipH="1">
              <a:off x="1450" y="2158"/>
              <a:ext cx="998" cy="82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2" name="Google Shape;2372;p20"/>
            <p:cNvSpPr txBox="1"/>
            <p:nvPr/>
          </p:nvSpPr>
          <p:spPr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20"/>
            <p:cNvSpPr/>
            <p:nvPr/>
          </p:nvSpPr>
          <p:spPr>
            <a:xfrm>
              <a:off x="1477" y="1946"/>
              <a:ext cx="991" cy="484"/>
            </a:xfrm>
            <a:custGeom>
              <a:rect b="b" l="l" r="r" t="t"/>
              <a:pathLst>
                <a:path extrusionOk="0" h="484" w="991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74" name="Google Shape;2374;p20"/>
            <p:cNvGrpSpPr/>
            <p:nvPr/>
          </p:nvGrpSpPr>
          <p:grpSpPr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2375" name="Google Shape;2375;p20"/>
              <p:cNvSpPr/>
              <p:nvPr/>
            </p:nvSpPr>
            <p:spPr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76" name="Google Shape;2376;p2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77" name="Google Shape;2377;p20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78" name="Google Shape;2378;p2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9" name="Google Shape;2379;p20"/>
              <p:cNvSpPr/>
              <p:nvPr/>
            </p:nvSpPr>
            <p:spPr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0" name="Google Shape;2380;p20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1" name="Google Shape;2381;p20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82" name="Google Shape;2382;p20"/>
            <p:cNvSpPr txBox="1"/>
            <p:nvPr/>
          </p:nvSpPr>
          <p:spPr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3" name="Google Shape;2383;p20"/>
            <p:cNvGrpSpPr/>
            <p:nvPr/>
          </p:nvGrpSpPr>
          <p:grpSpPr>
            <a:xfrm>
              <a:off x="3007" y="2002"/>
              <a:ext cx="318" cy="264"/>
              <a:chOff x="1611" y="2011"/>
              <a:chExt cx="318" cy="264"/>
            </a:xfrm>
          </p:grpSpPr>
          <p:sp>
            <p:nvSpPr>
              <p:cNvPr id="2384" name="Google Shape;2384;p20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85" name="Google Shape;2385;p2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86" name="Google Shape;2386;p20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87" name="Google Shape;2387;p2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8" name="Google Shape;2388;p20"/>
              <p:cNvSpPr/>
              <p:nvPr/>
            </p:nvSpPr>
            <p:spPr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9" name="Google Shape;2389;p20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0" name="Google Shape;2390;p20"/>
              <p:cNvSpPr txBox="1"/>
              <p:nvPr/>
            </p:nvSpPr>
            <p:spPr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91" name="Google Shape;2391;p20"/>
            <p:cNvCxnSpPr/>
            <p:nvPr/>
          </p:nvCxnSpPr>
          <p:spPr>
            <a:xfrm>
              <a:off x="2640" y="2149"/>
              <a:ext cx="35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92" name="Google Shape;2392;p20"/>
            <p:cNvSpPr txBox="1"/>
            <p:nvPr/>
          </p:nvSpPr>
          <p:spPr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3" name="Google Shape;2393;p20"/>
            <p:cNvCxnSpPr/>
            <p:nvPr/>
          </p:nvCxnSpPr>
          <p:spPr>
            <a:xfrm>
              <a:off x="1503" y="990"/>
              <a:ext cx="965" cy="1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94" name="Google Shape;2394;p20"/>
            <p:cNvSpPr txBox="1"/>
            <p:nvPr/>
          </p:nvSpPr>
          <p:spPr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20"/>
            <p:cNvSpPr/>
            <p:nvPr/>
          </p:nvSpPr>
          <p:spPr>
            <a:xfrm>
              <a:off x="1489" y="976"/>
              <a:ext cx="28" cy="14"/>
            </a:xfrm>
            <a:custGeom>
              <a:rect b="b" l="l" r="r" t="t"/>
              <a:pathLst>
                <a:path extrusionOk="0" h="14" w="28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20"/>
            <p:cNvSpPr/>
            <p:nvPr/>
          </p:nvSpPr>
          <p:spPr>
            <a:xfrm>
              <a:off x="1623" y="999"/>
              <a:ext cx="1510" cy="1052"/>
            </a:xfrm>
            <a:custGeom>
              <a:rect b="b" l="l" r="r" t="t"/>
              <a:pathLst>
                <a:path extrusionOk="0" h="1052" w="1510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20"/>
            <p:cNvSpPr txBox="1"/>
            <p:nvPr/>
          </p:nvSpPr>
          <p:spPr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8" name="Google Shape;2398;p20"/>
          <p:cNvSpPr txBox="1"/>
          <p:nvPr/>
        </p:nvSpPr>
        <p:spPr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20"/>
          <p:cNvSpPr txBox="1"/>
          <p:nvPr/>
        </p:nvSpPr>
        <p:spPr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p20"/>
          <p:cNvSpPr txBox="1"/>
          <p:nvPr/>
        </p:nvSpPr>
        <p:spPr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20"/>
          <p:cNvSpPr txBox="1"/>
          <p:nvPr/>
        </p:nvSpPr>
        <p:spPr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20"/>
          <p:cNvSpPr txBox="1"/>
          <p:nvPr/>
        </p:nvSpPr>
        <p:spPr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20"/>
          <p:cNvSpPr txBox="1"/>
          <p:nvPr/>
        </p:nvSpPr>
        <p:spPr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20"/>
          <p:cNvSpPr txBox="1"/>
          <p:nvPr/>
        </p:nvSpPr>
        <p:spPr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20"/>
          <p:cNvSpPr txBox="1"/>
          <p:nvPr/>
        </p:nvSpPr>
        <p:spPr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0"/>
          <p:cNvSpPr txBox="1"/>
          <p:nvPr/>
        </p:nvSpPr>
        <p:spPr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20"/>
          <p:cNvSpPr txBox="1"/>
          <p:nvPr/>
        </p:nvSpPr>
        <p:spPr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p20"/>
          <p:cNvSpPr txBox="1"/>
          <p:nvPr/>
        </p:nvSpPr>
        <p:spPr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20"/>
          <p:cNvSpPr txBox="1"/>
          <p:nvPr/>
        </p:nvSpPr>
        <p:spPr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0"/>
          <p:cNvSpPr txBox="1"/>
          <p:nvPr/>
        </p:nvSpPr>
        <p:spPr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1" name="Google Shape;2411;p20"/>
          <p:cNvCxnSpPr/>
          <p:nvPr/>
        </p:nvCxnSpPr>
        <p:spPr>
          <a:xfrm>
            <a:off x="939397" y="2690590"/>
            <a:ext cx="5150117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2" name="Google Shape;2412;p20"/>
          <p:cNvSpPr txBox="1"/>
          <p:nvPr/>
        </p:nvSpPr>
        <p:spPr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3" name="Google Shape;2413;p20"/>
          <p:cNvCxnSpPr/>
          <p:nvPr/>
        </p:nvCxnSpPr>
        <p:spPr>
          <a:xfrm>
            <a:off x="871302" y="3151241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4" name="Google Shape;2414;p20"/>
          <p:cNvCxnSpPr/>
          <p:nvPr/>
        </p:nvCxnSpPr>
        <p:spPr>
          <a:xfrm>
            <a:off x="871302" y="3618848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5" name="Google Shape;2415;p20"/>
          <p:cNvCxnSpPr/>
          <p:nvPr/>
        </p:nvCxnSpPr>
        <p:spPr>
          <a:xfrm>
            <a:off x="818428" y="4551040"/>
            <a:ext cx="527757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6" name="Google Shape;2416;p20"/>
          <p:cNvCxnSpPr/>
          <p:nvPr/>
        </p:nvCxnSpPr>
        <p:spPr>
          <a:xfrm>
            <a:off x="866540" y="4075166"/>
            <a:ext cx="52294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7" name="Google Shape;2417;p20"/>
          <p:cNvCxnSpPr/>
          <p:nvPr/>
        </p:nvCxnSpPr>
        <p:spPr>
          <a:xfrm>
            <a:off x="866016" y="5009992"/>
            <a:ext cx="522998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18" name="Google Shape;2418;p20"/>
          <p:cNvGrpSpPr/>
          <p:nvPr/>
        </p:nvGrpSpPr>
        <p:grpSpPr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2419" name="Google Shape;2419;p20"/>
            <p:cNvSpPr txBox="1"/>
            <p:nvPr/>
          </p:nvSpPr>
          <p:spPr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20"/>
            <p:cNvSpPr txBox="1"/>
            <p:nvPr/>
          </p:nvSpPr>
          <p:spPr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20"/>
            <p:cNvSpPr txBox="1"/>
            <p:nvPr/>
          </p:nvSpPr>
          <p:spPr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20"/>
            <p:cNvSpPr txBox="1"/>
            <p:nvPr/>
          </p:nvSpPr>
          <p:spPr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20"/>
            <p:cNvSpPr txBox="1"/>
            <p:nvPr/>
          </p:nvSpPr>
          <p:spPr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4" name="Google Shape;2424;p20"/>
          <p:cNvSpPr txBox="1"/>
          <p:nvPr/>
        </p:nvSpPr>
        <p:spPr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5" name="Google Shape;2425;p20"/>
          <p:cNvGrpSpPr/>
          <p:nvPr/>
        </p:nvGrpSpPr>
        <p:grpSpPr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2426" name="Google Shape;2426;p20"/>
            <p:cNvSpPr txBox="1"/>
            <p:nvPr/>
          </p:nvSpPr>
          <p:spPr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20"/>
            <p:cNvSpPr txBox="1"/>
            <p:nvPr/>
          </p:nvSpPr>
          <p:spPr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,w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20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20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20"/>
            <p:cNvSpPr txBox="1"/>
            <p:nvPr/>
          </p:nvSpPr>
          <p:spPr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1" name="Google Shape;2431;p20"/>
          <p:cNvGrpSpPr/>
          <p:nvPr/>
        </p:nvGrpSpPr>
        <p:grpSpPr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2432" name="Google Shape;2432;p20"/>
            <p:cNvSpPr txBox="1"/>
            <p:nvPr/>
          </p:nvSpPr>
          <p:spPr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20"/>
            <p:cNvSpPr txBox="1"/>
            <p:nvPr/>
          </p:nvSpPr>
          <p:spPr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20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20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20"/>
            <p:cNvSpPr txBox="1"/>
            <p:nvPr/>
          </p:nvSpPr>
          <p:spPr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7" name="Google Shape;2437;p20"/>
          <p:cNvSpPr/>
          <p:nvPr/>
        </p:nvSpPr>
        <p:spPr>
          <a:xfrm>
            <a:off x="3192476" y="2263739"/>
            <a:ext cx="661410" cy="40637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38" name="Google Shape;2438;p20"/>
          <p:cNvSpPr/>
          <p:nvPr/>
        </p:nvSpPr>
        <p:spPr>
          <a:xfrm>
            <a:off x="4050170" y="2719263"/>
            <a:ext cx="679816" cy="40693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39" name="Google Shape;2439;p20"/>
          <p:cNvSpPr txBox="1"/>
          <p:nvPr/>
        </p:nvSpPr>
        <p:spPr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20"/>
          <p:cNvSpPr/>
          <p:nvPr/>
        </p:nvSpPr>
        <p:spPr>
          <a:xfrm>
            <a:off x="2374191" y="3175054"/>
            <a:ext cx="665830" cy="42509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41" name="Google Shape;2441;p20"/>
          <p:cNvSpPr txBox="1"/>
          <p:nvPr/>
        </p:nvSpPr>
        <p:spPr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2" name="Google Shape;2442;p20"/>
          <p:cNvGrpSpPr/>
          <p:nvPr/>
        </p:nvGrpSpPr>
        <p:grpSpPr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2443" name="Google Shape;2443;p20"/>
            <p:cNvSpPr txBox="1"/>
            <p:nvPr/>
          </p:nvSpPr>
          <p:spPr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20"/>
            <p:cNvSpPr txBox="1"/>
            <p:nvPr/>
          </p:nvSpPr>
          <p:spPr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5" name="Google Shape;2445;p20"/>
          <p:cNvSpPr/>
          <p:nvPr/>
        </p:nvSpPr>
        <p:spPr>
          <a:xfrm>
            <a:off x="4848116" y="3652013"/>
            <a:ext cx="676583" cy="39336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46" name="Google Shape;2446;p20"/>
          <p:cNvSpPr txBox="1"/>
          <p:nvPr/>
        </p:nvSpPr>
        <p:spPr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7" name="Google Shape;2447;p20"/>
          <p:cNvSpPr txBox="1"/>
          <p:nvPr/>
        </p:nvSpPr>
        <p:spPr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0"/>
          <p:cNvSpPr/>
          <p:nvPr/>
        </p:nvSpPr>
        <p:spPr>
          <a:xfrm>
            <a:off x="5669111" y="4130222"/>
            <a:ext cx="707756" cy="389115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49" name="Google Shape;2449;p20"/>
          <p:cNvSpPr/>
          <p:nvPr/>
        </p:nvSpPr>
        <p:spPr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least-cost-path tree by tracing predecessor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ties can exist (can be broken arbitrarily)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0" name="Google Shape;2450;p20"/>
          <p:cNvCxnSpPr/>
          <p:nvPr/>
        </p:nvCxnSpPr>
        <p:spPr>
          <a:xfrm>
            <a:off x="10477917" y="3471860"/>
            <a:ext cx="5905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1" name="Google Shape;2451;p20"/>
          <p:cNvCxnSpPr/>
          <p:nvPr/>
        </p:nvCxnSpPr>
        <p:spPr>
          <a:xfrm flipH="1" rot="10800000">
            <a:off x="8821087" y="3483435"/>
            <a:ext cx="1463675" cy="120491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2" name="Google Shape;2452;p20"/>
          <p:cNvCxnSpPr/>
          <p:nvPr/>
        </p:nvCxnSpPr>
        <p:spPr>
          <a:xfrm>
            <a:off x="8718966" y="3539863"/>
            <a:ext cx="9525" cy="10477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3" name="Google Shape;2453;p20"/>
          <p:cNvCxnSpPr/>
          <p:nvPr/>
        </p:nvCxnSpPr>
        <p:spPr>
          <a:xfrm flipH="1" rot="10800000">
            <a:off x="7577755" y="1754709"/>
            <a:ext cx="1012825" cy="16287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4" name="Google Shape;2454;p20"/>
          <p:cNvCxnSpPr/>
          <p:nvPr/>
        </p:nvCxnSpPr>
        <p:spPr>
          <a:xfrm>
            <a:off x="7693502" y="3475036"/>
            <a:ext cx="94456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5" name="Google Shape;2455;p20"/>
          <p:cNvSpPr txBox="1"/>
          <p:nvPr/>
        </p:nvSpPr>
        <p:spPr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6" name="Google Shape;2456;p20"/>
          <p:cNvCxnSpPr/>
          <p:nvPr/>
        </p:nvCxnSpPr>
        <p:spPr>
          <a:xfrm>
            <a:off x="668005" y="2233984"/>
            <a:ext cx="5645188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7" name="Google Shape;2457;p20"/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8" name="Google Shape;2458;p20"/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9" name="Google Shape;2459;p20"/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20"/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20"/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2" name="Google Shape;2462;p20"/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2463" name="Google Shape;2463;p20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64" name="Google Shape;2464;p20"/>
            <p:cNvCxnSpPr/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65" name="Google Shape;2465;p20"/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6" name="Google Shape;2466;p20"/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2467" name="Google Shape;2467;p20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68" name="Google Shape;2468;p20"/>
            <p:cNvCxnSpPr>
              <a:endCxn id="2469" idx="7"/>
            </p:cNvCxnSpPr>
            <p:nvPr/>
          </p:nvCxnSpPr>
          <p:spPr>
            <a:xfrm flipH="1">
              <a:off x="1224541" y="1686770"/>
              <a:ext cx="2198400" cy="163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69" name="Google Shape;2469;p20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0" name="Google Shape;2470;p20"/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2471" name="Google Shape;2471;p20"/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2" name="Google Shape;2472;p20"/>
            <p:cNvCxnSpPr>
              <a:stCxn id="2471" idx="4"/>
              <a:endCxn id="2473" idx="0"/>
            </p:cNvCxnSpPr>
            <p:nvPr/>
          </p:nvCxnSpPr>
          <p:spPr>
            <a:xfrm flipH="1">
              <a:off x="1113041" y="1272747"/>
              <a:ext cx="675600" cy="2007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73" name="Google Shape;2473;p20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4" name="Google Shape;2474;p20"/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2475" name="Google Shape;2475;p20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6" name="Google Shape;2476;p20"/>
            <p:cNvCxnSpPr>
              <a:stCxn id="2475" idx="3"/>
              <a:endCxn id="2477" idx="7"/>
            </p:cNvCxnSpPr>
            <p:nvPr/>
          </p:nvCxnSpPr>
          <p:spPr>
            <a:xfrm flipH="1">
              <a:off x="1224425" y="778444"/>
              <a:ext cx="2942700" cy="2544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77" name="Google Shape;2477;p20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8" name="Google Shape;2478;p20"/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2479" name="Google Shape;2479;p20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80" name="Google Shape;2480;p20"/>
            <p:cNvCxnSpPr>
              <a:stCxn id="2479" idx="3"/>
              <a:endCxn id="2481" idx="7"/>
            </p:cNvCxnSpPr>
            <p:nvPr/>
          </p:nvCxnSpPr>
          <p:spPr>
            <a:xfrm flipH="1">
              <a:off x="285425" y="778444"/>
              <a:ext cx="3881700" cy="30327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81" name="Google Shape;2481;p20"/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21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discussion</a:t>
            </a:r>
            <a:endParaRPr/>
          </a:p>
        </p:txBody>
      </p:sp>
      <p:sp>
        <p:nvSpPr>
          <p:cNvPr id="2488" name="Google Shape;2488;p21"/>
          <p:cNvSpPr txBox="1"/>
          <p:nvPr/>
        </p:nvSpPr>
        <p:spPr>
          <a:xfrm>
            <a:off x="739458" y="1447801"/>
            <a:ext cx="8709342" cy="191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algorithm complexity: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of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iteration: need to check all nodes,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+1)/2 comparisons: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complexity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efficient implementations possible: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9" name="Google Shape;2489;p21"/>
          <p:cNvSpPr txBox="1"/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message complexity: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 must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its link state information to other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routers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efficient (and interesting!) broadcast algorithms: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link crossings to disseminate a broadcast message from one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router’s message crosses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links: overall message complexity: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g29a3d342a1d_0_11"/>
          <p:cNvSpPr txBox="1"/>
          <p:nvPr>
            <p:ph type="title"/>
          </p:nvPr>
        </p:nvSpPr>
        <p:spPr>
          <a:xfrm>
            <a:off x="838200" y="71646"/>
            <a:ext cx="10515600" cy="89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Dijkstra’s algorithm: oscillations possible</a:t>
            </a:r>
            <a:endParaRPr/>
          </a:p>
        </p:txBody>
      </p:sp>
      <p:sp>
        <p:nvSpPr>
          <p:cNvPr id="2496" name="Google Shape;2496;g29a3d342a1d_0_11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97" name="Google Shape;2497;g29a3d342a1d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50" y="1398550"/>
            <a:ext cx="4561275" cy="46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8" name="Google Shape;2498;g29a3d342a1d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549" y="1242515"/>
            <a:ext cx="4464875" cy="469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9" name="Google Shape;2499;g29a3d342a1d_0_11"/>
          <p:cNvSpPr/>
          <p:nvPr/>
        </p:nvSpPr>
        <p:spPr>
          <a:xfrm>
            <a:off x="3465550" y="1842450"/>
            <a:ext cx="2105650" cy="3494800"/>
          </a:xfrm>
          <a:custGeom>
            <a:rect b="b" l="l" r="r" t="t"/>
            <a:pathLst>
              <a:path extrusionOk="0" h="139792" w="84226">
                <a:moveTo>
                  <a:pt x="0" y="117566"/>
                </a:moveTo>
                <a:lnTo>
                  <a:pt x="31585" y="139792"/>
                </a:lnTo>
                <a:lnTo>
                  <a:pt x="84226" y="50887"/>
                </a:lnTo>
                <a:lnTo>
                  <a:pt x="13453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500" name="Google Shape;2500;g29a3d342a1d_0_11"/>
          <p:cNvSpPr/>
          <p:nvPr/>
        </p:nvSpPr>
        <p:spPr>
          <a:xfrm>
            <a:off x="1608475" y="1959425"/>
            <a:ext cx="950475" cy="950475"/>
          </a:xfrm>
          <a:custGeom>
            <a:rect b="b" l="l" r="r" t="t"/>
            <a:pathLst>
              <a:path extrusionOk="0" h="38019" w="38019">
                <a:moveTo>
                  <a:pt x="0" y="38019"/>
                </a:moveTo>
                <a:lnTo>
                  <a:pt x="38019" y="0"/>
                </a:ln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501" name="Google Shape;2501;g29a3d342a1d_0_11"/>
          <p:cNvSpPr/>
          <p:nvPr/>
        </p:nvSpPr>
        <p:spPr>
          <a:xfrm>
            <a:off x="6404700" y="1623100"/>
            <a:ext cx="4591500" cy="3582550"/>
          </a:xfrm>
          <a:custGeom>
            <a:rect b="b" l="l" r="r" t="t"/>
            <a:pathLst>
              <a:path extrusionOk="0" h="143302" w="183660">
                <a:moveTo>
                  <a:pt x="164943" y="66095"/>
                </a:moveTo>
                <a:lnTo>
                  <a:pt x="183660" y="78962"/>
                </a:lnTo>
                <a:lnTo>
                  <a:pt x="100603" y="143302"/>
                </a:lnTo>
                <a:lnTo>
                  <a:pt x="0" y="62000"/>
                </a:lnTo>
                <a:lnTo>
                  <a:pt x="74868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g29a3d342a1d_0_21"/>
          <p:cNvSpPr txBox="1"/>
          <p:nvPr>
            <p:ph type="title"/>
          </p:nvPr>
        </p:nvSpPr>
        <p:spPr>
          <a:xfrm>
            <a:off x="838200" y="71646"/>
            <a:ext cx="10515600" cy="89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Dijkstra’s algorithm: oscillations possible</a:t>
            </a:r>
            <a:endParaRPr/>
          </a:p>
        </p:txBody>
      </p:sp>
      <p:sp>
        <p:nvSpPr>
          <p:cNvPr id="2508" name="Google Shape;2508;g29a3d342a1d_0_21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09" name="Google Shape;2509;g29a3d342a1d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204" y="1336326"/>
            <a:ext cx="3630108" cy="36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0" name="Google Shape;2510;g29a3d342a1d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5954" y="1336326"/>
            <a:ext cx="3439012" cy="36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1" name="Google Shape;2511;g29a3d342a1d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326" y="1336322"/>
            <a:ext cx="3159074" cy="34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2" name="Google Shape;2512;g29a3d342a1d_0_21"/>
          <p:cNvSpPr/>
          <p:nvPr/>
        </p:nvSpPr>
        <p:spPr>
          <a:xfrm>
            <a:off x="482275" y="1615304"/>
            <a:ext cx="3248486" cy="2626009"/>
          </a:xfrm>
          <a:custGeom>
            <a:rect b="b" l="l" r="r" t="t"/>
            <a:pathLst>
              <a:path extrusionOk="0" h="143302" w="183660">
                <a:moveTo>
                  <a:pt x="164943" y="66095"/>
                </a:moveTo>
                <a:lnTo>
                  <a:pt x="183660" y="78962"/>
                </a:lnTo>
                <a:lnTo>
                  <a:pt x="100603" y="143302"/>
                </a:lnTo>
                <a:lnTo>
                  <a:pt x="0" y="62000"/>
                </a:lnTo>
                <a:lnTo>
                  <a:pt x="74868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513" name="Google Shape;2513;g29a3d342a1d_0_21"/>
          <p:cNvSpPr/>
          <p:nvPr/>
        </p:nvSpPr>
        <p:spPr>
          <a:xfrm>
            <a:off x="7943725" y="1553762"/>
            <a:ext cx="3563463" cy="3006476"/>
          </a:xfrm>
          <a:custGeom>
            <a:rect b="b" l="l" r="r" t="t"/>
            <a:pathLst>
              <a:path extrusionOk="0" h="143302" w="183660">
                <a:moveTo>
                  <a:pt x="164943" y="66095"/>
                </a:moveTo>
                <a:lnTo>
                  <a:pt x="183660" y="78962"/>
                </a:lnTo>
                <a:lnTo>
                  <a:pt x="100603" y="143302"/>
                </a:lnTo>
                <a:lnTo>
                  <a:pt x="0" y="62000"/>
                </a:lnTo>
                <a:lnTo>
                  <a:pt x="74868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514" name="Google Shape;2514;g29a3d342a1d_0_21"/>
          <p:cNvSpPr/>
          <p:nvPr/>
        </p:nvSpPr>
        <p:spPr>
          <a:xfrm>
            <a:off x="6545775" y="1689062"/>
            <a:ext cx="1397941" cy="2478512"/>
          </a:xfrm>
          <a:custGeom>
            <a:rect b="b" l="l" r="r" t="t"/>
            <a:pathLst>
              <a:path extrusionOk="0" h="139792" w="84226">
                <a:moveTo>
                  <a:pt x="0" y="117566"/>
                </a:moveTo>
                <a:lnTo>
                  <a:pt x="31585" y="139792"/>
                </a:lnTo>
                <a:lnTo>
                  <a:pt x="84226" y="50887"/>
                </a:lnTo>
                <a:lnTo>
                  <a:pt x="13453" y="0"/>
                </a:ln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515" name="Google Shape;2515;g29a3d342a1d_0_21"/>
          <p:cNvSpPr/>
          <p:nvPr/>
        </p:nvSpPr>
        <p:spPr>
          <a:xfrm>
            <a:off x="4714850" y="1460925"/>
            <a:ext cx="950475" cy="950475"/>
          </a:xfrm>
          <a:custGeom>
            <a:rect b="b" l="l" r="r" t="t"/>
            <a:pathLst>
              <a:path extrusionOk="0" h="38019" w="38019">
                <a:moveTo>
                  <a:pt x="0" y="38019"/>
                </a:moveTo>
                <a:lnTo>
                  <a:pt x="38019" y="0"/>
                </a:ln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29a3d342a1d_0_39"/>
          <p:cNvSpPr txBox="1"/>
          <p:nvPr>
            <p:ph idx="1" type="body"/>
          </p:nvPr>
        </p:nvSpPr>
        <p:spPr>
          <a:xfrm>
            <a:off x="838200" y="1724027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Mandate that link costs should not depend on the amount of traffic carried </a:t>
            </a:r>
            <a:r>
              <a:rPr b="1" lang="en-US"/>
              <a:t>— Not acceptable</a:t>
            </a:r>
            <a:endParaRPr b="1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Ensure that not all routers run the LS algorithm at the same time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randomize the time it sends out a link advertisement.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g29a3d342a1d_0_39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 to the oscillation problem</a:t>
            </a:r>
            <a:endParaRPr/>
          </a:p>
        </p:txBody>
      </p:sp>
      <p:sp>
        <p:nvSpPr>
          <p:cNvPr id="2523" name="Google Shape;2523;g29a3d342a1d_0_39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22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oscillations possible</a:t>
            </a:r>
            <a:endParaRPr/>
          </a:p>
        </p:txBody>
      </p:sp>
      <p:sp>
        <p:nvSpPr>
          <p:cNvPr id="2530" name="Google Shape;2530;p22"/>
          <p:cNvSpPr txBox="1"/>
          <p:nvPr/>
        </p:nvSpPr>
        <p:spPr>
          <a:xfrm>
            <a:off x="637858" y="1315720"/>
            <a:ext cx="10792142" cy="5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 link costs depend on traffic volume,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route oscillations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22"/>
          <p:cNvSpPr/>
          <p:nvPr/>
        </p:nvSpPr>
        <p:spPr>
          <a:xfrm>
            <a:off x="435928" y="3502025"/>
            <a:ext cx="1971675" cy="1355725"/>
          </a:xfrm>
          <a:custGeom>
            <a:rect b="b" l="l" r="r" t="t"/>
            <a:pathLst>
              <a:path extrusionOk="0" h="854" w="1242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22"/>
          <p:cNvSpPr/>
          <p:nvPr/>
        </p:nvSpPr>
        <p:spPr>
          <a:xfrm>
            <a:off x="837565" y="3840162"/>
            <a:ext cx="390525" cy="2095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33" name="Google Shape;2533;p22"/>
          <p:cNvGrpSpPr/>
          <p:nvPr/>
        </p:nvGrpSpPr>
        <p:grpSpPr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2534" name="Google Shape;2534;p22"/>
            <p:cNvSpPr/>
            <p:nvPr/>
          </p:nvSpPr>
          <p:spPr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35" name="Google Shape;2535;p22"/>
            <p:cNvCxnSpPr/>
            <p:nvPr/>
          </p:nvCxnSpPr>
          <p:spPr>
            <a:xfrm>
              <a:off x="1750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6" name="Google Shape;2536;p22"/>
            <p:cNvCxnSpPr/>
            <p:nvPr/>
          </p:nvCxnSpPr>
          <p:spPr>
            <a:xfrm>
              <a:off x="2063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37" name="Google Shape;2537;p22"/>
            <p:cNvSpPr/>
            <p:nvPr/>
          </p:nvSpPr>
          <p:spPr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22"/>
            <p:cNvSpPr/>
            <p:nvPr/>
          </p:nvSpPr>
          <p:spPr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9" name="Google Shape;2539;p22"/>
            <p:cNvGrpSpPr/>
            <p:nvPr/>
          </p:nvGrpSpPr>
          <p:grpSpPr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2540" name="Google Shape;2540;p2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22"/>
              <p:cNvSpPr txBox="1"/>
              <p:nvPr/>
            </p:nvSpPr>
            <p:spPr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42" name="Google Shape;2542;p22"/>
          <p:cNvGrpSpPr/>
          <p:nvPr/>
        </p:nvGrpSpPr>
        <p:grpSpPr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2543" name="Google Shape;2543;p22"/>
            <p:cNvSpPr/>
            <p:nvPr/>
          </p:nvSpPr>
          <p:spPr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44" name="Google Shape;2544;p22"/>
            <p:cNvCxnSpPr/>
            <p:nvPr/>
          </p:nvCxnSpPr>
          <p:spPr>
            <a:xfrm>
              <a:off x="2224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5" name="Google Shape;2545;p22"/>
            <p:cNvCxnSpPr/>
            <p:nvPr/>
          </p:nvCxnSpPr>
          <p:spPr>
            <a:xfrm>
              <a:off x="2537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6" name="Google Shape;2546;p22"/>
            <p:cNvSpPr/>
            <p:nvPr/>
          </p:nvSpPr>
          <p:spPr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22"/>
            <p:cNvSpPr/>
            <p:nvPr/>
          </p:nvSpPr>
          <p:spPr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8" name="Google Shape;2548;p22"/>
            <p:cNvGrpSpPr/>
            <p:nvPr/>
          </p:nvGrpSpPr>
          <p:grpSpPr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2549" name="Google Shape;2549;p22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0" name="Google Shape;2550;p22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51" name="Google Shape;2551;p22"/>
          <p:cNvGrpSpPr/>
          <p:nvPr/>
        </p:nvGrpSpPr>
        <p:grpSpPr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2552" name="Google Shape;2552;p22"/>
            <p:cNvGrpSpPr/>
            <p:nvPr/>
          </p:nvGrpSpPr>
          <p:grpSpPr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2553" name="Google Shape;2553;p22"/>
              <p:cNvSpPr/>
              <p:nvPr/>
            </p:nvSpPr>
            <p:spPr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54" name="Google Shape;2554;p22"/>
              <p:cNvCxnSpPr/>
              <p:nvPr/>
            </p:nvCxnSpPr>
            <p:spPr>
              <a:xfrm>
                <a:off x="2903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55" name="Google Shape;2555;p22"/>
              <p:cNvCxnSpPr/>
              <p:nvPr/>
            </p:nvCxnSpPr>
            <p:spPr>
              <a:xfrm>
                <a:off x="3215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56" name="Google Shape;2556;p22"/>
              <p:cNvSpPr/>
              <p:nvPr/>
            </p:nvSpPr>
            <p:spPr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7" name="Google Shape;2557;p22"/>
              <p:cNvSpPr/>
              <p:nvPr/>
            </p:nvSpPr>
            <p:spPr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8" name="Google Shape;2558;p22"/>
            <p:cNvGrpSpPr/>
            <p:nvPr/>
          </p:nvGrpSpPr>
          <p:grpSpPr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2559" name="Google Shape;2559;p22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22"/>
              <p:cNvSpPr txBox="1"/>
              <p:nvPr/>
            </p:nvSpPr>
            <p:spPr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61" name="Google Shape;2561;p22"/>
          <p:cNvGrpSpPr/>
          <p:nvPr/>
        </p:nvGrpSpPr>
        <p:grpSpPr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2562" name="Google Shape;2562;p22"/>
            <p:cNvSpPr/>
            <p:nvPr/>
          </p:nvSpPr>
          <p:spPr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63" name="Google Shape;2563;p22"/>
            <p:cNvCxnSpPr/>
            <p:nvPr/>
          </p:nvCxnSpPr>
          <p:spPr>
            <a:xfrm>
              <a:off x="2220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4" name="Google Shape;2564;p22"/>
            <p:cNvCxnSpPr/>
            <p:nvPr/>
          </p:nvCxnSpPr>
          <p:spPr>
            <a:xfrm>
              <a:off x="2533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65" name="Google Shape;2565;p22"/>
            <p:cNvSpPr/>
            <p:nvPr/>
          </p:nvSpPr>
          <p:spPr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22"/>
            <p:cNvSpPr/>
            <p:nvPr/>
          </p:nvSpPr>
          <p:spPr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7" name="Google Shape;2567;p22"/>
            <p:cNvGrpSpPr/>
            <p:nvPr/>
          </p:nvGrpSpPr>
          <p:grpSpPr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2568" name="Google Shape;2568;p2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9" name="Google Shape;2569;p22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70" name="Google Shape;2570;p22"/>
          <p:cNvSpPr txBox="1"/>
          <p:nvPr/>
        </p:nvSpPr>
        <p:spPr>
          <a:xfrm>
            <a:off x="659823" y="3604580"/>
            <a:ext cx="44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22"/>
          <p:cNvSpPr/>
          <p:nvPr/>
        </p:nvSpPr>
        <p:spPr>
          <a:xfrm flipH="1">
            <a:off x="1523365" y="3840162"/>
            <a:ext cx="338138" cy="204788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22"/>
          <p:cNvSpPr/>
          <p:nvPr/>
        </p:nvSpPr>
        <p:spPr>
          <a:xfrm rot="10800000">
            <a:off x="1537653" y="4254500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22"/>
          <p:cNvSpPr/>
          <p:nvPr/>
        </p:nvSpPr>
        <p:spPr>
          <a:xfrm flipH="1" rot="10800000">
            <a:off x="899478" y="4244975"/>
            <a:ext cx="323850" cy="2476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22"/>
          <p:cNvSpPr txBox="1"/>
          <p:nvPr/>
        </p:nvSpPr>
        <p:spPr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1+e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5" name="Google Shape;2575;p22"/>
          <p:cNvSpPr txBox="1"/>
          <p:nvPr/>
        </p:nvSpPr>
        <p:spPr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6" name="Google Shape;2576;p22"/>
          <p:cNvSpPr txBox="1"/>
          <p:nvPr/>
        </p:nvSpPr>
        <p:spPr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7" name="Google Shape;2577;p22"/>
          <p:cNvCxnSpPr/>
          <p:nvPr/>
        </p:nvCxnSpPr>
        <p:spPr>
          <a:xfrm rot="10800000">
            <a:off x="1370965" y="4711700"/>
            <a:ext cx="0" cy="4000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8" name="Google Shape;2578;p22"/>
          <p:cNvCxnSpPr/>
          <p:nvPr/>
        </p:nvCxnSpPr>
        <p:spPr>
          <a:xfrm rot="10800000">
            <a:off x="551815" y="4244975"/>
            <a:ext cx="4763" cy="33813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9" name="Google Shape;2579;p22"/>
          <p:cNvCxnSpPr/>
          <p:nvPr/>
        </p:nvCxnSpPr>
        <p:spPr>
          <a:xfrm rot="10800000">
            <a:off x="2071053" y="4278312"/>
            <a:ext cx="0" cy="4286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580" name="Google Shape;2580;p22"/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2581" name="Google Shape;2581;p22"/>
            <p:cNvSpPr txBox="1"/>
            <p:nvPr/>
          </p:nvSpPr>
          <p:spPr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22"/>
            <p:cNvSpPr txBox="1"/>
            <p:nvPr/>
          </p:nvSpPr>
          <p:spPr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22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4" name="Google Shape;2584;p22"/>
          <p:cNvSpPr/>
          <p:nvPr/>
        </p:nvSpPr>
        <p:spPr>
          <a:xfrm rot="10800000">
            <a:off x="1442403" y="4211637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22"/>
          <p:cNvSpPr/>
          <p:nvPr/>
        </p:nvSpPr>
        <p:spPr>
          <a:xfrm flipH="1">
            <a:off x="989965" y="4221162"/>
            <a:ext cx="304800" cy="2190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22"/>
          <p:cNvSpPr txBox="1"/>
          <p:nvPr/>
        </p:nvSpPr>
        <p:spPr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p22"/>
          <p:cNvSpPr txBox="1"/>
          <p:nvPr/>
        </p:nvSpPr>
        <p:spPr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8" name="Google Shape;2588;p22"/>
          <p:cNvSpPr txBox="1"/>
          <p:nvPr/>
        </p:nvSpPr>
        <p:spPr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initially</a:t>
            </a:r>
            <a:endParaRPr b="0" i="0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9" name="Google Shape;2589;p22"/>
          <p:cNvGrpSpPr/>
          <p:nvPr/>
        </p:nvGrpSpPr>
        <p:grpSpPr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2590" name="Google Shape;2590;p22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22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92" name="Google Shape;2592;p22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593" name="Google Shape;2593;p22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94" name="Google Shape;2594;p22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5" name="Google Shape;2595;p22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96" name="Google Shape;2596;p22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7" name="Google Shape;2597;p22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8" name="Google Shape;2598;p22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599" name="Google Shape;2599;p2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0" name="Google Shape;2600;p22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01" name="Google Shape;2601;p22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602" name="Google Shape;2602;p22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03" name="Google Shape;2603;p22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04" name="Google Shape;2604;p22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05" name="Google Shape;2605;p22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22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07" name="Google Shape;2607;p22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608" name="Google Shape;2608;p2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9" name="Google Shape;2609;p2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10" name="Google Shape;2610;p22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611" name="Google Shape;2611;p22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612" name="Google Shape;2612;p22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613" name="Google Shape;2613;p22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14" name="Google Shape;2614;p22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615" name="Google Shape;2615;p22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6" name="Google Shape;2616;p22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17" name="Google Shape;2617;p22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618" name="Google Shape;2618;p2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9" name="Google Shape;2619;p22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20" name="Google Shape;2620;p22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621" name="Google Shape;2621;p22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2" name="Google Shape;2622;p22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23" name="Google Shape;2623;p22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24" name="Google Shape;2624;p22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22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26" name="Google Shape;2626;p22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627" name="Google Shape;2627;p2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8" name="Google Shape;2628;p2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629" name="Google Shape;2629;p22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22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22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22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22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22"/>
            <p:cNvSpPr txBox="1"/>
            <p:nvPr/>
          </p:nvSpPr>
          <p:spPr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5" name="Google Shape;2635;p22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36" name="Google Shape;2636;p22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37" name="Google Shape;2637;p22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638" name="Google Shape;2638;p22"/>
          <p:cNvSpPr/>
          <p:nvPr/>
        </p:nvSpPr>
        <p:spPr>
          <a:xfrm>
            <a:off x="1399540" y="3698875"/>
            <a:ext cx="609600" cy="828675"/>
          </a:xfrm>
          <a:custGeom>
            <a:rect b="b" l="l" r="r" t="t"/>
            <a:pathLst>
              <a:path extrusionOk="0" h="522" w="384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9" name="Google Shape;2639;p22"/>
          <p:cNvCxnSpPr/>
          <p:nvPr/>
        </p:nvCxnSpPr>
        <p:spPr>
          <a:xfrm flipH="1" rot="10800000">
            <a:off x="761365" y="3779837"/>
            <a:ext cx="447675" cy="242888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0" name="Google Shape;2640;p22"/>
          <p:cNvSpPr/>
          <p:nvPr/>
        </p:nvSpPr>
        <p:spPr>
          <a:xfrm>
            <a:off x="3695065" y="365982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1" name="Google Shape;2641;p22"/>
          <p:cNvGrpSpPr/>
          <p:nvPr/>
        </p:nvGrpSpPr>
        <p:grpSpPr>
          <a:xfrm>
            <a:off x="3261678" y="3645527"/>
            <a:ext cx="1689101" cy="966795"/>
            <a:chOff x="1707" y="2772"/>
            <a:chExt cx="1064" cy="609"/>
          </a:xfrm>
        </p:grpSpPr>
        <p:sp>
          <p:nvSpPr>
            <p:cNvPr id="2642" name="Google Shape;2642;p22"/>
            <p:cNvSpPr txBox="1"/>
            <p:nvPr/>
          </p:nvSpPr>
          <p:spPr>
            <a:xfrm>
              <a:off x="1707" y="27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22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22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22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22"/>
            <p:cNvSpPr txBox="1"/>
            <p:nvPr/>
          </p:nvSpPr>
          <p:spPr>
            <a:xfrm>
              <a:off x="2105" y="300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22"/>
            <p:cNvSpPr txBox="1"/>
            <p:nvPr/>
          </p:nvSpPr>
          <p:spPr>
            <a:xfrm>
              <a:off x="2380" y="300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8" name="Google Shape;2648;p22"/>
          <p:cNvGrpSpPr/>
          <p:nvPr/>
        </p:nvGrpSpPr>
        <p:grpSpPr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2649" name="Google Shape;2649;p22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22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1" name="Google Shape;2651;p22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652" name="Google Shape;2652;p22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53" name="Google Shape;2653;p22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54" name="Google Shape;2654;p22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55" name="Google Shape;2655;p22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p22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7" name="Google Shape;2657;p22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658" name="Google Shape;2658;p2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9" name="Google Shape;2659;p22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60" name="Google Shape;2660;p22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661" name="Google Shape;2661;p22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62" name="Google Shape;2662;p22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63" name="Google Shape;2663;p22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64" name="Google Shape;2664;p22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5" name="Google Shape;2665;p22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66" name="Google Shape;2666;p22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667" name="Google Shape;2667;p2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8" name="Google Shape;2668;p2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69" name="Google Shape;2669;p22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670" name="Google Shape;2670;p22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671" name="Google Shape;2671;p22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672" name="Google Shape;2672;p22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73" name="Google Shape;2673;p22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674" name="Google Shape;2674;p22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5" name="Google Shape;2675;p22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76" name="Google Shape;2676;p22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677" name="Google Shape;2677;p2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8" name="Google Shape;2678;p22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79" name="Google Shape;2679;p22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680" name="Google Shape;2680;p22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81" name="Google Shape;2681;p22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2" name="Google Shape;2682;p22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83" name="Google Shape;2683;p22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4" name="Google Shape;2684;p22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85" name="Google Shape;2685;p22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686" name="Google Shape;2686;p2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7" name="Google Shape;2687;p2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688" name="Google Shape;2688;p22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22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22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22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22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22"/>
            <p:cNvSpPr txBox="1"/>
            <p:nvPr/>
          </p:nvSpPr>
          <p:spPr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4" name="Google Shape;2694;p22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95" name="Google Shape;2695;p22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96" name="Google Shape;2696;p22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697" name="Google Shape;2697;p22"/>
          <p:cNvSpPr/>
          <p:nvPr/>
        </p:nvSpPr>
        <p:spPr>
          <a:xfrm>
            <a:off x="6926580" y="3590925"/>
            <a:ext cx="1181100" cy="952500"/>
          </a:xfrm>
          <a:custGeom>
            <a:rect b="b" l="l" r="r" t="t"/>
            <a:pathLst>
              <a:path extrusionOk="0" h="600" w="744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8" name="Google Shape;2698;p22"/>
          <p:cNvGrpSpPr/>
          <p:nvPr/>
        </p:nvGrpSpPr>
        <p:grpSpPr>
          <a:xfrm>
            <a:off x="6844030" y="3668712"/>
            <a:ext cx="1485900" cy="1162050"/>
            <a:chOff x="-186" y="1184"/>
            <a:chExt cx="936" cy="732"/>
          </a:xfrm>
        </p:grpSpPr>
        <p:sp>
          <p:nvSpPr>
            <p:cNvPr id="2699" name="Google Shape;2699;p22"/>
            <p:cNvSpPr txBox="1"/>
            <p:nvPr/>
          </p:nvSpPr>
          <p:spPr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22"/>
            <p:cNvSpPr txBox="1"/>
            <p:nvPr/>
          </p:nvSpPr>
          <p:spPr>
            <a:xfrm>
              <a:off x="450" y="118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p22"/>
            <p:cNvSpPr txBox="1"/>
            <p:nvPr/>
          </p:nvSpPr>
          <p:spPr>
            <a:xfrm>
              <a:off x="340" y="161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22"/>
            <p:cNvSpPr txBox="1"/>
            <p:nvPr/>
          </p:nvSpPr>
          <p:spPr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22"/>
            <p:cNvSpPr txBox="1"/>
            <p:nvPr/>
          </p:nvSpPr>
          <p:spPr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22"/>
            <p:cNvSpPr txBox="1"/>
            <p:nvPr/>
          </p:nvSpPr>
          <p:spPr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5" name="Google Shape;2705;p22"/>
          <p:cNvGrpSpPr/>
          <p:nvPr/>
        </p:nvGrpSpPr>
        <p:grpSpPr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2706" name="Google Shape;2706;p22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22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8" name="Google Shape;2708;p22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709" name="Google Shape;2709;p22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10" name="Google Shape;2710;p22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11" name="Google Shape;2711;p22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12" name="Google Shape;2712;p22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3" name="Google Shape;2713;p22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14" name="Google Shape;2714;p22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715" name="Google Shape;2715;p2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6" name="Google Shape;2716;p22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17" name="Google Shape;2717;p22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718" name="Google Shape;2718;p22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19" name="Google Shape;2719;p22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0" name="Google Shape;2720;p22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21" name="Google Shape;2721;p22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2" name="Google Shape;2722;p22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23" name="Google Shape;2723;p22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724" name="Google Shape;2724;p2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5" name="Google Shape;2725;p2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26" name="Google Shape;2726;p22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727" name="Google Shape;2727;p22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728" name="Google Shape;2728;p22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729" name="Google Shape;2729;p22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30" name="Google Shape;2730;p22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731" name="Google Shape;2731;p22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2" name="Google Shape;2732;p22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33" name="Google Shape;2733;p22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734" name="Google Shape;2734;p2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5" name="Google Shape;2735;p22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36" name="Google Shape;2736;p22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737" name="Google Shape;2737;p22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38" name="Google Shape;2738;p22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9" name="Google Shape;2739;p22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40" name="Google Shape;2740;p22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1" name="Google Shape;2741;p22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42" name="Google Shape;2742;p22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743" name="Google Shape;2743;p2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4" name="Google Shape;2744;p2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745" name="Google Shape;2745;p22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22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2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22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22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2"/>
            <p:cNvSpPr txBox="1"/>
            <p:nvPr/>
          </p:nvSpPr>
          <p:spPr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51" name="Google Shape;2751;p22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52" name="Google Shape;2752;p22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53" name="Google Shape;2753;p22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54" name="Google Shape;2754;p22"/>
          <p:cNvSpPr/>
          <p:nvPr/>
        </p:nvSpPr>
        <p:spPr>
          <a:xfrm>
            <a:off x="10048240" y="370681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5" name="Google Shape;2755;p22"/>
          <p:cNvGrpSpPr/>
          <p:nvPr/>
        </p:nvGrpSpPr>
        <p:grpSpPr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2756" name="Google Shape;2756;p22"/>
            <p:cNvSpPr txBox="1"/>
            <p:nvPr/>
          </p:nvSpPr>
          <p:spPr>
            <a:xfrm>
              <a:off x="1870" y="27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22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22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22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22"/>
            <p:cNvSpPr txBox="1"/>
            <p:nvPr/>
          </p:nvSpPr>
          <p:spPr>
            <a:xfrm>
              <a:off x="2135" y="300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22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2" name="Google Shape;2762;p22"/>
          <p:cNvSpPr txBox="1"/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sample scenario: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to destination a, traffic entering at d, c, e with rates 1, e (&lt;1),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costs are directional, and volume-dependent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3" name="Google Shape;2763;p22"/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2764" name="Google Shape;2764;p22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5" name="Google Shape;2765;p22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6" name="Google Shape;2766;p22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7" name="Google Shape;2767;p22"/>
          <p:cNvGrpSpPr/>
          <p:nvPr/>
        </p:nvGrpSpPr>
        <p:grpSpPr>
          <a:xfrm>
            <a:off x="6576378" y="4293235"/>
            <a:ext cx="1854785" cy="756907"/>
            <a:chOff x="490538" y="4465955"/>
            <a:chExt cx="1854785" cy="756907"/>
          </a:xfrm>
        </p:grpSpPr>
        <p:sp>
          <p:nvSpPr>
            <p:cNvPr id="2768" name="Google Shape;2768;p22"/>
            <p:cNvSpPr txBox="1"/>
            <p:nvPr/>
          </p:nvSpPr>
          <p:spPr>
            <a:xfrm>
              <a:off x="1167130" y="4868862"/>
              <a:ext cx="3111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9" name="Google Shape;2769;p22"/>
            <p:cNvSpPr txBox="1"/>
            <p:nvPr/>
          </p:nvSpPr>
          <p:spPr>
            <a:xfrm>
              <a:off x="490538" y="4472940"/>
              <a:ext cx="3111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0" name="Google Shape;2770;p22"/>
            <p:cNvSpPr txBox="1"/>
            <p:nvPr/>
          </p:nvSpPr>
          <p:spPr>
            <a:xfrm>
              <a:off x="2034223" y="4465955"/>
              <a:ext cx="3111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1" name="Google Shape;2771;p22"/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2772" name="Google Shape;2772;p22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3" name="Google Shape;2773;p22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4" name="Google Shape;2774;p22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4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Comparison of LS and DV algorithms</a:t>
            </a:r>
            <a:endParaRPr/>
          </a:p>
        </p:txBody>
      </p:sp>
      <p:sp>
        <p:nvSpPr>
          <p:cNvPr id="2781" name="Google Shape;2781;p44"/>
          <p:cNvSpPr txBox="1"/>
          <p:nvPr/>
        </p:nvSpPr>
        <p:spPr>
          <a:xfrm>
            <a:off x="749342" y="1478070"/>
            <a:ext cx="5162943" cy="16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message complexity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48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routers,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messages sent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48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exchange between neighbors; convergence time varies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p44"/>
          <p:cNvSpPr txBox="1"/>
          <p:nvPr/>
        </p:nvSpPr>
        <p:spPr>
          <a:xfrm>
            <a:off x="738904" y="3382027"/>
            <a:ext cx="5060647" cy="2367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speed of convergence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48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algorithm,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6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oscillations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48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convergence time varies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6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routing loops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6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count-to-infinity problem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3" name="Google Shape;2783;p44"/>
          <p:cNvSpPr txBox="1"/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robustness: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router malfunctions, or is compromised?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 computes only its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own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 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 (“I have 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really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low-cost path to everywhere”):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black-holing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router’s DV is used by others: error propagate thru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2020-04-18T15:23:50Z</dcterms:created>
  <dc:creator>James Kurose</dc:creator>
</cp:coreProperties>
</file>