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y="6858000" cx="12192000"/>
  <p:notesSz cx="6858000" cy="9144000"/>
  <p:embeddedFontLst>
    <p:embeddedFont>
      <p:font typeface="Gill Sans"/>
      <p:regular r:id="rId61"/>
      <p:bold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63" roundtripDataSignature="AMtx7mhLUSzPoeq2KhXAm0DtrHEE5Q6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821EDD-AE0A-4B80-85D7-E75F25E28A8E}">
  <a:tblStyle styleId="{C0821EDD-AE0A-4B80-85D7-E75F25E28A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CEB59AF-EDB1-43BE-97F3-CC35B4BFDC8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GillSans-bold.fntdata"/><Relationship Id="rId61" Type="http://schemas.openxmlformats.org/officeDocument/2006/relationships/font" Target="fonts/GillSans-regular.fntdata"/><Relationship Id="rId20" Type="http://schemas.openxmlformats.org/officeDocument/2006/relationships/slide" Target="slides/slide13.xml"/><Relationship Id="rId63" Type="http://customschemas.google.com/relationships/presentationmetadata" Target="meta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1be01f4c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101be01f4c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1be01f4cc_0_26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101be01f4cc_0_26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101be01f4cc_0_26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1be01f4cc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101be01f4cc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101be01f4cc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1be01f4cc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01be01f4cc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101be01f4cc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01be01f4cc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101be01f4cc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101be01f4cc_0_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01be01f4cc_0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101be01f4cc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101be01f4cc_0_2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1be01f4cc_0_2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101be01f4cc_0_2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02345073c1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102345073c1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02345073c1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102345073c1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94388de88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194388de88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02345073c1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102345073c1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94388de88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194388de88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02345073c1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102345073c1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94388de881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194388de88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02345073c1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102345073c1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94388de881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194388de88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02345073c1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102345073c1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02345073c1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102345073c1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94388de881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194388de881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02345073c1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102345073c1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94388de881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194388de881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02345073c1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102345073c1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94388de881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194388de881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02345073c1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102345073c1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94388de881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194388de881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02345073c1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102345073c1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02345073c1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102345073c1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94388de881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194388de881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02345073c1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102345073c1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194388de881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194388de881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02345073c1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g102345073c1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94388de88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g194388de88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194388de88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01be01f4cc_0_4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g101be01f4cc_0_4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g101be01f4cc_0_4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01be01f4cc_0_5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101be01f4cc_0_5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g101be01f4cc_0_5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101be01f4cc_0_7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g101be01f4cc_0_7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0" name="Google Shape;1180;g101be01f4cc_0_7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101be01f4cc_0_8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4" name="Google Shape;1334;g101be01f4cc_0_8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5" name="Google Shape;1335;g101be01f4cc_0_8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101be01f4cc_0_10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9" name="Google Shape;1489;g101be01f4cc_0_10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0" name="Google Shape;1490;g101be01f4cc_0_10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101be01f4cc_0_1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0" name="Google Shape;1650;g101be01f4cc_0_1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1" name="Google Shape;1651;g101be01f4cc_0_1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101be01f4cc_0_1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5" name="Google Shape;1805;g101be01f4cc_0_1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6" name="Google Shape;1806;g101be01f4cc_0_1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101be01f4cc_0_1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2" name="Google Shape;1812;g101be01f4cc_0_1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3" name="Google Shape;1813;g101be01f4cc_0_13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101be01f4cc_0_15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5" name="Google Shape;2005;g101be01f4cc_0_15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6" name="Google Shape;2006;g101be01f4cc_0_15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101be01f4cc_0_17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0" name="Google Shape;2220;g101be01f4cc_0_17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1" name="Google Shape;2221;g101be01f4cc_0_17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g101be01f4cc_0_19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5" name="Google Shape;2395;g101be01f4cc_0_19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6" name="Google Shape;2396;g101be01f4cc_0_19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g101be01f4cc_0_2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9" name="Google Shape;2569;g101be01f4cc_0_2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0" name="Google Shape;2570;g101be01f4cc_0_2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g101be01f4cc_0_2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3" name="Google Shape;2753;g101be01f4cc_0_2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4" name="Google Shape;2754;g101be01f4cc_0_23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g101be01f4cc_0_3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3" name="Google Shape;3003;g101be01f4cc_0_3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101be01f4cc_0_25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0" name="Google Shape;3010;g101be01f4cc_0_25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1" name="Google Shape;3011;g101be01f4cc_0_25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g101be01f4cc_0_25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7" name="Google Shape;3057;g101be01f4cc_0_25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8" name="Google Shape;3058;g101be01f4cc_0_25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4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Google Shape;3105;g101be01f4cc_0_3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6" name="Google Shape;3106;g101be01f4cc_0_3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g101be01f4cc_0_3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8" name="Google Shape;3138;g101be01f4cc_0_3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6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g101be01f4cc_0_3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8" name="Google Shape;3178;g101be01f4cc_0_3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6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g101be01f4cc_0_3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8" name="Google Shape;3218;g101be01f4cc_0_3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4" name="Shape 3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5" name="Google Shape;3255;g26092e82f5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6" name="Google Shape;3256;g26092e82f5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7" name="Google Shape;3257;g26092e82f5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02345073c1_0_53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102345073c1_0_53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102345073c1_0_5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2345073c1_0_538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g102345073c1_0_538"/>
          <p:cNvSpPr txBox="1"/>
          <p:nvPr>
            <p:ph idx="1" type="body"/>
          </p:nvPr>
        </p:nvSpPr>
        <p:spPr>
          <a:xfrm>
            <a:off x="415600" y="997067"/>
            <a:ext cx="113607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g102345073c1_0_5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2345073c1_0_53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" name="Google Shape;23;g102345073c1_0_5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2345073c1_0_54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102345073c1_0_54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102345073c1_0_54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102345073c1_0_5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02345073c1_0_54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102345073c1_0_5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02345073c1_0_55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102345073c1_0_55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102345073c1_0_5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02345073c1_0_55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102345073c1_0_5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02345073c1_0_55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102345073c1_0_55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102345073c1_0_557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102345073c1_0_557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102345073c1_0_5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02345073c1_0_56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102345073c1_0_5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02345073c1_0_566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102345073c1_0_566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102345073c1_0_5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02345073c1_0_57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01be01f4cc_0_3136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g101be01f4cc_0_3136"/>
          <p:cNvSpPr txBox="1"/>
          <p:nvPr>
            <p:ph idx="1" type="body"/>
          </p:nvPr>
        </p:nvSpPr>
        <p:spPr>
          <a:xfrm>
            <a:off x="415600" y="997067"/>
            <a:ext cx="113607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g101be01f4cc_0_31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02345073c1_0_5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102345073c1_0_5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102345073c1_0_5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youtube.com/watch?v=q72LA1pXoiU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Relationship Id="rId4" Type="http://schemas.openxmlformats.org/officeDocument/2006/relationships/image" Target="../media/image7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Relationship Id="rId4" Type="http://schemas.openxmlformats.org/officeDocument/2006/relationships/image" Target="../media/image7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png"/><Relationship Id="rId4" Type="http://schemas.openxmlformats.org/officeDocument/2006/relationships/image" Target="../media/image7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01be01f4cc_0_52"/>
          <p:cNvSpPr txBox="1"/>
          <p:nvPr>
            <p:ph type="ctrTitle"/>
          </p:nvPr>
        </p:nvSpPr>
        <p:spPr>
          <a:xfrm>
            <a:off x="0" y="772735"/>
            <a:ext cx="12192000" cy="19221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4000">
                <a:solidFill>
                  <a:schemeClr val="lt1"/>
                </a:solidFill>
              </a:rPr>
              <a:t>Lec 24: Routing in the Internet: DVR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83" name="Google Shape;83;g101be01f4cc_0_52"/>
          <p:cNvSpPr txBox="1"/>
          <p:nvPr>
            <p:ph idx="1" type="subTitle"/>
          </p:nvPr>
        </p:nvSpPr>
        <p:spPr>
          <a:xfrm>
            <a:off x="0" y="2694667"/>
            <a:ext cx="12192000" cy="1293300"/>
          </a:xfrm>
          <a:prstGeom prst="rect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2700">
                <a:solidFill>
                  <a:srgbClr val="1155CC"/>
                </a:solidFill>
              </a:rPr>
              <a:t>Computer Networks (CSE 232)</a:t>
            </a:r>
            <a:endParaRPr b="1" sz="27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SzPts val="800"/>
              <a:buNone/>
            </a:pPr>
            <a:r>
              <a:rPr b="1" lang="en-US" sz="2700">
                <a:solidFill>
                  <a:srgbClr val="1155CC"/>
                </a:solidFill>
              </a:rPr>
              <a:t>Rinku Shah</a:t>
            </a:r>
            <a:endParaRPr b="1" sz="2700">
              <a:solidFill>
                <a:srgbClr val="1155CC"/>
              </a:solidFill>
            </a:endParaRPr>
          </a:p>
        </p:txBody>
      </p:sp>
      <p:sp>
        <p:nvSpPr>
          <p:cNvPr id="84" name="Google Shape;84;g101be01f4cc_0_52"/>
          <p:cNvSpPr txBox="1"/>
          <p:nvPr>
            <p:ph idx="1" type="subTitle"/>
          </p:nvPr>
        </p:nvSpPr>
        <p:spPr>
          <a:xfrm>
            <a:off x="415600" y="4803333"/>
            <a:ext cx="74283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en-US" sz="1900"/>
              <a:t>These slides are inspired and adapted from:</a:t>
            </a:r>
            <a:r>
              <a:rPr lang="en-US" sz="1900"/>
              <a:t> </a:t>
            </a:r>
            <a:endParaRPr sz="1900"/>
          </a:p>
          <a:p>
            <a:pPr indent="-4254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AutoNum type="arabicPeriod"/>
            </a:pPr>
            <a:r>
              <a:rPr i="1" lang="en-US" sz="1900">
                <a:solidFill>
                  <a:srgbClr val="0B5394"/>
                </a:solidFill>
              </a:rPr>
              <a:t>Computer Networking: A Top-Down Approach </a:t>
            </a:r>
            <a:endParaRPr i="1" sz="1900">
              <a:solidFill>
                <a:srgbClr val="0B5394"/>
              </a:solidFill>
            </a:endParaRPr>
          </a:p>
          <a:p>
            <a:pPr indent="6096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en-US" sz="1900"/>
              <a:t>6th edition, Jim Kurose, Keith Ross, Pearson, 2017</a:t>
            </a:r>
            <a:endParaRPr i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i="1" sz="1500">
              <a:solidFill>
                <a:srgbClr val="0B5394"/>
              </a:solidFill>
            </a:endParaRPr>
          </a:p>
        </p:txBody>
      </p:sp>
      <p:pic>
        <p:nvPicPr>
          <p:cNvPr id="85" name="Google Shape;85;g101be01f4cc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3800" y="5643704"/>
            <a:ext cx="4127400" cy="791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1be01f4cc_0_2655"/>
          <p:cNvSpPr txBox="1"/>
          <p:nvPr>
            <p:ph type="title"/>
          </p:nvPr>
        </p:nvSpPr>
        <p:spPr>
          <a:xfrm>
            <a:off x="838200" y="2981696"/>
            <a:ext cx="10515600" cy="894600"/>
          </a:xfrm>
          <a:prstGeom prst="rect">
            <a:avLst/>
          </a:prstGeom>
          <a:noFill/>
          <a:ln cap="flat" cmpd="sng" w="9525">
            <a:solidFill>
              <a:srgbClr val="00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Distance Vector Routing </a:t>
            </a:r>
            <a:endParaRPr/>
          </a:p>
        </p:txBody>
      </p:sp>
      <p:sp>
        <p:nvSpPr>
          <p:cNvPr id="92" name="Google Shape;92;g101be01f4cc_0_2655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01be01f4cc_0_104"/>
          <p:cNvSpPr txBox="1"/>
          <p:nvPr>
            <p:ph idx="1" type="body"/>
          </p:nvPr>
        </p:nvSpPr>
        <p:spPr>
          <a:xfrm>
            <a:off x="838200" y="1724027"/>
            <a:ext cx="108129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/>
              <a:t>Based on </a:t>
            </a:r>
            <a:r>
              <a:rPr i="1" lang="en-US" sz="3200">
                <a:solidFill>
                  <a:srgbClr val="0000A8"/>
                </a:solidFill>
              </a:rPr>
              <a:t>Bellman-Ford</a:t>
            </a:r>
            <a:r>
              <a:rPr lang="en-US" sz="3200"/>
              <a:t> (BF) equation (dynamic programming):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9" name="Google Shape;99;g101be01f4cc_0_104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grpSp>
        <p:nvGrpSpPr>
          <p:cNvPr id="100" name="Google Shape;100;g101be01f4cc_0_104"/>
          <p:cNvGrpSpPr/>
          <p:nvPr/>
        </p:nvGrpSpPr>
        <p:grpSpPr>
          <a:xfrm>
            <a:off x="1902542" y="2507226"/>
            <a:ext cx="8854181" cy="2758064"/>
            <a:chOff x="1902542" y="2507226"/>
            <a:chExt cx="8854181" cy="2758064"/>
          </a:xfrm>
        </p:grpSpPr>
        <p:sp>
          <p:nvSpPr>
            <p:cNvPr id="101" name="Google Shape;101;g101be01f4cc_0_104"/>
            <p:cNvSpPr txBox="1"/>
            <p:nvPr/>
          </p:nvSpPr>
          <p:spPr>
            <a:xfrm>
              <a:off x="2803423" y="3288890"/>
              <a:ext cx="7953300" cy="19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77500" lnSpcReduction="20000"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Let 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(y): </a:t>
              </a: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cost of least-cost path from 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Then: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= </a:t>
              </a:r>
              <a:r>
                <a:rPr b="0" i="0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r>
                <a:rPr b="0" baseline="-2500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{ c</a:t>
              </a:r>
              <a:r>
                <a:rPr b="0" baseline="-2500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x,v 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2" name="Google Shape;102;g101be01f4cc_0_104"/>
            <p:cNvSpPr/>
            <p:nvPr/>
          </p:nvSpPr>
          <p:spPr>
            <a:xfrm>
              <a:off x="1902542" y="2743199"/>
              <a:ext cx="8686800" cy="2182800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g101be01f4cc_0_104"/>
            <p:cNvSpPr txBox="1"/>
            <p:nvPr/>
          </p:nvSpPr>
          <p:spPr>
            <a:xfrm>
              <a:off x="2418735" y="2507226"/>
              <a:ext cx="30474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g101be01f4cc_0_104"/>
          <p:cNvGrpSpPr/>
          <p:nvPr/>
        </p:nvGrpSpPr>
        <p:grpSpPr>
          <a:xfrm>
            <a:off x="882140" y="4742711"/>
            <a:ext cx="4443300" cy="1561816"/>
            <a:chOff x="2040982" y="4374411"/>
            <a:chExt cx="4443300" cy="1561816"/>
          </a:xfrm>
        </p:grpSpPr>
        <p:sp>
          <p:nvSpPr>
            <p:cNvPr id="105" name="Google Shape;105;g101be01f4cc_0_104"/>
            <p:cNvSpPr txBox="1"/>
            <p:nvPr/>
          </p:nvSpPr>
          <p:spPr>
            <a:xfrm>
              <a:off x="2040982" y="5474527"/>
              <a:ext cx="444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taken over all neighbors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" name="Google Shape;106;g101be01f4cc_0_104"/>
            <p:cNvCxnSpPr/>
            <p:nvPr/>
          </p:nvCxnSpPr>
          <p:spPr>
            <a:xfrm>
              <a:off x="6409694" y="4374411"/>
              <a:ext cx="0" cy="1357500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7" name="Google Shape;107;g101be01f4cc_0_104"/>
          <p:cNvGrpSpPr/>
          <p:nvPr/>
        </p:nvGrpSpPr>
        <p:grpSpPr>
          <a:xfrm>
            <a:off x="6490417" y="4684718"/>
            <a:ext cx="4855200" cy="1072882"/>
            <a:chOff x="6490417" y="4684718"/>
            <a:chExt cx="4855200" cy="1072882"/>
          </a:xfrm>
        </p:grpSpPr>
        <p:sp>
          <p:nvSpPr>
            <p:cNvPr id="108" name="Google Shape;108;g101be01f4cc_0_104"/>
            <p:cNvSpPr txBox="1"/>
            <p:nvPr/>
          </p:nvSpPr>
          <p:spPr>
            <a:xfrm>
              <a:off x="6490417" y="5295900"/>
              <a:ext cx="4855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’s estimated least-cost-path cost to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9" name="Google Shape;109;g101be01f4cc_0_104"/>
            <p:cNvCxnSpPr/>
            <p:nvPr/>
          </p:nvCxnSpPr>
          <p:spPr>
            <a:xfrm rot="10800000">
              <a:off x="6789107" y="4684718"/>
              <a:ext cx="0" cy="714000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0" name="Google Shape;110;g101be01f4cc_0_104"/>
          <p:cNvGrpSpPr/>
          <p:nvPr/>
        </p:nvGrpSpPr>
        <p:grpSpPr>
          <a:xfrm>
            <a:off x="5898825" y="4749349"/>
            <a:ext cx="3735000" cy="1589951"/>
            <a:chOff x="5898825" y="4749349"/>
            <a:chExt cx="3735000" cy="1589951"/>
          </a:xfrm>
        </p:grpSpPr>
        <p:sp>
          <p:nvSpPr>
            <p:cNvPr id="111" name="Google Shape;111;g101be01f4cc_0_104"/>
            <p:cNvSpPr txBox="1"/>
            <p:nvPr/>
          </p:nvSpPr>
          <p:spPr>
            <a:xfrm>
              <a:off x="5898825" y="5877600"/>
              <a:ext cx="373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direct cost of link from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x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2" name="Google Shape;112;g101be01f4cc_0_104"/>
            <p:cNvCxnSpPr/>
            <p:nvPr/>
          </p:nvCxnSpPr>
          <p:spPr>
            <a:xfrm rot="10800000">
              <a:off x="5901847" y="4749349"/>
              <a:ext cx="0" cy="1338300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1be01f4cc_0_123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Bellman-Ford Example</a:t>
            </a:r>
            <a:endParaRPr/>
          </a:p>
        </p:txBody>
      </p:sp>
      <p:sp>
        <p:nvSpPr>
          <p:cNvPr id="119" name="Google Shape;119;g101be01f4cc_0_123"/>
          <p:cNvSpPr/>
          <p:nvPr/>
        </p:nvSpPr>
        <p:spPr>
          <a:xfrm>
            <a:off x="1464895" y="2577601"/>
            <a:ext cx="3571875" cy="2236788"/>
          </a:xfrm>
          <a:custGeom>
            <a:rect b="b" l="l" r="r" t="t"/>
            <a:pathLst>
              <a:path extrusionOk="0" h="1409" w="2250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101be01f4cc_0_123"/>
          <p:cNvSpPr/>
          <p:nvPr/>
        </p:nvSpPr>
        <p:spPr>
          <a:xfrm>
            <a:off x="1974545" y="3431326"/>
            <a:ext cx="542925" cy="2952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101be01f4cc_0_123"/>
          <p:cNvSpPr/>
          <p:nvPr/>
        </p:nvSpPr>
        <p:spPr>
          <a:xfrm>
            <a:off x="1561795" y="3815501"/>
            <a:ext cx="496800" cy="128700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g101be01f4cc_0_123"/>
          <p:cNvCxnSpPr/>
          <p:nvPr/>
        </p:nvCxnSpPr>
        <p:spPr>
          <a:xfrm>
            <a:off x="1561795" y="3804388"/>
            <a:ext cx="0" cy="7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g101be01f4cc_0_123"/>
          <p:cNvCxnSpPr/>
          <p:nvPr/>
        </p:nvCxnSpPr>
        <p:spPr>
          <a:xfrm>
            <a:off x="2058683" y="3804388"/>
            <a:ext cx="0" cy="7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g101be01f4cc_0_123"/>
          <p:cNvSpPr/>
          <p:nvPr/>
        </p:nvSpPr>
        <p:spPr>
          <a:xfrm>
            <a:off x="1561795" y="3804388"/>
            <a:ext cx="492000" cy="777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101be01f4cc_0_123"/>
          <p:cNvSpPr/>
          <p:nvPr/>
        </p:nvSpPr>
        <p:spPr>
          <a:xfrm>
            <a:off x="1557033" y="3710726"/>
            <a:ext cx="496800" cy="150900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101be01f4cc_0_123"/>
          <p:cNvSpPr/>
          <p:nvPr/>
        </p:nvSpPr>
        <p:spPr>
          <a:xfrm>
            <a:off x="3408058" y="4425101"/>
            <a:ext cx="496800" cy="128700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g101be01f4cc_0_123"/>
          <p:cNvCxnSpPr/>
          <p:nvPr/>
        </p:nvCxnSpPr>
        <p:spPr>
          <a:xfrm>
            <a:off x="3408058" y="4413988"/>
            <a:ext cx="0" cy="7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g101be01f4cc_0_123"/>
          <p:cNvCxnSpPr/>
          <p:nvPr/>
        </p:nvCxnSpPr>
        <p:spPr>
          <a:xfrm>
            <a:off x="3904945" y="4413988"/>
            <a:ext cx="0" cy="7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g101be01f4cc_0_123"/>
          <p:cNvSpPr/>
          <p:nvPr/>
        </p:nvSpPr>
        <p:spPr>
          <a:xfrm>
            <a:off x="3408058" y="4413988"/>
            <a:ext cx="492000" cy="777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101be01f4cc_0_123"/>
          <p:cNvSpPr/>
          <p:nvPr/>
        </p:nvSpPr>
        <p:spPr>
          <a:xfrm>
            <a:off x="3403295" y="4320326"/>
            <a:ext cx="496800" cy="150900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101be01f4cc_0_123"/>
          <p:cNvSpPr/>
          <p:nvPr/>
        </p:nvSpPr>
        <p:spPr>
          <a:xfrm>
            <a:off x="4304995" y="3883763"/>
            <a:ext cx="496800" cy="128700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101be01f4cc_0_123"/>
          <p:cNvCxnSpPr/>
          <p:nvPr/>
        </p:nvCxnSpPr>
        <p:spPr>
          <a:xfrm>
            <a:off x="4304995" y="3872651"/>
            <a:ext cx="0" cy="7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g101be01f4cc_0_123"/>
          <p:cNvCxnSpPr/>
          <p:nvPr/>
        </p:nvCxnSpPr>
        <p:spPr>
          <a:xfrm>
            <a:off x="4801883" y="3872651"/>
            <a:ext cx="0" cy="7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g101be01f4cc_0_123"/>
          <p:cNvSpPr/>
          <p:nvPr/>
        </p:nvSpPr>
        <p:spPr>
          <a:xfrm>
            <a:off x="4304995" y="3872651"/>
            <a:ext cx="492000" cy="777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101be01f4cc_0_123"/>
          <p:cNvSpPr/>
          <p:nvPr/>
        </p:nvSpPr>
        <p:spPr>
          <a:xfrm>
            <a:off x="4300233" y="3778988"/>
            <a:ext cx="496800" cy="150900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101be01f4cc_0_123"/>
          <p:cNvSpPr/>
          <p:nvPr/>
        </p:nvSpPr>
        <p:spPr>
          <a:xfrm>
            <a:off x="3655708" y="3474188"/>
            <a:ext cx="1588" cy="828675"/>
          </a:xfrm>
          <a:custGeom>
            <a:rect b="b" l="l" r="r" t="t"/>
            <a:pathLst>
              <a:path extrusionOk="0" h="522" w="1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101be01f4cc_0_123"/>
          <p:cNvSpPr/>
          <p:nvPr/>
        </p:nvSpPr>
        <p:spPr>
          <a:xfrm>
            <a:off x="2555570" y="3483713"/>
            <a:ext cx="1588" cy="852488"/>
          </a:xfrm>
          <a:custGeom>
            <a:rect b="b" l="l" r="r" t="t"/>
            <a:pathLst>
              <a:path extrusionOk="0" h="537" w="1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101be01f4cc_0_123"/>
          <p:cNvSpPr/>
          <p:nvPr/>
        </p:nvSpPr>
        <p:spPr>
          <a:xfrm>
            <a:off x="2817508" y="3459901"/>
            <a:ext cx="800100" cy="952500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101be01f4cc_0_123"/>
          <p:cNvSpPr/>
          <p:nvPr/>
        </p:nvSpPr>
        <p:spPr>
          <a:xfrm>
            <a:off x="3908120" y="4012351"/>
            <a:ext cx="581025" cy="428625"/>
          </a:xfrm>
          <a:custGeom>
            <a:rect b="b" l="l" r="r" t="t"/>
            <a:pathLst>
              <a:path extrusionOk="0" h="270" w="366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01be01f4cc_0_123"/>
          <p:cNvSpPr/>
          <p:nvPr/>
        </p:nvSpPr>
        <p:spPr>
          <a:xfrm>
            <a:off x="2827033" y="4460026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101be01f4cc_0_123"/>
          <p:cNvSpPr/>
          <p:nvPr/>
        </p:nvSpPr>
        <p:spPr>
          <a:xfrm>
            <a:off x="1888820" y="3945676"/>
            <a:ext cx="438150" cy="419100"/>
          </a:xfrm>
          <a:custGeom>
            <a:rect b="b" l="l" r="r" t="t"/>
            <a:pathLst>
              <a:path extrusionOk="0" h="264" w="276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101be01f4cc_0_123"/>
          <p:cNvSpPr/>
          <p:nvPr/>
        </p:nvSpPr>
        <p:spPr>
          <a:xfrm>
            <a:off x="2817508" y="3364651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101be01f4cc_0_123"/>
          <p:cNvSpPr/>
          <p:nvPr/>
        </p:nvSpPr>
        <p:spPr>
          <a:xfrm>
            <a:off x="3889070" y="3359888"/>
            <a:ext cx="628650" cy="423863"/>
          </a:xfrm>
          <a:custGeom>
            <a:rect b="b" l="l" r="r" t="t"/>
            <a:pathLst>
              <a:path extrusionOk="0" h="267" w="396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101be01f4cc_0_123"/>
          <p:cNvSpPr/>
          <p:nvPr/>
        </p:nvSpPr>
        <p:spPr>
          <a:xfrm>
            <a:off x="1798333" y="2678851"/>
            <a:ext cx="1762125" cy="1023938"/>
          </a:xfrm>
          <a:custGeom>
            <a:rect b="b" l="l" r="r" t="t"/>
            <a:pathLst>
              <a:path extrusionOk="0" h="645" w="1110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g101be01f4cc_0_123"/>
          <p:cNvGrpSpPr/>
          <p:nvPr/>
        </p:nvGrpSpPr>
        <p:grpSpPr>
          <a:xfrm>
            <a:off x="1639583" y="3628176"/>
            <a:ext cx="469382" cy="476250"/>
            <a:chOff x="2954" y="2425"/>
            <a:chExt cx="300" cy="300"/>
          </a:xfrm>
        </p:grpSpPr>
        <p:sp>
          <p:nvSpPr>
            <p:cNvPr id="146" name="Google Shape;146;g101be01f4cc_0_123"/>
            <p:cNvSpPr/>
            <p:nvPr/>
          </p:nvSpPr>
          <p:spPr>
            <a:xfrm>
              <a:off x="2982" y="2490"/>
              <a:ext cx="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101be01f4cc_0_123"/>
            <p:cNvSpPr txBox="1"/>
            <p:nvPr/>
          </p:nvSpPr>
          <p:spPr>
            <a:xfrm>
              <a:off x="2954" y="242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g101be01f4cc_0_123"/>
          <p:cNvGrpSpPr/>
          <p:nvPr/>
        </p:nvGrpSpPr>
        <p:grpSpPr>
          <a:xfrm>
            <a:off x="3503308" y="4237776"/>
            <a:ext cx="469070" cy="476250"/>
            <a:chOff x="2958" y="2425"/>
            <a:chExt cx="300" cy="300"/>
          </a:xfrm>
        </p:grpSpPr>
        <p:sp>
          <p:nvSpPr>
            <p:cNvPr id="149" name="Google Shape;149;g101be01f4cc_0_123"/>
            <p:cNvSpPr/>
            <p:nvPr/>
          </p:nvSpPr>
          <p:spPr>
            <a:xfrm>
              <a:off x="2982" y="2490"/>
              <a:ext cx="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101be01f4cc_0_123"/>
            <p:cNvSpPr txBox="1"/>
            <p:nvPr/>
          </p:nvSpPr>
          <p:spPr>
            <a:xfrm>
              <a:off x="2958" y="242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g101be01f4cc_0_123"/>
          <p:cNvGrpSpPr/>
          <p:nvPr/>
        </p:nvGrpSpPr>
        <p:grpSpPr>
          <a:xfrm>
            <a:off x="4398658" y="3647226"/>
            <a:ext cx="471799" cy="476250"/>
            <a:chOff x="2949" y="2395"/>
            <a:chExt cx="300" cy="300"/>
          </a:xfrm>
        </p:grpSpPr>
        <p:sp>
          <p:nvSpPr>
            <p:cNvPr id="152" name="Google Shape;152;g101be01f4cc_0_123"/>
            <p:cNvSpPr/>
            <p:nvPr/>
          </p:nvSpPr>
          <p:spPr>
            <a:xfrm>
              <a:off x="2982" y="2490"/>
              <a:ext cx="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101be01f4cc_0_123"/>
            <p:cNvSpPr txBox="1"/>
            <p:nvPr/>
          </p:nvSpPr>
          <p:spPr>
            <a:xfrm>
              <a:off x="2949" y="239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g101be01f4cc_0_123"/>
          <p:cNvSpPr txBox="1"/>
          <p:nvPr/>
        </p:nvSpPr>
        <p:spPr>
          <a:xfrm>
            <a:off x="1966608" y="334877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101be01f4cc_0_123"/>
          <p:cNvSpPr txBox="1"/>
          <p:nvPr/>
        </p:nvSpPr>
        <p:spPr>
          <a:xfrm>
            <a:off x="2519058" y="36964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101be01f4cc_0_123"/>
          <p:cNvSpPr txBox="1"/>
          <p:nvPr/>
        </p:nvSpPr>
        <p:spPr>
          <a:xfrm>
            <a:off x="1828495" y="403457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101be01f4cc_0_123"/>
          <p:cNvSpPr txBox="1"/>
          <p:nvPr/>
        </p:nvSpPr>
        <p:spPr>
          <a:xfrm>
            <a:off x="3128658" y="384407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101be01f4cc_0_123"/>
          <p:cNvSpPr txBox="1"/>
          <p:nvPr/>
        </p:nvSpPr>
        <p:spPr>
          <a:xfrm>
            <a:off x="3028645" y="4406051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101be01f4cc_0_123"/>
          <p:cNvSpPr txBox="1"/>
          <p:nvPr/>
        </p:nvSpPr>
        <p:spPr>
          <a:xfrm>
            <a:off x="3600145" y="372501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101be01f4cc_0_123"/>
          <p:cNvSpPr txBox="1"/>
          <p:nvPr/>
        </p:nvSpPr>
        <p:spPr>
          <a:xfrm>
            <a:off x="4171645" y="414411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101be01f4cc_0_123"/>
          <p:cNvSpPr txBox="1"/>
          <p:nvPr/>
        </p:nvSpPr>
        <p:spPr>
          <a:xfrm>
            <a:off x="4128783" y="329162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101be01f4cc_0_123"/>
          <p:cNvSpPr txBox="1"/>
          <p:nvPr/>
        </p:nvSpPr>
        <p:spPr>
          <a:xfrm>
            <a:off x="2961970" y="3053501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101be01f4cc_0_123"/>
          <p:cNvSpPr txBox="1"/>
          <p:nvPr/>
        </p:nvSpPr>
        <p:spPr>
          <a:xfrm>
            <a:off x="2404758" y="26296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101be01f4cc_0_123"/>
          <p:cNvSpPr txBox="1"/>
          <p:nvPr/>
        </p:nvSpPr>
        <p:spPr>
          <a:xfrm>
            <a:off x="826718" y="1453057"/>
            <a:ext cx="1106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that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’s neighboring node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s, x,v,w,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 that for destination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g101be01f4cc_0_123"/>
          <p:cNvGrpSpPr/>
          <p:nvPr/>
        </p:nvGrpSpPr>
        <p:grpSpPr>
          <a:xfrm>
            <a:off x="5954236" y="2228981"/>
            <a:ext cx="4331700" cy="1775297"/>
            <a:chOff x="5954236" y="2228981"/>
            <a:chExt cx="4331700" cy="1775297"/>
          </a:xfrm>
        </p:grpSpPr>
        <p:sp>
          <p:nvSpPr>
            <p:cNvPr id="166" name="Google Shape;166;g101be01f4cc_0_123"/>
            <p:cNvSpPr txBox="1"/>
            <p:nvPr/>
          </p:nvSpPr>
          <p:spPr>
            <a:xfrm>
              <a:off x="6467193" y="2803678"/>
              <a:ext cx="35958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min {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u,v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u,x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u,w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101be01f4cc_0_123"/>
            <p:cNvSpPr txBox="1"/>
            <p:nvPr/>
          </p:nvSpPr>
          <p:spPr>
            <a:xfrm>
              <a:off x="5954236" y="2228981"/>
              <a:ext cx="4331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 says: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g101be01f4cc_0_123"/>
          <p:cNvSpPr/>
          <p:nvPr/>
        </p:nvSpPr>
        <p:spPr>
          <a:xfrm>
            <a:off x="1490598" y="3507287"/>
            <a:ext cx="613800" cy="613800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g101be01f4cc_0_123"/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170" name="Google Shape;170;g101be01f4cc_0_123"/>
            <p:cNvSpPr/>
            <p:nvPr/>
          </p:nvSpPr>
          <p:spPr>
            <a:xfrm>
              <a:off x="851770" y="2630466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g101be01f4cc_0_123"/>
            <p:cNvGrpSpPr/>
            <p:nvPr/>
          </p:nvGrpSpPr>
          <p:grpSpPr>
            <a:xfrm>
              <a:off x="764088" y="2192055"/>
              <a:ext cx="1346700" cy="461700"/>
              <a:chOff x="764088" y="2192055"/>
              <a:chExt cx="1346700" cy="461700"/>
            </a:xfrm>
          </p:grpSpPr>
          <p:sp>
            <p:nvSpPr>
              <p:cNvPr id="172" name="Google Shape;172;g101be01f4cc_0_123"/>
              <p:cNvSpPr/>
              <p:nvPr/>
            </p:nvSpPr>
            <p:spPr>
              <a:xfrm>
                <a:off x="851770" y="2242159"/>
                <a:ext cx="1240200" cy="3882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g101be01f4cc_0_123"/>
              <p:cNvSpPr txBox="1"/>
              <p:nvPr/>
            </p:nvSpPr>
            <p:spPr>
              <a:xfrm>
                <a:off x="764088" y="2192055"/>
                <a:ext cx="1346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5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4" name="Google Shape;174;g101be01f4cc_0_123"/>
          <p:cNvGrpSpPr/>
          <p:nvPr/>
        </p:nvGrpSpPr>
        <p:grpSpPr>
          <a:xfrm>
            <a:off x="2315033" y="3160213"/>
            <a:ext cx="561970" cy="476250"/>
            <a:chOff x="836555" y="3112712"/>
            <a:chExt cx="561970" cy="476250"/>
          </a:xfrm>
        </p:grpSpPr>
        <p:grpSp>
          <p:nvGrpSpPr>
            <p:cNvPr id="175" name="Google Shape;175;g101be01f4cc_0_123"/>
            <p:cNvGrpSpPr/>
            <p:nvPr/>
          </p:nvGrpSpPr>
          <p:grpSpPr>
            <a:xfrm>
              <a:off x="836555" y="3205962"/>
              <a:ext cx="501650" cy="233475"/>
              <a:chOff x="2303158" y="3229713"/>
              <a:chExt cx="501650" cy="233475"/>
            </a:xfrm>
          </p:grpSpPr>
          <p:sp>
            <p:nvSpPr>
              <p:cNvPr id="176" name="Google Shape;176;g101be01f4cc_0_123"/>
              <p:cNvSpPr/>
              <p:nvPr/>
            </p:nvSpPr>
            <p:spPr>
              <a:xfrm>
                <a:off x="2307920" y="3334488"/>
                <a:ext cx="496800" cy="12870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7" name="Google Shape;177;g101be01f4cc_0_123"/>
              <p:cNvCxnSpPr/>
              <p:nvPr/>
            </p:nvCxnSpPr>
            <p:spPr>
              <a:xfrm>
                <a:off x="2307920" y="3323376"/>
                <a:ext cx="0" cy="79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g101be01f4cc_0_123"/>
              <p:cNvCxnSpPr/>
              <p:nvPr/>
            </p:nvCxnSpPr>
            <p:spPr>
              <a:xfrm>
                <a:off x="2804808" y="3323376"/>
                <a:ext cx="0" cy="79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9" name="Google Shape;179;g101be01f4cc_0_123"/>
              <p:cNvSpPr/>
              <p:nvPr/>
            </p:nvSpPr>
            <p:spPr>
              <a:xfrm>
                <a:off x="2307920" y="3323376"/>
                <a:ext cx="492000" cy="7770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g101be01f4cc_0_123"/>
              <p:cNvSpPr/>
              <p:nvPr/>
            </p:nvSpPr>
            <p:spPr>
              <a:xfrm>
                <a:off x="2303158" y="3229713"/>
                <a:ext cx="496800" cy="15090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g101be01f4cc_0_123"/>
            <p:cNvGrpSpPr/>
            <p:nvPr/>
          </p:nvGrpSpPr>
          <p:grpSpPr>
            <a:xfrm>
              <a:off x="929455" y="3112712"/>
              <a:ext cx="469070" cy="476250"/>
              <a:chOff x="2958" y="2425"/>
              <a:chExt cx="300" cy="300"/>
            </a:xfrm>
          </p:grpSpPr>
          <p:sp>
            <p:nvSpPr>
              <p:cNvPr id="182" name="Google Shape;182;g101be01f4cc_0_123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g101be01f4cc_0_123"/>
              <p:cNvSpPr txBox="1"/>
              <p:nvPr/>
            </p:nvSpPr>
            <p:spPr>
              <a:xfrm>
                <a:off x="2958" y="242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4" name="Google Shape;184;g101be01f4cc_0_123"/>
          <p:cNvGrpSpPr/>
          <p:nvPr/>
        </p:nvGrpSpPr>
        <p:grpSpPr>
          <a:xfrm>
            <a:off x="3717682" y="2156537"/>
            <a:ext cx="1617388" cy="1131193"/>
            <a:chOff x="3717682" y="2156537"/>
            <a:chExt cx="1617388" cy="1131193"/>
          </a:xfrm>
        </p:grpSpPr>
        <p:sp>
          <p:nvSpPr>
            <p:cNvPr id="185" name="Google Shape;185;g101be01f4cc_0_123"/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" name="Google Shape;186;g101be01f4cc_0_123"/>
            <p:cNvGrpSpPr/>
            <p:nvPr/>
          </p:nvGrpSpPr>
          <p:grpSpPr>
            <a:xfrm>
              <a:off x="3933770" y="2156537"/>
              <a:ext cx="1401300" cy="461700"/>
              <a:chOff x="5257869" y="2364355"/>
              <a:chExt cx="1401300" cy="461700"/>
            </a:xfrm>
          </p:grpSpPr>
          <p:sp>
            <p:nvSpPr>
              <p:cNvPr id="187" name="Google Shape;187;g101be01f4cc_0_123"/>
              <p:cNvSpPr/>
              <p:nvPr/>
            </p:nvSpPr>
            <p:spPr>
              <a:xfrm>
                <a:off x="5402893" y="2421699"/>
                <a:ext cx="1240200" cy="3882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g101be01f4cc_0_123"/>
              <p:cNvSpPr txBox="1"/>
              <p:nvPr/>
            </p:nvSpPr>
            <p:spPr>
              <a:xfrm>
                <a:off x="5257869" y="2364355"/>
                <a:ext cx="1401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9" name="Google Shape;189;g101be01f4cc_0_123"/>
          <p:cNvGrpSpPr/>
          <p:nvPr/>
        </p:nvGrpSpPr>
        <p:grpSpPr>
          <a:xfrm>
            <a:off x="3392183" y="3123351"/>
            <a:ext cx="544782" cy="476250"/>
            <a:chOff x="3392183" y="3123351"/>
            <a:chExt cx="544782" cy="476250"/>
          </a:xfrm>
        </p:grpSpPr>
        <p:sp>
          <p:nvSpPr>
            <p:cNvPr id="190" name="Google Shape;190;g101be01f4cc_0_123"/>
            <p:cNvSpPr/>
            <p:nvPr/>
          </p:nvSpPr>
          <p:spPr>
            <a:xfrm>
              <a:off x="3392183" y="3328138"/>
              <a:ext cx="495300" cy="12870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" name="Google Shape;191;g101be01f4cc_0_123"/>
            <p:cNvCxnSpPr/>
            <p:nvPr/>
          </p:nvCxnSpPr>
          <p:spPr>
            <a:xfrm>
              <a:off x="3392183" y="3317026"/>
              <a:ext cx="0" cy="79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g101be01f4cc_0_123"/>
            <p:cNvCxnSpPr/>
            <p:nvPr/>
          </p:nvCxnSpPr>
          <p:spPr>
            <a:xfrm>
              <a:off x="3887483" y="3317026"/>
              <a:ext cx="0" cy="79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3" name="Google Shape;193;g101be01f4cc_0_123"/>
            <p:cNvSpPr/>
            <p:nvPr/>
          </p:nvSpPr>
          <p:spPr>
            <a:xfrm>
              <a:off x="3392183" y="3317026"/>
              <a:ext cx="490500" cy="7770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101be01f4cc_0_123"/>
            <p:cNvSpPr/>
            <p:nvPr/>
          </p:nvSpPr>
          <p:spPr>
            <a:xfrm>
              <a:off x="3396945" y="3228126"/>
              <a:ext cx="495300" cy="15090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5" name="Google Shape;195;g101be01f4cc_0_123"/>
            <p:cNvGrpSpPr/>
            <p:nvPr/>
          </p:nvGrpSpPr>
          <p:grpSpPr>
            <a:xfrm>
              <a:off x="3466795" y="3123351"/>
              <a:ext cx="470170" cy="476250"/>
              <a:chOff x="2941" y="2413"/>
              <a:chExt cx="300" cy="300"/>
            </a:xfrm>
          </p:grpSpPr>
          <p:sp>
            <p:nvSpPr>
              <p:cNvPr id="196" name="Google Shape;196;g101be01f4cc_0_123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g101be01f4cc_0_123"/>
              <p:cNvSpPr txBox="1"/>
              <p:nvPr/>
            </p:nvSpPr>
            <p:spPr>
              <a:xfrm>
                <a:off x="2941" y="2413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8" name="Google Shape;198;g101be01f4cc_0_123"/>
          <p:cNvGrpSpPr/>
          <p:nvPr/>
        </p:nvGrpSpPr>
        <p:grpSpPr>
          <a:xfrm>
            <a:off x="848468" y="4372180"/>
            <a:ext cx="1691740" cy="1106979"/>
            <a:chOff x="848468" y="4372180"/>
            <a:chExt cx="1691740" cy="1106979"/>
          </a:xfrm>
        </p:grpSpPr>
        <p:sp>
          <p:nvSpPr>
            <p:cNvPr id="199" name="Google Shape;199;g101be01f4cc_0_123"/>
            <p:cNvSpPr/>
            <p:nvPr/>
          </p:nvSpPr>
          <p:spPr>
            <a:xfrm flipH="1" rot="10800000">
              <a:off x="936877" y="4372180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0" name="Google Shape;200;g101be01f4cc_0_123"/>
            <p:cNvGrpSpPr/>
            <p:nvPr/>
          </p:nvGrpSpPr>
          <p:grpSpPr>
            <a:xfrm>
              <a:off x="848468" y="5017459"/>
              <a:ext cx="1342157" cy="461700"/>
              <a:chOff x="296266" y="4536509"/>
              <a:chExt cx="1342157" cy="461700"/>
            </a:xfrm>
          </p:grpSpPr>
          <p:sp>
            <p:nvSpPr>
              <p:cNvPr id="201" name="Google Shape;201;g101be01f4cc_0_123"/>
              <p:cNvSpPr/>
              <p:nvPr/>
            </p:nvSpPr>
            <p:spPr>
              <a:xfrm>
                <a:off x="398223" y="4576176"/>
                <a:ext cx="1240200" cy="3882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g101be01f4cc_0_123"/>
              <p:cNvSpPr txBox="1"/>
              <p:nvPr/>
            </p:nvSpPr>
            <p:spPr>
              <a:xfrm>
                <a:off x="296266" y="4536509"/>
                <a:ext cx="1341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= 3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g101be01f4cc_0_123"/>
          <p:cNvGrpSpPr/>
          <p:nvPr/>
        </p:nvGrpSpPr>
        <p:grpSpPr>
          <a:xfrm>
            <a:off x="2309508" y="4185388"/>
            <a:ext cx="574026" cy="476250"/>
            <a:chOff x="2309508" y="4185388"/>
            <a:chExt cx="574026" cy="476250"/>
          </a:xfrm>
        </p:grpSpPr>
        <p:sp>
          <p:nvSpPr>
            <p:cNvPr id="204" name="Google Shape;204;g101be01f4cc_0_123"/>
            <p:cNvSpPr/>
            <p:nvPr/>
          </p:nvSpPr>
          <p:spPr>
            <a:xfrm>
              <a:off x="2314270" y="4429863"/>
              <a:ext cx="496800" cy="12870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g101be01f4cc_0_123"/>
            <p:cNvCxnSpPr/>
            <p:nvPr/>
          </p:nvCxnSpPr>
          <p:spPr>
            <a:xfrm>
              <a:off x="2314270" y="4418751"/>
              <a:ext cx="0" cy="79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g101be01f4cc_0_123"/>
            <p:cNvCxnSpPr/>
            <p:nvPr/>
          </p:nvCxnSpPr>
          <p:spPr>
            <a:xfrm>
              <a:off x="2811158" y="4418751"/>
              <a:ext cx="0" cy="79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7" name="Google Shape;207;g101be01f4cc_0_123"/>
            <p:cNvSpPr/>
            <p:nvPr/>
          </p:nvSpPr>
          <p:spPr>
            <a:xfrm>
              <a:off x="2314270" y="4418751"/>
              <a:ext cx="492000" cy="7770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101be01f4cc_0_123"/>
            <p:cNvSpPr/>
            <p:nvPr/>
          </p:nvSpPr>
          <p:spPr>
            <a:xfrm>
              <a:off x="2309508" y="4325088"/>
              <a:ext cx="496800" cy="15090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" name="Google Shape;209;g101be01f4cc_0_123"/>
            <p:cNvGrpSpPr/>
            <p:nvPr/>
          </p:nvGrpSpPr>
          <p:grpSpPr>
            <a:xfrm>
              <a:off x="2409520" y="4185388"/>
              <a:ext cx="474014" cy="476250"/>
              <a:chOff x="2951" y="2395"/>
              <a:chExt cx="300" cy="300"/>
            </a:xfrm>
          </p:grpSpPr>
          <p:sp>
            <p:nvSpPr>
              <p:cNvPr id="210" name="Google Shape;210;g101be01f4cc_0_123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g101be01f4cc_0_123"/>
              <p:cNvSpPr txBox="1"/>
              <p:nvPr/>
            </p:nvSpPr>
            <p:spPr>
              <a:xfrm>
                <a:off x="2951" y="239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2" name="Google Shape;212;g101be01f4cc_0_123"/>
          <p:cNvSpPr txBox="1"/>
          <p:nvPr/>
        </p:nvSpPr>
        <p:spPr>
          <a:xfrm>
            <a:off x="7446311" y="3940800"/>
            <a:ext cx="260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 {2 + 5,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1 + 3,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5 + 3} 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g101be01f4cc_0_123"/>
          <p:cNvGrpSpPr/>
          <p:nvPr/>
        </p:nvGrpSpPr>
        <p:grpSpPr>
          <a:xfrm>
            <a:off x="6270932" y="2745287"/>
            <a:ext cx="4776900" cy="4096836"/>
            <a:chOff x="6270932" y="2745287"/>
            <a:chExt cx="4776900" cy="4096836"/>
          </a:xfrm>
        </p:grpSpPr>
        <p:sp>
          <p:nvSpPr>
            <p:cNvPr id="214" name="Google Shape;214;g101be01f4cc_0_123"/>
            <p:cNvSpPr txBox="1"/>
            <p:nvPr/>
          </p:nvSpPr>
          <p:spPr>
            <a:xfrm>
              <a:off x="6270932" y="5284523"/>
              <a:ext cx="4776900" cy="15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node achieving minimum (x) is next hop on estimated least-cost path to destination (z)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" name="Google Shape;215;g101be01f4cc_0_123"/>
            <p:cNvGrpSpPr/>
            <p:nvPr/>
          </p:nvGrpSpPr>
          <p:grpSpPr>
            <a:xfrm>
              <a:off x="6465518" y="2745287"/>
              <a:ext cx="3645139" cy="2469739"/>
              <a:chOff x="6465518" y="2745287"/>
              <a:chExt cx="3645139" cy="2469739"/>
            </a:xfrm>
          </p:grpSpPr>
          <p:sp>
            <p:nvSpPr>
              <p:cNvPr id="216" name="Google Shape;216;g101be01f4cc_0_123"/>
              <p:cNvSpPr/>
              <p:nvPr/>
            </p:nvSpPr>
            <p:spPr>
              <a:xfrm>
                <a:off x="6465518" y="2745287"/>
                <a:ext cx="874800" cy="6138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g101be01f4cc_0_123"/>
              <p:cNvSpPr/>
              <p:nvPr/>
            </p:nvSpPr>
            <p:spPr>
              <a:xfrm>
                <a:off x="9235857" y="4601226"/>
                <a:ext cx="874800" cy="6138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g101be01f4cc_0_123"/>
              <p:cNvSpPr/>
              <p:nvPr/>
            </p:nvSpPr>
            <p:spPr>
              <a:xfrm>
                <a:off x="8098076" y="3187872"/>
                <a:ext cx="1722300" cy="482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01be01f4cc_0_228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25" name="Google Shape;225;g101be01f4cc_0_228"/>
          <p:cNvSpPr txBox="1"/>
          <p:nvPr/>
        </p:nvSpPr>
        <p:spPr>
          <a:xfrm>
            <a:off x="696238" y="1449887"/>
            <a:ext cx="108153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key idea: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time-to-time, each node sends its own distance vector estimate to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101be01f4cc_0_228"/>
          <p:cNvSpPr/>
          <p:nvPr/>
        </p:nvSpPr>
        <p:spPr>
          <a:xfrm>
            <a:off x="824173" y="4778050"/>
            <a:ext cx="10674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2" lvl="0" marL="3476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 minor, natural conditions, the estimate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(y) converge to the actual least cost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(y)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g101be01f4cc_0_228"/>
          <p:cNvGrpSpPr/>
          <p:nvPr/>
        </p:nvGrpSpPr>
        <p:grpSpPr>
          <a:xfrm>
            <a:off x="648222" y="2792259"/>
            <a:ext cx="10815300" cy="1412214"/>
            <a:chOff x="648222" y="2792259"/>
            <a:chExt cx="10815300" cy="1412214"/>
          </a:xfrm>
        </p:grpSpPr>
        <p:sp>
          <p:nvSpPr>
            <p:cNvPr id="228" name="Google Shape;228;g101be01f4cc_0_228"/>
            <p:cNvSpPr/>
            <p:nvPr/>
          </p:nvSpPr>
          <p:spPr>
            <a:xfrm>
              <a:off x="2556528" y="3681273"/>
              <a:ext cx="6709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 ← min</a:t>
              </a:r>
              <a:r>
                <a:rPr b="0" baseline="-2500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{c</a:t>
              </a:r>
              <a:r>
                <a:rPr b="0" baseline="-2500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+ D</a:t>
              </a:r>
              <a:r>
                <a:rPr b="0" baseline="-2500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(y)} 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for each node </a:t>
              </a: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∊ </a:t>
              </a: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101be01f4cc_0_228"/>
            <p:cNvSpPr txBox="1"/>
            <p:nvPr/>
          </p:nvSpPr>
          <p:spPr>
            <a:xfrm>
              <a:off x="648222" y="2792259"/>
              <a:ext cx="10815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0200" lvl="0" marL="4603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when </a:t>
              </a: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receives new DV estimate from any neighbor, it updates its own DV using B-F equation: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01be01f4cc_0_238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algorithm:  </a:t>
            </a:r>
            <a:endParaRPr/>
          </a:p>
        </p:txBody>
      </p:sp>
      <p:sp>
        <p:nvSpPr>
          <p:cNvPr id="236" name="Google Shape;236;g101be01f4cc_0_238"/>
          <p:cNvSpPr txBox="1"/>
          <p:nvPr/>
        </p:nvSpPr>
        <p:spPr>
          <a:xfrm>
            <a:off x="6173635" y="1530372"/>
            <a:ext cx="5400300" cy="1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iterative, asynchronous: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local iteration caused by: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3836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link cost change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3836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 update message from neighbor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101be01f4cc_0_238"/>
          <p:cNvSpPr txBox="1"/>
          <p:nvPr/>
        </p:nvSpPr>
        <p:spPr>
          <a:xfrm>
            <a:off x="1109661" y="1936601"/>
            <a:ext cx="4622100" cy="23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(change in local link cost or msg from neighbor)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g101be01f4cc_0_238"/>
          <p:cNvSpPr txBox="1"/>
          <p:nvPr/>
        </p:nvSpPr>
        <p:spPr>
          <a:xfrm>
            <a:off x="977032" y="1397588"/>
            <a:ext cx="203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each node: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101be01f4cc_0_238"/>
          <p:cNvSpPr txBox="1"/>
          <p:nvPr/>
        </p:nvSpPr>
        <p:spPr>
          <a:xfrm>
            <a:off x="6138145" y="3549151"/>
            <a:ext cx="4937100" cy="29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distributed, self-stopping: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node notifies neighbors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when its DV changes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6" lvl="1" marL="52228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neighbors then notify their neighbors –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if necessary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6" lvl="1" marL="52228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notification received, no actions taken!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" name="Google Shape;240;g101be01f4cc_0_238"/>
          <p:cNvGrpSpPr/>
          <p:nvPr/>
        </p:nvGrpSpPr>
        <p:grpSpPr>
          <a:xfrm>
            <a:off x="1058778" y="3133922"/>
            <a:ext cx="4989000" cy="1554846"/>
            <a:chOff x="1252162" y="3169084"/>
            <a:chExt cx="4989000" cy="1554846"/>
          </a:xfrm>
        </p:grpSpPr>
        <p:cxnSp>
          <p:nvCxnSpPr>
            <p:cNvPr id="241" name="Google Shape;241;g101be01f4cc_0_238"/>
            <p:cNvCxnSpPr/>
            <p:nvPr/>
          </p:nvCxnSpPr>
          <p:spPr>
            <a:xfrm>
              <a:off x="3601463" y="3169084"/>
              <a:ext cx="0" cy="422700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2" name="Google Shape;242;g101be01f4cc_0_238"/>
            <p:cNvSpPr txBox="1"/>
            <p:nvPr/>
          </p:nvSpPr>
          <p:spPr>
            <a:xfrm>
              <a:off x="1252162" y="3301630"/>
              <a:ext cx="4989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recompute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my DV estimates using DV received from neighbor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g101be01f4cc_0_238"/>
          <p:cNvGrpSpPr/>
          <p:nvPr/>
        </p:nvGrpSpPr>
        <p:grpSpPr>
          <a:xfrm>
            <a:off x="1086696" y="4361473"/>
            <a:ext cx="4622100" cy="1672268"/>
            <a:chOff x="1280080" y="4396635"/>
            <a:chExt cx="4622100" cy="1672268"/>
          </a:xfrm>
        </p:grpSpPr>
        <p:cxnSp>
          <p:nvCxnSpPr>
            <p:cNvPr id="244" name="Google Shape;244;g101be01f4cc_0_238"/>
            <p:cNvCxnSpPr/>
            <p:nvPr/>
          </p:nvCxnSpPr>
          <p:spPr>
            <a:xfrm>
              <a:off x="3578268" y="4396635"/>
              <a:ext cx="0" cy="439800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5" name="Google Shape;245;g101be01f4cc_0_238"/>
            <p:cNvSpPr txBox="1"/>
            <p:nvPr/>
          </p:nvSpPr>
          <p:spPr>
            <a:xfrm>
              <a:off x="1280080" y="4535903"/>
              <a:ext cx="4622100" cy="15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my DV to any destination has changed, </a:t>
              </a: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send my new DV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my neighbors, else do nothing.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6" name="Google Shape;246;g101be01f4cc_0_238"/>
          <p:cNvCxnSpPr/>
          <p:nvPr/>
        </p:nvCxnSpPr>
        <p:spPr>
          <a:xfrm rot="10800000">
            <a:off x="3381900" y="5988897"/>
            <a:ext cx="0" cy="25830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g101be01f4cc_0_238"/>
          <p:cNvCxnSpPr/>
          <p:nvPr/>
        </p:nvCxnSpPr>
        <p:spPr>
          <a:xfrm>
            <a:off x="3384884" y="2019107"/>
            <a:ext cx="0" cy="338100"/>
          </a:xfrm>
          <a:prstGeom prst="straightConnector1">
            <a:avLst/>
          </a:prstGeom>
          <a:noFill/>
          <a:ln cap="flat" cmpd="sng" w="19050">
            <a:solidFill>
              <a:srgbClr val="0013A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8" name="Google Shape;248;g101be01f4cc_0_238"/>
          <p:cNvCxnSpPr/>
          <p:nvPr/>
        </p:nvCxnSpPr>
        <p:spPr>
          <a:xfrm>
            <a:off x="1070309" y="6236367"/>
            <a:ext cx="2314500" cy="0"/>
          </a:xfrm>
          <a:prstGeom prst="straightConnector1">
            <a:avLst/>
          </a:prstGeom>
          <a:noFill/>
          <a:ln cap="flat" cmpd="sng" w="19050">
            <a:solidFill>
              <a:srgbClr val="0013A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9" name="Google Shape;249;g101be01f4cc_0_238"/>
          <p:cNvCxnSpPr/>
          <p:nvPr/>
        </p:nvCxnSpPr>
        <p:spPr>
          <a:xfrm>
            <a:off x="1084270" y="2018063"/>
            <a:ext cx="2300700" cy="0"/>
          </a:xfrm>
          <a:prstGeom prst="straightConnector1">
            <a:avLst/>
          </a:prstGeom>
          <a:noFill/>
          <a:ln cap="flat" cmpd="sng" w="19050">
            <a:solidFill>
              <a:srgbClr val="0013A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0" name="Google Shape;250;g101be01f4cc_0_238"/>
          <p:cNvCxnSpPr/>
          <p:nvPr/>
        </p:nvCxnSpPr>
        <p:spPr>
          <a:xfrm>
            <a:off x="1071744" y="2006581"/>
            <a:ext cx="0" cy="4233900"/>
          </a:xfrm>
          <a:prstGeom prst="straightConnector1">
            <a:avLst/>
          </a:prstGeom>
          <a:noFill/>
          <a:ln cap="flat" cmpd="sng" w="19050">
            <a:solidFill>
              <a:srgbClr val="0013A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1be01f4cc_0_2979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Distance Vector Routing: example 1</a:t>
            </a:r>
            <a:endParaRPr/>
          </a:p>
        </p:txBody>
      </p:sp>
      <p:sp>
        <p:nvSpPr>
          <p:cNvPr id="256" name="Google Shape;256;g101be01f4cc_0_297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7" name="Google Shape;257;g101be01f4cc_0_29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0" y="2424267"/>
            <a:ext cx="3251200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02345073c1_0_286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Step 1: Routing table initialization</a:t>
            </a:r>
            <a:endParaRPr/>
          </a:p>
        </p:txBody>
      </p:sp>
      <p:sp>
        <p:nvSpPr>
          <p:cNvPr id="263" name="Google Shape;263;g102345073c1_0_2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4" name="Google Shape;264;g102345073c1_0_2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0" y="2424267"/>
            <a:ext cx="3251200" cy="2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g102345073c1_0_286"/>
          <p:cNvGraphicFramePr/>
          <p:nvPr/>
        </p:nvGraphicFramePr>
        <p:xfrm>
          <a:off x="919333" y="429776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083175"/>
                <a:gridCol w="1205225"/>
                <a:gridCol w="1029775"/>
              </a:tblGrid>
              <a:tr h="44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A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0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-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4CCCC"/>
                          </a:highlight>
                        </a:rPr>
                        <a:t>C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4CCCC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4CCCC"/>
                          </a:highlight>
                        </a:rPr>
                        <a:t>∞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4CCCC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4CCCC"/>
                          </a:highlight>
                        </a:rPr>
                        <a:t>–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4CCCC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6" name="Google Shape;266;g102345073c1_0_286"/>
          <p:cNvGraphicFramePr/>
          <p:nvPr/>
        </p:nvGraphicFramePr>
        <p:xfrm>
          <a:off x="7721613" y="429776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995700"/>
                <a:gridCol w="1123775"/>
                <a:gridCol w="974375"/>
              </a:tblGrid>
              <a:tr h="39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B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0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-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7" name="Google Shape;267;g102345073c1_0_286"/>
          <p:cNvGraphicFramePr/>
          <p:nvPr/>
        </p:nvGraphicFramePr>
        <p:xfrm>
          <a:off x="7721597" y="11701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031425"/>
                <a:gridCol w="1158475"/>
                <a:gridCol w="1061300"/>
              </a:tblGrid>
              <a:tr h="58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4CCCC"/>
                          </a:highlight>
                        </a:rPr>
                        <a:t>A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4CCCC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4CCCC"/>
                          </a:highlight>
                        </a:rPr>
                        <a:t>∞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4CCCC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4CCCC"/>
                          </a:highlight>
                        </a:rPr>
                        <a:t>–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4CCCC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C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0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-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8" name="Google Shape;268;g102345073c1_0_286"/>
          <p:cNvGraphicFramePr/>
          <p:nvPr/>
        </p:nvGraphicFramePr>
        <p:xfrm>
          <a:off x="986300" y="11701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031400"/>
                <a:gridCol w="1151000"/>
                <a:gridCol w="1068800"/>
              </a:tblGrid>
              <a:tr h="56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D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0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03030"/>
                          </a:solidFill>
                          <a:highlight>
                            <a:srgbClr val="D9EAD3"/>
                          </a:highlight>
                        </a:rPr>
                        <a:t>-</a:t>
                      </a:r>
                      <a:endParaRPr sz="1300" u="none" cap="none" strike="noStrike">
                        <a:solidFill>
                          <a:srgbClr val="30303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02345073c1_0_296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700"/>
              <a:t>Step 2 (1st exchange): Received DV updates from neighbors to Router A</a:t>
            </a:r>
            <a:endParaRPr sz="2700"/>
          </a:p>
        </p:txBody>
      </p:sp>
      <p:sp>
        <p:nvSpPr>
          <p:cNvPr id="274" name="Google Shape;274;g102345073c1_0_2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5" name="Google Shape;275;g102345073c1_0_2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17" y="1091983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" name="Google Shape;276;g102345073c1_0_296"/>
          <p:cNvGraphicFramePr/>
          <p:nvPr/>
        </p:nvGraphicFramePr>
        <p:xfrm>
          <a:off x="5102800" y="37368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g102345073c1_0_296"/>
          <p:cNvSpPr txBox="1"/>
          <p:nvPr/>
        </p:nvSpPr>
        <p:spPr>
          <a:xfrm>
            <a:off x="5602133" y="606605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" name="Google Shape;278;g102345073c1_0_296"/>
          <p:cNvGraphicFramePr/>
          <p:nvPr/>
        </p:nvGraphicFramePr>
        <p:xfrm>
          <a:off x="645833" y="3978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g102345073c1_0_296"/>
          <p:cNvSpPr txBox="1"/>
          <p:nvPr/>
        </p:nvSpPr>
        <p:spPr>
          <a:xfrm>
            <a:off x="577083" y="35013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102345073c1_0_296"/>
          <p:cNvSpPr txBox="1"/>
          <p:nvPr/>
        </p:nvSpPr>
        <p:spPr>
          <a:xfrm>
            <a:off x="487686" y="58577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A-&gt;B = 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" name="Google Shape;281;g102345073c1_0_296"/>
          <p:cNvGraphicFramePr/>
          <p:nvPr/>
        </p:nvGraphicFramePr>
        <p:xfrm>
          <a:off x="2122233" y="397031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2" name="Google Shape;282;g102345073c1_0_296"/>
          <p:cNvSpPr txBox="1"/>
          <p:nvPr/>
        </p:nvSpPr>
        <p:spPr>
          <a:xfrm>
            <a:off x="2053483" y="3493558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102345073c1_0_296"/>
          <p:cNvSpPr txBox="1"/>
          <p:nvPr/>
        </p:nvSpPr>
        <p:spPr>
          <a:xfrm>
            <a:off x="1964086" y="584991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A-&gt;D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94388de881_0_168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700"/>
              <a:t>Step 2 (1st exchange): Received DV updates from neighbors to Router A</a:t>
            </a:r>
            <a:endParaRPr sz="2700"/>
          </a:p>
        </p:txBody>
      </p:sp>
      <p:sp>
        <p:nvSpPr>
          <p:cNvPr id="289" name="Google Shape;289;g194388de881_0_1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0" name="Google Shape;290;g194388de881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17" y="1091983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1" name="Google Shape;291;g194388de881_0_168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g194388de881_0_168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3" name="Google Shape;293;g194388de881_0_168"/>
          <p:cNvGraphicFramePr/>
          <p:nvPr/>
        </p:nvGraphicFramePr>
        <p:xfrm>
          <a:off x="5102800" y="37368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g194388de881_0_168"/>
          <p:cNvSpPr txBox="1"/>
          <p:nvPr/>
        </p:nvSpPr>
        <p:spPr>
          <a:xfrm>
            <a:off x="5602133" y="606605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5" name="Google Shape;295;g194388de881_0_168"/>
          <p:cNvGraphicFramePr/>
          <p:nvPr/>
        </p:nvGraphicFramePr>
        <p:xfrm>
          <a:off x="645833" y="3978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96" name="Google Shape;296;g194388de881_0_168"/>
          <p:cNvSpPr txBox="1"/>
          <p:nvPr/>
        </p:nvSpPr>
        <p:spPr>
          <a:xfrm>
            <a:off x="577083" y="35013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194388de881_0_168"/>
          <p:cNvSpPr txBox="1"/>
          <p:nvPr/>
        </p:nvSpPr>
        <p:spPr>
          <a:xfrm>
            <a:off x="487686" y="58577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A-&gt;B = 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8" name="Google Shape;298;g194388de881_0_168"/>
          <p:cNvGraphicFramePr/>
          <p:nvPr/>
        </p:nvGraphicFramePr>
        <p:xfrm>
          <a:off x="2122233" y="397031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g194388de881_0_168"/>
          <p:cNvSpPr txBox="1"/>
          <p:nvPr/>
        </p:nvSpPr>
        <p:spPr>
          <a:xfrm>
            <a:off x="2053483" y="3493558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194388de881_0_168"/>
          <p:cNvSpPr txBox="1"/>
          <p:nvPr/>
        </p:nvSpPr>
        <p:spPr>
          <a:xfrm>
            <a:off x="1964086" y="584991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A-&gt;D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194388de881_0_168"/>
          <p:cNvSpPr/>
          <p:nvPr/>
        </p:nvSpPr>
        <p:spPr>
          <a:xfrm>
            <a:off x="9317600" y="3736833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02345073c1_0_313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800"/>
              <a:t>Step 2 (1st exchange): Received DV updates from neighbors to Router B</a:t>
            </a:r>
            <a:endParaRPr sz="2800"/>
          </a:p>
        </p:txBody>
      </p:sp>
      <p:sp>
        <p:nvSpPr>
          <p:cNvPr id="307" name="Google Shape;307;g102345073c1_0_3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8" name="Google Shape;308;g102345073c1_0_3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17" y="1091983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9" name="Google Shape;309;g102345073c1_0_313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g102345073c1_0_313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1" name="Google Shape;311;g102345073c1_0_313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∞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2" name="Google Shape;312;g102345073c1_0_313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102345073c1_0_313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B-&gt;C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4" name="Google Shape;314;g102345073c1_0_313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" name="Google Shape;315;g102345073c1_0_313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102345073c1_0_313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B-&gt;D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g102345073c1_0_313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∞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g102345073c1_0_313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102345073c1_0_313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B-&gt;A = 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94388de881_0_185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800"/>
              <a:t>Step 2 (1st exchange): Received DV updates from neighbors to Router B</a:t>
            </a:r>
            <a:endParaRPr sz="2800"/>
          </a:p>
        </p:txBody>
      </p:sp>
      <p:sp>
        <p:nvSpPr>
          <p:cNvPr id="325" name="Google Shape;325;g194388de881_0_1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6" name="Google Shape;326;g194388de88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17" y="1091983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7" name="Google Shape;327;g194388de881_0_185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8" name="Google Shape;328;g194388de881_0_185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9" name="Google Shape;329;g194388de881_0_185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0" name="Google Shape;330;g194388de881_0_185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" name="Google Shape;331;g194388de881_0_185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∞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2" name="Google Shape;332;g194388de881_0_185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194388de881_0_185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B-&gt;C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4" name="Google Shape;334;g194388de881_0_185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g194388de881_0_185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194388de881_0_185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B-&gt;D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194388de881_0_185"/>
          <p:cNvSpPr/>
          <p:nvPr/>
        </p:nvSpPr>
        <p:spPr>
          <a:xfrm>
            <a:off x="9317600" y="3980100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8" name="Google Shape;338;g194388de881_0_185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∞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g194388de881_0_185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194388de881_0_185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B-&gt;A = 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2345073c1_0_333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800"/>
              <a:t>Step 2 (1st exchange): Received DV updates from neighbors to Router C</a:t>
            </a:r>
            <a:endParaRPr sz="2800"/>
          </a:p>
        </p:txBody>
      </p:sp>
      <p:sp>
        <p:nvSpPr>
          <p:cNvPr id="346" name="Google Shape;346;g102345073c1_0_3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7" name="Google Shape;347;g102345073c1_0_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17" y="1091983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8" name="Google Shape;348;g102345073c1_0_333"/>
          <p:cNvGraphicFramePr/>
          <p:nvPr/>
        </p:nvGraphicFramePr>
        <p:xfrm>
          <a:off x="5102800" y="3910454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g102345073c1_0_333"/>
          <p:cNvSpPr txBox="1"/>
          <p:nvPr/>
        </p:nvSpPr>
        <p:spPr>
          <a:xfrm>
            <a:off x="5602133" y="623967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0" name="Google Shape;350;g102345073c1_0_333"/>
          <p:cNvGraphicFramePr/>
          <p:nvPr/>
        </p:nvGraphicFramePr>
        <p:xfrm>
          <a:off x="645833" y="4151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1" name="Google Shape;351;g102345073c1_0_333"/>
          <p:cNvSpPr txBox="1"/>
          <p:nvPr/>
        </p:nvSpPr>
        <p:spPr>
          <a:xfrm>
            <a:off x="577083" y="367499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102345073c1_0_333"/>
          <p:cNvSpPr txBox="1"/>
          <p:nvPr/>
        </p:nvSpPr>
        <p:spPr>
          <a:xfrm>
            <a:off x="487686" y="6031354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C-&gt;B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3" name="Google Shape;353;g102345073c1_0_333"/>
          <p:cNvGraphicFramePr/>
          <p:nvPr/>
        </p:nvGraphicFramePr>
        <p:xfrm>
          <a:off x="2122233" y="414393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" name="Google Shape;354;g102345073c1_0_333"/>
          <p:cNvSpPr txBox="1"/>
          <p:nvPr/>
        </p:nvSpPr>
        <p:spPr>
          <a:xfrm>
            <a:off x="2053483" y="3667179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102345073c1_0_333"/>
          <p:cNvSpPr txBox="1"/>
          <p:nvPr/>
        </p:nvSpPr>
        <p:spPr>
          <a:xfrm>
            <a:off x="1964086" y="602353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C-&gt;D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94388de881_0_205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800"/>
              <a:t>Step 2 (1st exchange): Received DV updates from neighbors to Router C</a:t>
            </a:r>
            <a:endParaRPr sz="2800"/>
          </a:p>
        </p:txBody>
      </p:sp>
      <p:sp>
        <p:nvSpPr>
          <p:cNvPr id="361" name="Google Shape;361;g194388de881_0_2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2" name="Google Shape;362;g194388de881_0_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17" y="1091983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3" name="Google Shape;363;g194388de881_0_205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4" name="Google Shape;364;g194388de881_0_205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5" name="Google Shape;365;g194388de881_0_205"/>
          <p:cNvGraphicFramePr/>
          <p:nvPr/>
        </p:nvGraphicFramePr>
        <p:xfrm>
          <a:off x="5102800" y="3910454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6" name="Google Shape;366;g194388de881_0_205"/>
          <p:cNvSpPr txBox="1"/>
          <p:nvPr/>
        </p:nvSpPr>
        <p:spPr>
          <a:xfrm>
            <a:off x="5602133" y="623967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7" name="Google Shape;367;g194388de881_0_205"/>
          <p:cNvGraphicFramePr/>
          <p:nvPr/>
        </p:nvGraphicFramePr>
        <p:xfrm>
          <a:off x="645833" y="4151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g194388de881_0_205"/>
          <p:cNvSpPr txBox="1"/>
          <p:nvPr/>
        </p:nvSpPr>
        <p:spPr>
          <a:xfrm>
            <a:off x="577083" y="367499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194388de881_0_205"/>
          <p:cNvSpPr txBox="1"/>
          <p:nvPr/>
        </p:nvSpPr>
        <p:spPr>
          <a:xfrm>
            <a:off x="487686" y="6031354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C-&gt;B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0" name="Google Shape;370;g194388de881_0_205"/>
          <p:cNvGraphicFramePr/>
          <p:nvPr/>
        </p:nvGraphicFramePr>
        <p:xfrm>
          <a:off x="2122233" y="414393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g194388de881_0_205"/>
          <p:cNvSpPr txBox="1"/>
          <p:nvPr/>
        </p:nvSpPr>
        <p:spPr>
          <a:xfrm>
            <a:off x="2053483" y="3667179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194388de881_0_205"/>
          <p:cNvSpPr txBox="1"/>
          <p:nvPr/>
        </p:nvSpPr>
        <p:spPr>
          <a:xfrm>
            <a:off x="1964086" y="602353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C-&gt;D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194388de881_0_205"/>
          <p:cNvSpPr/>
          <p:nvPr/>
        </p:nvSpPr>
        <p:spPr>
          <a:xfrm>
            <a:off x="9317600" y="3910454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02345073c1_0_350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800"/>
              <a:t>Step 2 (1st exchange): Received DV updates from neighbors to Router D</a:t>
            </a:r>
            <a:endParaRPr sz="2800"/>
          </a:p>
        </p:txBody>
      </p:sp>
      <p:sp>
        <p:nvSpPr>
          <p:cNvPr id="379" name="Google Shape;379;g102345073c1_0_3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0" name="Google Shape;380;g102345073c1_0_3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17" y="1091983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1" name="Google Shape;381;g102345073c1_0_350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2" name="Google Shape;382;g102345073c1_0_350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3" name="Google Shape;383;g102345073c1_0_350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g102345073c1_0_350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102345073c1_0_350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D-&gt;B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6" name="Google Shape;386;g102345073c1_0_350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∞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7" name="Google Shape;387;g102345073c1_0_350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102345073c1_0_350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D-&gt;C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9" name="Google Shape;389;g102345073c1_0_350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∞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0" name="Google Shape;390;g102345073c1_0_350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102345073c1_0_350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D-&gt;A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94388de881_0_222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800"/>
              <a:t>Step 2 (1st exchange): Received DV updates from neighbors to Router D</a:t>
            </a:r>
            <a:endParaRPr sz="2800"/>
          </a:p>
        </p:txBody>
      </p:sp>
      <p:sp>
        <p:nvSpPr>
          <p:cNvPr id="397" name="Google Shape;397;g194388de881_0_2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8" name="Google Shape;398;g194388de881_0_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17" y="1091983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9" name="Google Shape;399;g194388de881_0_222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0" name="Google Shape;400;g194388de881_0_222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1" name="Google Shape;401;g194388de881_0_222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2" name="Google Shape;402;g194388de881_0_222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3" name="Google Shape;403;g194388de881_0_222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7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4" name="Google Shape;404;g194388de881_0_222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194388de881_0_222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D-&gt;B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6" name="Google Shape;406;g194388de881_0_222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∞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7" name="Google Shape;407;g194388de881_0_222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194388de881_0_222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D-&gt;C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194388de881_0_222"/>
          <p:cNvSpPr/>
          <p:nvPr/>
        </p:nvSpPr>
        <p:spPr>
          <a:xfrm>
            <a:off x="9317600" y="3980100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0" name="Google Shape;410;g194388de881_0_222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∞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g194388de881_0_222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194388de881_0_222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D-&gt;A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02345073c1_0_370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000"/>
              <a:t>Routing tables obtained after the 1st exchange of distance vectors</a:t>
            </a:r>
            <a:endParaRPr sz="3000"/>
          </a:p>
        </p:txBody>
      </p:sp>
      <p:sp>
        <p:nvSpPr>
          <p:cNvPr id="418" name="Google Shape;418;g102345073c1_0_37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9" name="Google Shape;419;g102345073c1_0_3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0" y="2424267"/>
            <a:ext cx="3251200" cy="2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0" name="Google Shape;420;g102345073c1_0_370"/>
          <p:cNvGraphicFramePr/>
          <p:nvPr/>
        </p:nvGraphicFramePr>
        <p:xfrm>
          <a:off x="919333" y="4297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1083175"/>
                <a:gridCol w="1205225"/>
                <a:gridCol w="1029775"/>
              </a:tblGrid>
              <a:tr h="44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1" name="Google Shape;421;g102345073c1_0_370"/>
          <p:cNvGraphicFramePr/>
          <p:nvPr/>
        </p:nvGraphicFramePr>
        <p:xfrm>
          <a:off x="7721613" y="4297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995700"/>
                <a:gridCol w="1123775"/>
                <a:gridCol w="974375"/>
              </a:tblGrid>
              <a:tr h="39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2" name="Google Shape;422;g102345073c1_0_370"/>
          <p:cNvGraphicFramePr/>
          <p:nvPr/>
        </p:nvGraphicFramePr>
        <p:xfrm>
          <a:off x="7721597" y="1170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1031425"/>
                <a:gridCol w="1158475"/>
                <a:gridCol w="1061300"/>
              </a:tblGrid>
              <a:tr h="58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3" name="Google Shape;423;g102345073c1_0_370"/>
          <p:cNvGraphicFramePr/>
          <p:nvPr/>
        </p:nvGraphicFramePr>
        <p:xfrm>
          <a:off x="986300" y="11701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031400"/>
                <a:gridCol w="1151000"/>
                <a:gridCol w="1068800"/>
              </a:tblGrid>
              <a:tr h="56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1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2345073c1_0_380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333"/>
              <a:buNone/>
            </a:pPr>
            <a:r>
              <a:rPr lang="en-US" sz="3000"/>
              <a:t>Step 3 (2nd exchange): Exchange DV update with neighbors (at Router A)</a:t>
            </a:r>
            <a:endParaRPr sz="3000"/>
          </a:p>
        </p:txBody>
      </p:sp>
      <p:sp>
        <p:nvSpPr>
          <p:cNvPr id="429" name="Google Shape;429;g102345073c1_0_3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0" name="Google Shape;430;g102345073c1_0_3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50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1" name="Google Shape;431;g102345073c1_0_380"/>
          <p:cNvGraphicFramePr/>
          <p:nvPr/>
        </p:nvGraphicFramePr>
        <p:xfrm>
          <a:off x="2810100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2" name="Google Shape;432;g102345073c1_0_380"/>
          <p:cNvSpPr txBox="1"/>
          <p:nvPr/>
        </p:nvSpPr>
        <p:spPr>
          <a:xfrm>
            <a:off x="3309433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3" name="Google Shape;433;g102345073c1_0_380"/>
          <p:cNvGraphicFramePr/>
          <p:nvPr/>
        </p:nvGraphicFramePr>
        <p:xfrm>
          <a:off x="5102800" y="37368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4" name="Google Shape;434;g102345073c1_0_380"/>
          <p:cNvSpPr txBox="1"/>
          <p:nvPr/>
        </p:nvSpPr>
        <p:spPr>
          <a:xfrm>
            <a:off x="5602133" y="606605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5" name="Google Shape;435;g102345073c1_0_380"/>
          <p:cNvGraphicFramePr/>
          <p:nvPr/>
        </p:nvGraphicFramePr>
        <p:xfrm>
          <a:off x="645833" y="3978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36" name="Google Shape;436;g102345073c1_0_380"/>
          <p:cNvSpPr txBox="1"/>
          <p:nvPr/>
        </p:nvSpPr>
        <p:spPr>
          <a:xfrm>
            <a:off x="577083" y="35013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102345073c1_0_380"/>
          <p:cNvSpPr txBox="1"/>
          <p:nvPr/>
        </p:nvSpPr>
        <p:spPr>
          <a:xfrm>
            <a:off x="487686" y="58577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A-&gt;B = 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8" name="Google Shape;438;g102345073c1_0_380"/>
          <p:cNvGraphicFramePr/>
          <p:nvPr/>
        </p:nvGraphicFramePr>
        <p:xfrm>
          <a:off x="2122233" y="397031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9" name="Google Shape;439;g102345073c1_0_380"/>
          <p:cNvSpPr txBox="1"/>
          <p:nvPr/>
        </p:nvSpPr>
        <p:spPr>
          <a:xfrm>
            <a:off x="2053483" y="3493558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102345073c1_0_380"/>
          <p:cNvSpPr txBox="1"/>
          <p:nvPr/>
        </p:nvSpPr>
        <p:spPr>
          <a:xfrm>
            <a:off x="1964086" y="584991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A-&gt;D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94388de881_0_242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333"/>
              <a:buNone/>
            </a:pPr>
            <a:r>
              <a:rPr lang="en-US" sz="3000"/>
              <a:t>Step 3 (2nd exchange): Exchange DV update with neighbors (at Router A)</a:t>
            </a:r>
            <a:endParaRPr sz="3000"/>
          </a:p>
        </p:txBody>
      </p:sp>
      <p:sp>
        <p:nvSpPr>
          <p:cNvPr id="446" name="Google Shape;446;g194388de881_0_2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7" name="Google Shape;447;g194388de881_0_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50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8" name="Google Shape;448;g194388de881_0_242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9" name="Google Shape;449;g194388de881_0_242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0" name="Google Shape;450;g194388de881_0_242"/>
          <p:cNvGraphicFramePr/>
          <p:nvPr/>
        </p:nvGraphicFramePr>
        <p:xfrm>
          <a:off x="2810100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1" name="Google Shape;451;g194388de881_0_242"/>
          <p:cNvSpPr txBox="1"/>
          <p:nvPr/>
        </p:nvSpPr>
        <p:spPr>
          <a:xfrm>
            <a:off x="3309433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2" name="Google Shape;452;g194388de881_0_242"/>
          <p:cNvGraphicFramePr/>
          <p:nvPr/>
        </p:nvGraphicFramePr>
        <p:xfrm>
          <a:off x="5102800" y="37368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3" name="Google Shape;453;g194388de881_0_242"/>
          <p:cNvSpPr txBox="1"/>
          <p:nvPr/>
        </p:nvSpPr>
        <p:spPr>
          <a:xfrm>
            <a:off x="5602133" y="606605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4" name="Google Shape;454;g194388de881_0_242"/>
          <p:cNvGraphicFramePr/>
          <p:nvPr/>
        </p:nvGraphicFramePr>
        <p:xfrm>
          <a:off x="645833" y="3978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55" name="Google Shape;455;g194388de881_0_242"/>
          <p:cNvSpPr txBox="1"/>
          <p:nvPr/>
        </p:nvSpPr>
        <p:spPr>
          <a:xfrm>
            <a:off x="577083" y="35013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194388de881_0_242"/>
          <p:cNvSpPr txBox="1"/>
          <p:nvPr/>
        </p:nvSpPr>
        <p:spPr>
          <a:xfrm>
            <a:off x="487686" y="58577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A-&gt;B = 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7" name="Google Shape;457;g194388de881_0_242"/>
          <p:cNvGraphicFramePr/>
          <p:nvPr/>
        </p:nvGraphicFramePr>
        <p:xfrm>
          <a:off x="2122233" y="397031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8" name="Google Shape;458;g194388de881_0_242"/>
          <p:cNvSpPr txBox="1"/>
          <p:nvPr/>
        </p:nvSpPr>
        <p:spPr>
          <a:xfrm>
            <a:off x="2053483" y="3493558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194388de881_0_242"/>
          <p:cNvSpPr txBox="1"/>
          <p:nvPr/>
        </p:nvSpPr>
        <p:spPr>
          <a:xfrm>
            <a:off x="1964086" y="584991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A-&gt;D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194388de881_0_242"/>
          <p:cNvSpPr/>
          <p:nvPr/>
        </p:nvSpPr>
        <p:spPr>
          <a:xfrm>
            <a:off x="9317600" y="3736833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194388de881_0_242"/>
          <p:cNvSpPr txBox="1"/>
          <p:nvPr/>
        </p:nvSpPr>
        <p:spPr>
          <a:xfrm>
            <a:off x="8814867" y="6217667"/>
            <a:ext cx="2745300" cy="538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change; converged!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02345073c1_0_400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3 (2nd exchange): Exchange DV update with neighbors (at Router B)</a:t>
            </a:r>
            <a:endParaRPr/>
          </a:p>
        </p:txBody>
      </p:sp>
      <p:sp>
        <p:nvSpPr>
          <p:cNvPr id="467" name="Google Shape;467;g102345073c1_0_4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8" name="Google Shape;468;g102345073c1_0_4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183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9" name="Google Shape;469;g102345073c1_0_400"/>
          <p:cNvGraphicFramePr/>
          <p:nvPr/>
        </p:nvGraphicFramePr>
        <p:xfrm>
          <a:off x="3055916" y="9410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0" name="Google Shape;470;g102345073c1_0_400"/>
          <p:cNvSpPr txBox="1"/>
          <p:nvPr/>
        </p:nvSpPr>
        <p:spPr>
          <a:xfrm>
            <a:off x="3555250" y="32702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1" name="Google Shape;471;g102345073c1_0_400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2" name="Google Shape;472;g102345073c1_0_400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3" name="Google Shape;473;g102345073c1_0_400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4" name="Google Shape;474;g102345073c1_0_400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102345073c1_0_400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B-&gt;C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" name="Google Shape;476;g102345073c1_0_400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7" name="Google Shape;477;g102345073c1_0_400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102345073c1_0_400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B-&gt;D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9" name="Google Shape;479;g102345073c1_0_400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0" name="Google Shape;480;g102345073c1_0_400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102345073c1_0_400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B-&gt;A = 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94388de881_0_262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3 (2nd exchange): Exchange DV update with neighbors (at Router B)</a:t>
            </a:r>
            <a:endParaRPr/>
          </a:p>
        </p:txBody>
      </p:sp>
      <p:sp>
        <p:nvSpPr>
          <p:cNvPr id="487" name="Google Shape;487;g194388de881_0_26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8" name="Google Shape;488;g194388de881_0_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183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9" name="Google Shape;489;g194388de881_0_262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0" name="Google Shape;490;g194388de881_0_262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1" name="Google Shape;491;g194388de881_0_262"/>
          <p:cNvGraphicFramePr/>
          <p:nvPr/>
        </p:nvGraphicFramePr>
        <p:xfrm>
          <a:off x="3055916" y="9410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2" name="Google Shape;492;g194388de881_0_262"/>
          <p:cNvSpPr txBox="1"/>
          <p:nvPr/>
        </p:nvSpPr>
        <p:spPr>
          <a:xfrm>
            <a:off x="3555250" y="32702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3" name="Google Shape;493;g194388de881_0_262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4" name="Google Shape;494;g194388de881_0_262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5" name="Google Shape;495;g194388de881_0_262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6" name="Google Shape;496;g194388de881_0_262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194388de881_0_262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B-&gt;C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8" name="Google Shape;498;g194388de881_0_262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9" name="Google Shape;499;g194388de881_0_262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194388de881_0_262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B-&gt;D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194388de881_0_262"/>
          <p:cNvSpPr/>
          <p:nvPr/>
        </p:nvSpPr>
        <p:spPr>
          <a:xfrm>
            <a:off x="9317600" y="3980100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2" name="Google Shape;502;g194388de881_0_262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3" name="Google Shape;503;g194388de881_0_262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194388de881_0_262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B-&gt;A = 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194388de881_0_262"/>
          <p:cNvSpPr txBox="1"/>
          <p:nvPr/>
        </p:nvSpPr>
        <p:spPr>
          <a:xfrm>
            <a:off x="9317600" y="5582333"/>
            <a:ext cx="2745300" cy="538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change; converged!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02345073c1_0_423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3 (2nd exchange): Exchange DV update with neighbors (at Router C)</a:t>
            </a:r>
            <a:endParaRPr/>
          </a:p>
        </p:txBody>
      </p:sp>
      <p:sp>
        <p:nvSpPr>
          <p:cNvPr id="511" name="Google Shape;511;g102345073c1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2" name="Google Shape;512;g102345073c1_0_4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350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3" name="Google Shape;513;g102345073c1_0_423"/>
          <p:cNvGraphicFramePr/>
          <p:nvPr/>
        </p:nvGraphicFramePr>
        <p:xfrm>
          <a:off x="3059000" y="9410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4" name="Google Shape;514;g102345073c1_0_423"/>
          <p:cNvSpPr txBox="1"/>
          <p:nvPr/>
        </p:nvSpPr>
        <p:spPr>
          <a:xfrm>
            <a:off x="3558333" y="32702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5" name="Google Shape;515;g102345073c1_0_423"/>
          <p:cNvGraphicFramePr/>
          <p:nvPr/>
        </p:nvGraphicFramePr>
        <p:xfrm>
          <a:off x="5102800" y="3910454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6" name="Google Shape;516;g102345073c1_0_423"/>
          <p:cNvSpPr txBox="1"/>
          <p:nvPr/>
        </p:nvSpPr>
        <p:spPr>
          <a:xfrm>
            <a:off x="5602133" y="623967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7" name="Google Shape;517;g102345073c1_0_423"/>
          <p:cNvGraphicFramePr/>
          <p:nvPr/>
        </p:nvGraphicFramePr>
        <p:xfrm>
          <a:off x="645833" y="4151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18" name="Google Shape;518;g102345073c1_0_423"/>
          <p:cNvSpPr txBox="1"/>
          <p:nvPr/>
        </p:nvSpPr>
        <p:spPr>
          <a:xfrm>
            <a:off x="577083" y="367499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102345073c1_0_423"/>
          <p:cNvSpPr txBox="1"/>
          <p:nvPr/>
        </p:nvSpPr>
        <p:spPr>
          <a:xfrm>
            <a:off x="487686" y="6031354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C-&gt;B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0" name="Google Shape;520;g102345073c1_0_423"/>
          <p:cNvGraphicFramePr/>
          <p:nvPr/>
        </p:nvGraphicFramePr>
        <p:xfrm>
          <a:off x="2122233" y="414393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1" name="Google Shape;521;g102345073c1_0_423"/>
          <p:cNvSpPr txBox="1"/>
          <p:nvPr/>
        </p:nvSpPr>
        <p:spPr>
          <a:xfrm>
            <a:off x="2053483" y="3667179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102345073c1_0_423"/>
          <p:cNvSpPr txBox="1"/>
          <p:nvPr/>
        </p:nvSpPr>
        <p:spPr>
          <a:xfrm>
            <a:off x="1964086" y="602353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C-&gt;D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94388de881_0_285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3 (2nd exchange): Exchange DV update with neighbors (at Router C)</a:t>
            </a:r>
            <a:endParaRPr/>
          </a:p>
        </p:txBody>
      </p:sp>
      <p:sp>
        <p:nvSpPr>
          <p:cNvPr id="528" name="Google Shape;528;g194388de881_0_2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9" name="Google Shape;529;g194388de881_0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350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0" name="Google Shape;530;g194388de881_0_285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531" name="Google Shape;531;g194388de881_0_285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2" name="Google Shape;532;g194388de881_0_285"/>
          <p:cNvGraphicFramePr/>
          <p:nvPr/>
        </p:nvGraphicFramePr>
        <p:xfrm>
          <a:off x="3059000" y="9410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" name="Google Shape;533;g194388de881_0_285"/>
          <p:cNvSpPr txBox="1"/>
          <p:nvPr/>
        </p:nvSpPr>
        <p:spPr>
          <a:xfrm>
            <a:off x="3558333" y="32702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4" name="Google Shape;534;g194388de881_0_285"/>
          <p:cNvGraphicFramePr/>
          <p:nvPr/>
        </p:nvGraphicFramePr>
        <p:xfrm>
          <a:off x="5102800" y="3910454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5" name="Google Shape;535;g194388de881_0_285"/>
          <p:cNvSpPr txBox="1"/>
          <p:nvPr/>
        </p:nvSpPr>
        <p:spPr>
          <a:xfrm>
            <a:off x="5602133" y="623967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6" name="Google Shape;536;g194388de881_0_285"/>
          <p:cNvGraphicFramePr/>
          <p:nvPr/>
        </p:nvGraphicFramePr>
        <p:xfrm>
          <a:off x="645833" y="4151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7" name="Google Shape;537;g194388de881_0_285"/>
          <p:cNvSpPr txBox="1"/>
          <p:nvPr/>
        </p:nvSpPr>
        <p:spPr>
          <a:xfrm>
            <a:off x="577083" y="367499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194388de881_0_285"/>
          <p:cNvSpPr txBox="1"/>
          <p:nvPr/>
        </p:nvSpPr>
        <p:spPr>
          <a:xfrm>
            <a:off x="487686" y="6031354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C-&gt;B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9" name="Google Shape;539;g194388de881_0_285"/>
          <p:cNvGraphicFramePr/>
          <p:nvPr/>
        </p:nvGraphicFramePr>
        <p:xfrm>
          <a:off x="2122233" y="414393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0" name="Google Shape;540;g194388de881_0_285"/>
          <p:cNvSpPr txBox="1"/>
          <p:nvPr/>
        </p:nvSpPr>
        <p:spPr>
          <a:xfrm>
            <a:off x="2053483" y="3667179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194388de881_0_285"/>
          <p:cNvSpPr txBox="1"/>
          <p:nvPr/>
        </p:nvSpPr>
        <p:spPr>
          <a:xfrm>
            <a:off x="1964086" y="602353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C-&gt;D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194388de881_0_285"/>
          <p:cNvSpPr/>
          <p:nvPr/>
        </p:nvSpPr>
        <p:spPr>
          <a:xfrm>
            <a:off x="9317600" y="3910454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194388de881_0_285"/>
          <p:cNvSpPr txBox="1"/>
          <p:nvPr/>
        </p:nvSpPr>
        <p:spPr>
          <a:xfrm>
            <a:off x="9317600" y="5240983"/>
            <a:ext cx="2745300" cy="1031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Change; ‘C’ will exchange the update DV (not shown in the example though)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2345073c1_0_442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3 (2nd exchange): Exchange DV update with neighbors (at Router D)</a:t>
            </a:r>
            <a:endParaRPr/>
          </a:p>
        </p:txBody>
      </p:sp>
      <p:sp>
        <p:nvSpPr>
          <p:cNvPr id="549" name="Google Shape;549;g102345073c1_0_4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0" name="Google Shape;550;g102345073c1_0_4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483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1" name="Google Shape;551;g102345073c1_0_442"/>
          <p:cNvGraphicFramePr/>
          <p:nvPr/>
        </p:nvGraphicFramePr>
        <p:xfrm>
          <a:off x="3030067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2" name="Google Shape;552;g102345073c1_0_442"/>
          <p:cNvSpPr txBox="1"/>
          <p:nvPr/>
        </p:nvSpPr>
        <p:spPr>
          <a:xfrm>
            <a:off x="3529400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3" name="Google Shape;553;g102345073c1_0_442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4" name="Google Shape;554;g102345073c1_0_442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5" name="Google Shape;555;g102345073c1_0_442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6" name="Google Shape;556;g102345073c1_0_442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102345073c1_0_442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D-&gt;B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8" name="Google Shape;558;g102345073c1_0_442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9" name="Google Shape;559;g102345073c1_0_442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102345073c1_0_442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D-&gt;C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1" name="Google Shape;561;g102345073c1_0_442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2" name="Google Shape;562;g102345073c1_0_442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102345073c1_0_442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D-&gt;A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94388de881_0_304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3 (2nd exchange): Exchange DV update with neighbors (at Router D)</a:t>
            </a:r>
            <a:endParaRPr/>
          </a:p>
        </p:txBody>
      </p:sp>
      <p:sp>
        <p:nvSpPr>
          <p:cNvPr id="569" name="Google Shape;569;g194388de881_0_3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0" name="Google Shape;570;g194388de881_0_3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483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1" name="Google Shape;571;g194388de881_0_304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2" name="Google Shape;572;g194388de881_0_304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3" name="Google Shape;573;g194388de881_0_304"/>
          <p:cNvGraphicFramePr/>
          <p:nvPr/>
        </p:nvGraphicFramePr>
        <p:xfrm>
          <a:off x="3030067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4" name="Google Shape;574;g194388de881_0_304"/>
          <p:cNvSpPr txBox="1"/>
          <p:nvPr/>
        </p:nvSpPr>
        <p:spPr>
          <a:xfrm>
            <a:off x="3529400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5" name="Google Shape;575;g194388de881_0_304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6" name="Google Shape;576;g194388de881_0_304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7" name="Google Shape;577;g194388de881_0_304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8" name="Google Shape;578;g194388de881_0_304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194388de881_0_304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D-&gt;B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0" name="Google Shape;580;g194388de881_0_304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1" name="Google Shape;581;g194388de881_0_304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194388de881_0_304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D-&gt;C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194388de881_0_304"/>
          <p:cNvSpPr/>
          <p:nvPr/>
        </p:nvSpPr>
        <p:spPr>
          <a:xfrm>
            <a:off x="9317600" y="3980100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4" name="Google Shape;584;g194388de881_0_304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5" name="Google Shape;585;g194388de881_0_304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194388de881_0_304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D-&gt;A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194388de881_0_304"/>
          <p:cNvSpPr txBox="1"/>
          <p:nvPr/>
        </p:nvSpPr>
        <p:spPr>
          <a:xfrm>
            <a:off x="9317600" y="5296178"/>
            <a:ext cx="2745300" cy="1031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Change; ‘D’ will exchange the update DV (not shown in the example though)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02345073c1_0_464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3000"/>
              <a:t>Routing tables obtained after the 2nd exchange of distance vectors</a:t>
            </a:r>
            <a:endParaRPr/>
          </a:p>
        </p:txBody>
      </p:sp>
      <p:sp>
        <p:nvSpPr>
          <p:cNvPr id="593" name="Google Shape;593;g102345073c1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4" name="Google Shape;594;g102345073c1_0_4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0" y="2424267"/>
            <a:ext cx="3251200" cy="2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5" name="Google Shape;595;g102345073c1_0_464"/>
          <p:cNvGraphicFramePr/>
          <p:nvPr/>
        </p:nvGraphicFramePr>
        <p:xfrm>
          <a:off x="371067" y="43802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6" name="Google Shape;596;g102345073c1_0_464"/>
          <p:cNvGraphicFramePr/>
          <p:nvPr/>
        </p:nvGraphicFramePr>
        <p:xfrm>
          <a:off x="7632700" y="43802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7" name="Google Shape;597;g102345073c1_0_464"/>
          <p:cNvGraphicFramePr/>
          <p:nvPr/>
        </p:nvGraphicFramePr>
        <p:xfrm>
          <a:off x="7632700" y="9441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8" name="Google Shape;598;g102345073c1_0_464"/>
          <p:cNvGraphicFramePr/>
          <p:nvPr/>
        </p:nvGraphicFramePr>
        <p:xfrm>
          <a:off x="311700" y="9441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02345073c1_0_474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4 (3rd exchange): Exchange DV update with neighbors (at Router C)</a:t>
            </a:r>
            <a:endParaRPr/>
          </a:p>
        </p:txBody>
      </p:sp>
      <p:sp>
        <p:nvSpPr>
          <p:cNvPr id="604" name="Google Shape;604;g102345073c1_0_47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5" name="Google Shape;605;g102345073c1_0_4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350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6" name="Google Shape;606;g102345073c1_0_474"/>
          <p:cNvGraphicFramePr/>
          <p:nvPr/>
        </p:nvGraphicFramePr>
        <p:xfrm>
          <a:off x="3059000" y="9410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7" name="Google Shape;607;g102345073c1_0_474"/>
          <p:cNvSpPr txBox="1"/>
          <p:nvPr/>
        </p:nvSpPr>
        <p:spPr>
          <a:xfrm>
            <a:off x="3558333" y="32702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8" name="Google Shape;608;g102345073c1_0_474"/>
          <p:cNvGraphicFramePr/>
          <p:nvPr/>
        </p:nvGraphicFramePr>
        <p:xfrm>
          <a:off x="5102800" y="3910454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9" name="Google Shape;609;g102345073c1_0_474"/>
          <p:cNvSpPr txBox="1"/>
          <p:nvPr/>
        </p:nvSpPr>
        <p:spPr>
          <a:xfrm>
            <a:off x="5602133" y="623967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0" name="Google Shape;610;g102345073c1_0_474"/>
          <p:cNvGraphicFramePr/>
          <p:nvPr/>
        </p:nvGraphicFramePr>
        <p:xfrm>
          <a:off x="645833" y="4151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1" name="Google Shape;611;g102345073c1_0_474"/>
          <p:cNvSpPr txBox="1"/>
          <p:nvPr/>
        </p:nvSpPr>
        <p:spPr>
          <a:xfrm>
            <a:off x="577083" y="367499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102345073c1_0_474"/>
          <p:cNvSpPr txBox="1"/>
          <p:nvPr/>
        </p:nvSpPr>
        <p:spPr>
          <a:xfrm>
            <a:off x="487686" y="6031354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C-&gt;B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3" name="Google Shape;613;g102345073c1_0_474"/>
          <p:cNvGraphicFramePr/>
          <p:nvPr/>
        </p:nvGraphicFramePr>
        <p:xfrm>
          <a:off x="2122233" y="414393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4" name="Google Shape;614;g102345073c1_0_474"/>
          <p:cNvSpPr txBox="1"/>
          <p:nvPr/>
        </p:nvSpPr>
        <p:spPr>
          <a:xfrm>
            <a:off x="2053483" y="3667179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102345073c1_0_474"/>
          <p:cNvSpPr txBox="1"/>
          <p:nvPr/>
        </p:nvSpPr>
        <p:spPr>
          <a:xfrm>
            <a:off x="1964086" y="602353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C-&gt;D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94388de881_0_326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4 (3rd exchange): Exchange DV update with neighbors (at Router C)</a:t>
            </a:r>
            <a:endParaRPr/>
          </a:p>
        </p:txBody>
      </p:sp>
      <p:sp>
        <p:nvSpPr>
          <p:cNvPr id="621" name="Google Shape;621;g194388de881_0_3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2" name="Google Shape;622;g194388de881_0_3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350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3" name="Google Shape;623;g194388de881_0_326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24" name="Google Shape;624;g194388de881_0_326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5" name="Google Shape;625;g194388de881_0_326"/>
          <p:cNvGraphicFramePr/>
          <p:nvPr/>
        </p:nvGraphicFramePr>
        <p:xfrm>
          <a:off x="3059000" y="9410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6" name="Google Shape;626;g194388de881_0_326"/>
          <p:cNvSpPr txBox="1"/>
          <p:nvPr/>
        </p:nvSpPr>
        <p:spPr>
          <a:xfrm>
            <a:off x="3558333" y="32702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7" name="Google Shape;627;g194388de881_0_326"/>
          <p:cNvGraphicFramePr/>
          <p:nvPr/>
        </p:nvGraphicFramePr>
        <p:xfrm>
          <a:off x="5102800" y="3910454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8" name="Google Shape;628;g194388de881_0_326"/>
          <p:cNvSpPr txBox="1"/>
          <p:nvPr/>
        </p:nvSpPr>
        <p:spPr>
          <a:xfrm>
            <a:off x="5602133" y="6239670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9" name="Google Shape;629;g194388de881_0_326"/>
          <p:cNvGraphicFramePr/>
          <p:nvPr/>
        </p:nvGraphicFramePr>
        <p:xfrm>
          <a:off x="645833" y="4151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30" name="Google Shape;630;g194388de881_0_326"/>
          <p:cNvSpPr txBox="1"/>
          <p:nvPr/>
        </p:nvSpPr>
        <p:spPr>
          <a:xfrm>
            <a:off x="577083" y="367499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194388de881_0_326"/>
          <p:cNvSpPr txBox="1"/>
          <p:nvPr/>
        </p:nvSpPr>
        <p:spPr>
          <a:xfrm>
            <a:off x="487686" y="6031354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C-&gt;B = 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2" name="Google Shape;632;g194388de881_0_326"/>
          <p:cNvGraphicFramePr/>
          <p:nvPr/>
        </p:nvGraphicFramePr>
        <p:xfrm>
          <a:off x="2122233" y="414393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3" name="Google Shape;633;g194388de881_0_326"/>
          <p:cNvSpPr txBox="1"/>
          <p:nvPr/>
        </p:nvSpPr>
        <p:spPr>
          <a:xfrm>
            <a:off x="2053483" y="3667179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194388de881_0_326"/>
          <p:cNvSpPr txBox="1"/>
          <p:nvPr/>
        </p:nvSpPr>
        <p:spPr>
          <a:xfrm>
            <a:off x="1964086" y="6023537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C-&gt;D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194388de881_0_326"/>
          <p:cNvSpPr/>
          <p:nvPr/>
        </p:nvSpPr>
        <p:spPr>
          <a:xfrm>
            <a:off x="9317600" y="3910454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194388de881_0_326"/>
          <p:cNvSpPr txBox="1"/>
          <p:nvPr/>
        </p:nvSpPr>
        <p:spPr>
          <a:xfrm>
            <a:off x="9317600" y="5582333"/>
            <a:ext cx="2745300" cy="538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change; converged!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02345073c1_0_494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4 (3rd exchange): Exchange DV update with neighbors (at Router D)</a:t>
            </a:r>
            <a:endParaRPr/>
          </a:p>
        </p:txBody>
      </p:sp>
      <p:sp>
        <p:nvSpPr>
          <p:cNvPr id="642" name="Google Shape;642;g102345073c1_0_4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3" name="Google Shape;643;g102345073c1_0_4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483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4" name="Google Shape;644;g102345073c1_0_494"/>
          <p:cNvGraphicFramePr/>
          <p:nvPr/>
        </p:nvGraphicFramePr>
        <p:xfrm>
          <a:off x="3030067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5" name="Google Shape;645;g102345073c1_0_494"/>
          <p:cNvSpPr txBox="1"/>
          <p:nvPr/>
        </p:nvSpPr>
        <p:spPr>
          <a:xfrm>
            <a:off x="3529400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6" name="Google Shape;646;g102345073c1_0_494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7" name="Google Shape;647;g102345073c1_0_494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8" name="Google Shape;648;g102345073c1_0_494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9" name="Google Shape;649;g102345073c1_0_494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102345073c1_0_494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D-&gt;B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1" name="Google Shape;651;g102345073c1_0_494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2" name="Google Shape;652;g102345073c1_0_494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102345073c1_0_494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D-&gt;C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4" name="Google Shape;654;g102345073c1_0_494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5" name="Google Shape;655;g102345073c1_0_494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102345073c1_0_494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D-&gt;A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94388de881_0_346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333"/>
              <a:buFont typeface="Arial"/>
              <a:buNone/>
            </a:pPr>
            <a:r>
              <a:rPr lang="en-US" sz="3000"/>
              <a:t>Step 4 (3rd exchange): Exchange DV update with neighbors (at Router D)</a:t>
            </a:r>
            <a:endParaRPr/>
          </a:p>
        </p:txBody>
      </p:sp>
      <p:sp>
        <p:nvSpPr>
          <p:cNvPr id="662" name="Google Shape;662;g194388de881_0_3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3" name="Google Shape;663;g194388de881_0_3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483" y="1091967"/>
            <a:ext cx="2571034" cy="2008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4" name="Google Shape;664;g194388de881_0_346"/>
          <p:cNvGraphicFramePr/>
          <p:nvPr/>
        </p:nvGraphicFramePr>
        <p:xfrm>
          <a:off x="7299933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5" name="Google Shape;665;g194388de881_0_346"/>
          <p:cNvSpPr txBox="1"/>
          <p:nvPr/>
        </p:nvSpPr>
        <p:spPr>
          <a:xfrm>
            <a:off x="7799267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6" name="Google Shape;666;g194388de881_0_346"/>
          <p:cNvGraphicFramePr/>
          <p:nvPr/>
        </p:nvGraphicFramePr>
        <p:xfrm>
          <a:off x="3030067" y="9152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7" name="Google Shape;667;g194388de881_0_346"/>
          <p:cNvSpPr txBox="1"/>
          <p:nvPr/>
        </p:nvSpPr>
        <p:spPr>
          <a:xfrm>
            <a:off x="3529400" y="32444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Prev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8" name="Google Shape;668;g194388de881_0_346"/>
          <p:cNvGraphicFramePr/>
          <p:nvPr/>
        </p:nvGraphicFramePr>
        <p:xfrm>
          <a:off x="5102800" y="3980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9" name="Google Shape;669;g194388de881_0_346"/>
          <p:cNvSpPr txBox="1"/>
          <p:nvPr/>
        </p:nvSpPr>
        <p:spPr>
          <a:xfrm>
            <a:off x="5602133" y="6309317"/>
            <a:ext cx="3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New Routing Table: Router D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0" name="Google Shape;670;g194388de881_0_346"/>
          <p:cNvGraphicFramePr/>
          <p:nvPr/>
        </p:nvGraphicFramePr>
        <p:xfrm>
          <a:off x="1846700" y="4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1" name="Google Shape;671;g194388de881_0_346"/>
          <p:cNvSpPr txBox="1"/>
          <p:nvPr/>
        </p:nvSpPr>
        <p:spPr>
          <a:xfrm>
            <a:off x="1777950" y="3767392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B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194388de881_0_346"/>
          <p:cNvSpPr txBox="1"/>
          <p:nvPr/>
        </p:nvSpPr>
        <p:spPr>
          <a:xfrm>
            <a:off x="1688553" y="6123750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D-&gt;B = 7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3" name="Google Shape;673;g194388de881_0_346"/>
          <p:cNvGraphicFramePr/>
          <p:nvPr/>
        </p:nvGraphicFramePr>
        <p:xfrm>
          <a:off x="3323100" y="42363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4" name="Google Shape;674;g194388de881_0_346"/>
          <p:cNvSpPr txBox="1"/>
          <p:nvPr/>
        </p:nvSpPr>
        <p:spPr>
          <a:xfrm>
            <a:off x="3254350" y="37595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C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194388de881_0_346"/>
          <p:cNvSpPr txBox="1"/>
          <p:nvPr/>
        </p:nvSpPr>
        <p:spPr>
          <a:xfrm>
            <a:off x="3164953" y="61159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D-&gt;C = 11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194388de881_0_346"/>
          <p:cNvSpPr/>
          <p:nvPr/>
        </p:nvSpPr>
        <p:spPr>
          <a:xfrm>
            <a:off x="9317600" y="3980100"/>
            <a:ext cx="1023600" cy="1226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7" name="Google Shape;677;g194388de881_0_346"/>
          <p:cNvGraphicFramePr/>
          <p:nvPr/>
        </p:nvGraphicFramePr>
        <p:xfrm>
          <a:off x="644300" y="4240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{C0821EDD-AE0A-4B80-85D7-E75F25E28A8E}</a:tableStyleId>
              </a:tblPr>
              <a:tblGrid>
                <a:gridCol w="886100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8" name="Google Shape;678;g194388de881_0_346"/>
          <p:cNvSpPr txBox="1"/>
          <p:nvPr/>
        </p:nvSpPr>
        <p:spPr>
          <a:xfrm>
            <a:off x="575550" y="37634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From A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194388de881_0_346"/>
          <p:cNvSpPr txBox="1"/>
          <p:nvPr/>
        </p:nvSpPr>
        <p:spPr>
          <a:xfrm>
            <a:off x="486153" y="6119833"/>
            <a:ext cx="120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D-&gt;A = 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194388de881_0_346"/>
          <p:cNvSpPr txBox="1"/>
          <p:nvPr/>
        </p:nvSpPr>
        <p:spPr>
          <a:xfrm>
            <a:off x="9317600" y="5582333"/>
            <a:ext cx="2745300" cy="538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change; converged!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02345073c1_0_517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Routing tables after convergence (after 3rd exchange) </a:t>
            </a:r>
            <a:endParaRPr/>
          </a:p>
        </p:txBody>
      </p:sp>
      <p:sp>
        <p:nvSpPr>
          <p:cNvPr id="686" name="Google Shape;686;g102345073c1_0_5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7" name="Google Shape;687;g102345073c1_0_5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0" y="2424267"/>
            <a:ext cx="3251200" cy="2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8" name="Google Shape;688;g102345073c1_0_517"/>
          <p:cNvGraphicFramePr/>
          <p:nvPr/>
        </p:nvGraphicFramePr>
        <p:xfrm>
          <a:off x="371067" y="43802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9" name="Google Shape;689;g102345073c1_0_517"/>
          <p:cNvGraphicFramePr/>
          <p:nvPr/>
        </p:nvGraphicFramePr>
        <p:xfrm>
          <a:off x="7632700" y="43802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0" name="Google Shape;690;g102345073c1_0_517"/>
          <p:cNvGraphicFramePr/>
          <p:nvPr/>
        </p:nvGraphicFramePr>
        <p:xfrm>
          <a:off x="7632700" y="9441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5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1" name="Google Shape;691;g102345073c1_0_517"/>
          <p:cNvGraphicFramePr/>
          <p:nvPr/>
        </p:nvGraphicFramePr>
        <p:xfrm>
          <a:off x="311700" y="94413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{C0821EDD-AE0A-4B80-85D7-E75F25E28A8E}</a:tableStyleId>
              </a:tblPr>
              <a:tblGrid>
                <a:gridCol w="1385275"/>
                <a:gridCol w="1441825"/>
                <a:gridCol w="1272225"/>
              </a:tblGrid>
              <a:tr h="46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6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3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C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6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A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0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5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01600" marB="101600" marR="127000" marL="1270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g194388de881_0_0"/>
          <p:cNvGrpSpPr/>
          <p:nvPr/>
        </p:nvGrpSpPr>
        <p:grpSpPr>
          <a:xfrm>
            <a:off x="2822712" y="1130710"/>
            <a:ext cx="1552644" cy="2621130"/>
            <a:chOff x="3216002" y="1012723"/>
            <a:chExt cx="1552644" cy="2621130"/>
          </a:xfrm>
        </p:grpSpPr>
        <p:sp>
          <p:nvSpPr>
            <p:cNvPr id="698" name="Google Shape;698;g194388de881_0_0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9" name="Google Shape;699;g194388de881_0_0"/>
            <p:cNvGrpSpPr/>
            <p:nvPr/>
          </p:nvGrpSpPr>
          <p:grpSpPr>
            <a:xfrm>
              <a:off x="3216002" y="1012723"/>
              <a:ext cx="1130210" cy="2621130"/>
              <a:chOff x="3216002" y="1012723"/>
              <a:chExt cx="1130210" cy="2621130"/>
            </a:xfrm>
          </p:grpSpPr>
          <p:sp>
            <p:nvSpPr>
              <p:cNvPr id="700" name="Google Shape;700;g194388de881_0_0"/>
              <p:cNvSpPr/>
              <p:nvPr/>
            </p:nvSpPr>
            <p:spPr>
              <a:xfrm>
                <a:off x="3224981" y="1012723"/>
                <a:ext cx="1110900" cy="2418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01" name="Google Shape;701;g194388de881_0_0"/>
              <p:cNvGrpSpPr/>
              <p:nvPr/>
            </p:nvGrpSpPr>
            <p:grpSpPr>
              <a:xfrm>
                <a:off x="3216002" y="1017253"/>
                <a:ext cx="1130210" cy="2616600"/>
                <a:chOff x="9472118" y="702026"/>
                <a:chExt cx="1130210" cy="2616600"/>
              </a:xfrm>
            </p:grpSpPr>
            <p:sp>
              <p:nvSpPr>
                <p:cNvPr id="702" name="Google Shape;702;g194388de881_0_0"/>
                <p:cNvSpPr/>
                <p:nvPr/>
              </p:nvSpPr>
              <p:spPr>
                <a:xfrm>
                  <a:off x="9485428" y="706056"/>
                  <a:ext cx="11169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3" name="Google Shape;703;g194388de881_0_0"/>
                <p:cNvSpPr txBox="1"/>
                <p:nvPr/>
              </p:nvSpPr>
              <p:spPr>
                <a:xfrm>
                  <a:off x="9472118" y="702026"/>
                  <a:ext cx="1117200" cy="261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704" name="Google Shape;704;g194388de881_0_0"/>
                <p:cNvCxnSpPr/>
                <p:nvPr/>
              </p:nvCxnSpPr>
              <p:spPr>
                <a:xfrm>
                  <a:off x="9477371" y="107644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705" name="Google Shape;705;g194388de881_0_0"/>
                <p:cNvSpPr/>
                <p:nvPr/>
              </p:nvSpPr>
              <p:spPr>
                <a:xfrm>
                  <a:off x="9479666" y="706056"/>
                  <a:ext cx="1122600" cy="2589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06" name="Google Shape;706;g194388de881_0_0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example 2</a:t>
            </a:r>
            <a:endParaRPr/>
          </a:p>
        </p:txBody>
      </p:sp>
      <p:cxnSp>
        <p:nvCxnSpPr>
          <p:cNvPr id="707" name="Google Shape;707;g194388de881_0_0"/>
          <p:cNvCxnSpPr>
            <a:stCxn id="708" idx="2"/>
            <a:endCxn id="708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9" name="Google Shape;709;g194388de881_0_0"/>
          <p:cNvCxnSpPr>
            <a:stCxn id="708" idx="1"/>
            <a:endCxn id="708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8" name="Google Shape;708;g194388de881_0_0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194388de881_0_0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1" name="Google Shape;711;g194388de881_0_0"/>
          <p:cNvGrpSpPr/>
          <p:nvPr/>
        </p:nvGrpSpPr>
        <p:grpSpPr>
          <a:xfrm>
            <a:off x="4333950" y="5772156"/>
            <a:ext cx="4410409" cy="454892"/>
            <a:chOff x="4333950" y="5772156"/>
            <a:chExt cx="4410409" cy="454892"/>
          </a:xfrm>
        </p:grpSpPr>
        <p:grpSp>
          <p:nvGrpSpPr>
            <p:cNvPr id="712" name="Google Shape;712;g194388de881_0_0"/>
            <p:cNvGrpSpPr/>
            <p:nvPr/>
          </p:nvGrpSpPr>
          <p:grpSpPr>
            <a:xfrm>
              <a:off x="4333950" y="5772156"/>
              <a:ext cx="531826" cy="419386"/>
              <a:chOff x="1348548" y="2475647"/>
              <a:chExt cx="603936" cy="476250"/>
            </a:xfrm>
          </p:grpSpPr>
          <p:grpSp>
            <p:nvGrpSpPr>
              <p:cNvPr id="713" name="Google Shape;713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714" name="Google Shape;714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15" name="Google Shape;715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6" name="Google Shape;716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17" name="Google Shape;717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8" name="Google Shape;718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9" name="Google Shape;719;g194388de881_0_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720" name="Google Shape;720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g194388de881_0_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22" name="Google Shape;722;g194388de881_0_0"/>
            <p:cNvGrpSpPr/>
            <p:nvPr/>
          </p:nvGrpSpPr>
          <p:grpSpPr>
            <a:xfrm>
              <a:off x="6264114" y="5807662"/>
              <a:ext cx="531826" cy="419386"/>
              <a:chOff x="1348548" y="2507397"/>
              <a:chExt cx="603936" cy="476250"/>
            </a:xfrm>
          </p:grpSpPr>
          <p:grpSp>
            <p:nvGrpSpPr>
              <p:cNvPr id="723" name="Google Shape;723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724" name="Google Shape;724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25" name="Google Shape;725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6" name="Google Shape;726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27" name="Google Shape;727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9" name="Google Shape;729;g194388de881_0_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730" name="Google Shape;730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" name="Google Shape;731;g194388de881_0_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32" name="Google Shape;732;g194388de881_0_0"/>
            <p:cNvGrpSpPr/>
            <p:nvPr/>
          </p:nvGrpSpPr>
          <p:grpSpPr>
            <a:xfrm>
              <a:off x="8197481" y="5805213"/>
              <a:ext cx="546878" cy="419386"/>
              <a:chOff x="1348548" y="2507397"/>
              <a:chExt cx="621030" cy="476250"/>
            </a:xfrm>
          </p:grpSpPr>
          <p:grpSp>
            <p:nvGrpSpPr>
              <p:cNvPr id="733" name="Google Shape;733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734" name="Google Shape;734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35" name="Google Shape;735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36" name="Google Shape;736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37" name="Google Shape;737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8" name="Google Shape;738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9" name="Google Shape;739;g194388de881_0_0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740" name="Google Shape;740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1" name="Google Shape;741;g194388de881_0_0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742" name="Google Shape;742;g194388de881_0_0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194388de881_0_0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194388de881_0_0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194388de881_0_0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194388de881_0_0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194388de881_0_0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194388de881_0_0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194388de881_0_0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194388de881_0_0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194388de881_0_0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194388de881_0_0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3" name="Google Shape;753;g194388de881_0_0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754" name="Google Shape;754;g194388de881_0_0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5" name="Google Shape;755;g194388de881_0_0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756" name="Google Shape;756;g194388de881_0_0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57" name="Google Shape;757;g194388de881_0_0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8" name="Google Shape;758;g194388de881_0_0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9" name="Google Shape;759;g194388de881_0_0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0" name="Google Shape;760;g194388de881_0_0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1" name="Google Shape;761;g194388de881_0_0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2" name="Google Shape;762;g194388de881_0_0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3" name="Google Shape;763;g194388de881_0_0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4" name="Google Shape;764;g194388de881_0_0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5" name="Google Shape;765;g194388de881_0_0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6" name="Google Shape;766;g194388de881_0_0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g194388de881_0_0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g194388de881_0_0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69" name="Google Shape;769;g194388de881_0_0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70" name="Google Shape;770;g194388de881_0_0"/>
              <p:cNvCxnSpPr/>
              <p:nvPr/>
            </p:nvCxnSpPr>
            <p:spPr>
              <a:xfrm>
                <a:off x="10372725" y="3548510"/>
                <a:ext cx="0" cy="2076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771" name="Google Shape;771;g194388de881_0_0"/>
          <p:cNvSpPr txBox="1"/>
          <p:nvPr/>
        </p:nvSpPr>
        <p:spPr>
          <a:xfrm flipH="1">
            <a:off x="427398" y="3275636"/>
            <a:ext cx="21957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 have distance estimates to nearest neighbors (only)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2" name="Google Shape;772;g194388de881_0_0"/>
          <p:cNvGrpSpPr/>
          <p:nvPr/>
        </p:nvGrpSpPr>
        <p:grpSpPr>
          <a:xfrm>
            <a:off x="5663806" y="2293587"/>
            <a:ext cx="5624541" cy="2298988"/>
            <a:chOff x="5663806" y="2293587"/>
            <a:chExt cx="5624541" cy="2298988"/>
          </a:xfrm>
        </p:grpSpPr>
        <p:sp>
          <p:nvSpPr>
            <p:cNvPr id="773" name="Google Shape;773;g194388de881_0_0"/>
            <p:cNvSpPr txBox="1"/>
            <p:nvPr/>
          </p:nvSpPr>
          <p:spPr>
            <a:xfrm>
              <a:off x="9259747" y="3669175"/>
              <a:ext cx="20286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 few asymmetries: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"/>
                <a:buChar char="▪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missing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"/>
                <a:buChar char="▪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larger cost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4" name="Google Shape;774;g194388de881_0_0"/>
            <p:cNvCxnSpPr/>
            <p:nvPr/>
          </p:nvCxnSpPr>
          <p:spPr>
            <a:xfrm rot="10800000">
              <a:off x="8414818" y="3032537"/>
              <a:ext cx="995400" cy="1111200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75" name="Google Shape;775;g194388de881_0_0"/>
            <p:cNvCxnSpPr/>
            <p:nvPr/>
          </p:nvCxnSpPr>
          <p:spPr>
            <a:xfrm rot="10800000">
              <a:off x="5663806" y="2293587"/>
              <a:ext cx="3726000" cy="2091600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76" name="Google Shape;776;g194388de881_0_0"/>
          <p:cNvSpPr/>
          <p:nvPr/>
        </p:nvSpPr>
        <p:spPr>
          <a:xfrm rot="5400000">
            <a:off x="4400041" y="256131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g194388de881_0_0"/>
          <p:cNvSpPr/>
          <p:nvPr/>
        </p:nvSpPr>
        <p:spPr>
          <a:xfrm rot="-5400000">
            <a:off x="4395009" y="3470896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g194388de881_0_0"/>
          <p:cNvSpPr/>
          <p:nvPr/>
        </p:nvSpPr>
        <p:spPr>
          <a:xfrm rot="5400000">
            <a:off x="6302583" y="2546565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194388de881_0_0"/>
          <p:cNvSpPr/>
          <p:nvPr/>
        </p:nvSpPr>
        <p:spPr>
          <a:xfrm rot="-5400000">
            <a:off x="6297550" y="345615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194388de881_0_0"/>
          <p:cNvSpPr/>
          <p:nvPr/>
        </p:nvSpPr>
        <p:spPr>
          <a:xfrm rot="5400000">
            <a:off x="4370543" y="445894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194388de881_0_0"/>
          <p:cNvSpPr/>
          <p:nvPr/>
        </p:nvSpPr>
        <p:spPr>
          <a:xfrm rot="-5400000">
            <a:off x="4365511" y="5368527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g194388de881_0_0"/>
          <p:cNvSpPr/>
          <p:nvPr/>
        </p:nvSpPr>
        <p:spPr>
          <a:xfrm rot="5400000">
            <a:off x="6312416" y="445403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194388de881_0_0"/>
          <p:cNvSpPr/>
          <p:nvPr/>
        </p:nvSpPr>
        <p:spPr>
          <a:xfrm rot="-5400000">
            <a:off x="6307384" y="5363614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194388de881_0_0"/>
          <p:cNvSpPr/>
          <p:nvPr/>
        </p:nvSpPr>
        <p:spPr>
          <a:xfrm rot="5400000">
            <a:off x="8254290" y="4449118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194388de881_0_0"/>
          <p:cNvSpPr/>
          <p:nvPr/>
        </p:nvSpPr>
        <p:spPr>
          <a:xfrm rot="-5400000">
            <a:off x="8249256" y="5358702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g194388de881_0_0"/>
          <p:cNvSpPr/>
          <p:nvPr/>
        </p:nvSpPr>
        <p:spPr>
          <a:xfrm rot="10800000">
            <a:off x="7582485" y="582967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g194388de881_0_0"/>
          <p:cNvSpPr/>
          <p:nvPr/>
        </p:nvSpPr>
        <p:spPr>
          <a:xfrm>
            <a:off x="6819704" y="5834582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8" name="Google Shape;788;g194388de881_0_0"/>
          <p:cNvGrpSpPr/>
          <p:nvPr/>
        </p:nvGrpSpPr>
        <p:grpSpPr>
          <a:xfrm>
            <a:off x="4336623" y="3833733"/>
            <a:ext cx="4403520" cy="454892"/>
            <a:chOff x="4333950" y="5772156"/>
            <a:chExt cx="4403520" cy="454892"/>
          </a:xfrm>
        </p:grpSpPr>
        <p:grpSp>
          <p:nvGrpSpPr>
            <p:cNvPr id="789" name="Google Shape;789;g194388de881_0_0"/>
            <p:cNvGrpSpPr/>
            <p:nvPr/>
          </p:nvGrpSpPr>
          <p:grpSpPr>
            <a:xfrm>
              <a:off x="4333950" y="5772156"/>
              <a:ext cx="531826" cy="419386"/>
              <a:chOff x="1348548" y="2475647"/>
              <a:chExt cx="603936" cy="476250"/>
            </a:xfrm>
          </p:grpSpPr>
          <p:grpSp>
            <p:nvGrpSpPr>
              <p:cNvPr id="790" name="Google Shape;790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791" name="Google Shape;791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2" name="Google Shape;792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93" name="Google Shape;793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94" name="Google Shape;794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5" name="Google Shape;795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96" name="Google Shape;796;g194388de881_0_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797" name="Google Shape;797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8" name="Google Shape;798;g194388de881_0_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99" name="Google Shape;799;g194388de881_0_0"/>
            <p:cNvGrpSpPr/>
            <p:nvPr/>
          </p:nvGrpSpPr>
          <p:grpSpPr>
            <a:xfrm>
              <a:off x="6264114" y="5807662"/>
              <a:ext cx="531826" cy="419386"/>
              <a:chOff x="1348548" y="2507397"/>
              <a:chExt cx="603936" cy="476250"/>
            </a:xfrm>
          </p:grpSpPr>
          <p:grpSp>
            <p:nvGrpSpPr>
              <p:cNvPr id="800" name="Google Shape;800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801" name="Google Shape;801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02" name="Google Shape;802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03" name="Google Shape;803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04" name="Google Shape;804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06" name="Google Shape;806;g194388de881_0_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807" name="Google Shape;807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8" name="Google Shape;808;g194388de881_0_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09" name="Google Shape;809;g194388de881_0_0"/>
            <p:cNvGrpSpPr/>
            <p:nvPr/>
          </p:nvGrpSpPr>
          <p:grpSpPr>
            <a:xfrm>
              <a:off x="8197481" y="5805213"/>
              <a:ext cx="539989" cy="419386"/>
              <a:chOff x="1348548" y="2507397"/>
              <a:chExt cx="613206" cy="476250"/>
            </a:xfrm>
          </p:grpSpPr>
          <p:grpSp>
            <p:nvGrpSpPr>
              <p:cNvPr id="810" name="Google Shape;810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811" name="Google Shape;811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12" name="Google Shape;812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13" name="Google Shape;813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14" name="Google Shape;814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" name="Google Shape;815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16" name="Google Shape;816;g194388de881_0_0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817" name="Google Shape;817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" name="Google Shape;818;g194388de881_0_0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819" name="Google Shape;819;g194388de881_0_0"/>
          <p:cNvGrpSpPr/>
          <p:nvPr/>
        </p:nvGrpSpPr>
        <p:grpSpPr>
          <a:xfrm>
            <a:off x="4333950" y="1906006"/>
            <a:ext cx="4395356" cy="454892"/>
            <a:chOff x="4333950" y="5772156"/>
            <a:chExt cx="4395356" cy="454892"/>
          </a:xfrm>
        </p:grpSpPr>
        <p:grpSp>
          <p:nvGrpSpPr>
            <p:cNvPr id="820" name="Google Shape;820;g194388de881_0_0"/>
            <p:cNvGrpSpPr/>
            <p:nvPr/>
          </p:nvGrpSpPr>
          <p:grpSpPr>
            <a:xfrm>
              <a:off x="4333950" y="5772156"/>
              <a:ext cx="531826" cy="419386"/>
              <a:chOff x="1348548" y="2475647"/>
              <a:chExt cx="603936" cy="476250"/>
            </a:xfrm>
          </p:grpSpPr>
          <p:grpSp>
            <p:nvGrpSpPr>
              <p:cNvPr id="821" name="Google Shape;821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822" name="Google Shape;822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23" name="Google Shape;823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24" name="Google Shape;824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25" name="Google Shape;825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6" name="Google Shape;826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7" name="Google Shape;827;g194388de881_0_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828" name="Google Shape;828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9" name="Google Shape;829;g194388de881_0_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30" name="Google Shape;830;g194388de881_0_0"/>
            <p:cNvGrpSpPr/>
            <p:nvPr/>
          </p:nvGrpSpPr>
          <p:grpSpPr>
            <a:xfrm>
              <a:off x="6264114" y="5807662"/>
              <a:ext cx="531826" cy="419386"/>
              <a:chOff x="1348548" y="2507397"/>
              <a:chExt cx="603936" cy="476250"/>
            </a:xfrm>
          </p:grpSpPr>
          <p:grpSp>
            <p:nvGrpSpPr>
              <p:cNvPr id="831" name="Google Shape;831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832" name="Google Shape;832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33" name="Google Shape;833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4" name="Google Shape;834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35" name="Google Shape;835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" name="Google Shape;836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37" name="Google Shape;837;g194388de881_0_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838" name="Google Shape;838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9" name="Google Shape;839;g194388de881_0_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40" name="Google Shape;840;g194388de881_0_0"/>
            <p:cNvGrpSpPr/>
            <p:nvPr/>
          </p:nvGrpSpPr>
          <p:grpSpPr>
            <a:xfrm>
              <a:off x="8197480" y="5805213"/>
              <a:ext cx="531826" cy="419386"/>
              <a:chOff x="1348548" y="2507397"/>
              <a:chExt cx="603936" cy="476250"/>
            </a:xfrm>
          </p:grpSpPr>
          <p:grpSp>
            <p:nvGrpSpPr>
              <p:cNvPr id="841" name="Google Shape;841;g194388de881_0_0"/>
              <p:cNvGrpSpPr/>
              <p:nvPr/>
            </p:nvGrpSpPr>
            <p:grpSpPr>
              <a:xfrm>
                <a:off x="1348548" y="2555712"/>
                <a:ext cx="603936" cy="309144"/>
                <a:chOff x="5278570" y="2983486"/>
                <a:chExt cx="501650" cy="233475"/>
              </a:xfrm>
            </p:grpSpPr>
            <p:sp>
              <p:nvSpPr>
                <p:cNvPr id="842" name="Google Shape;842;g194388de881_0_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43" name="Google Shape;843;g194388de881_0_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4" name="Google Shape;844;g194388de881_0_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45" name="Google Shape;845;g194388de881_0_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" name="Google Shape;846;g194388de881_0_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47" name="Google Shape;847;g194388de881_0_0"/>
              <p:cNvGrpSpPr/>
              <p:nvPr/>
            </p:nvGrpSpPr>
            <p:grpSpPr>
              <a:xfrm>
                <a:off x="1464202" y="2507397"/>
                <a:ext cx="469382" cy="476250"/>
                <a:chOff x="2949" y="2425"/>
                <a:chExt cx="300" cy="300"/>
              </a:xfrm>
            </p:grpSpPr>
            <p:sp>
              <p:nvSpPr>
                <p:cNvPr id="848" name="Google Shape;848;g194388de881_0_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9" name="Google Shape;849;g194388de881_0_0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850" name="Google Shape;850;g194388de881_0_0"/>
          <p:cNvSpPr/>
          <p:nvPr/>
        </p:nvSpPr>
        <p:spPr>
          <a:xfrm rot="10800000">
            <a:off x="5660107" y="584304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g194388de881_0_0"/>
          <p:cNvSpPr/>
          <p:nvPr/>
        </p:nvSpPr>
        <p:spPr>
          <a:xfrm>
            <a:off x="4897326" y="584795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g194388de881_0_0"/>
          <p:cNvSpPr/>
          <p:nvPr/>
        </p:nvSpPr>
        <p:spPr>
          <a:xfrm rot="10800000">
            <a:off x="5652088" y="3904625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g194388de881_0_0"/>
          <p:cNvSpPr/>
          <p:nvPr/>
        </p:nvSpPr>
        <p:spPr>
          <a:xfrm>
            <a:off x="4905348" y="3909528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g194388de881_0_0"/>
          <p:cNvSpPr/>
          <p:nvPr/>
        </p:nvSpPr>
        <p:spPr>
          <a:xfrm rot="10800000">
            <a:off x="5660110" y="1966203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g194388de881_0_0"/>
          <p:cNvSpPr/>
          <p:nvPr/>
        </p:nvSpPr>
        <p:spPr>
          <a:xfrm>
            <a:off x="4924064" y="198714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194388de881_0_0"/>
          <p:cNvSpPr/>
          <p:nvPr/>
        </p:nvSpPr>
        <p:spPr>
          <a:xfrm rot="10800000">
            <a:off x="7582489" y="1968876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g194388de881_0_0"/>
          <p:cNvSpPr/>
          <p:nvPr/>
        </p:nvSpPr>
        <p:spPr>
          <a:xfrm>
            <a:off x="6819708" y="197377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g194388de881_0_0"/>
          <p:cNvSpPr/>
          <p:nvPr/>
        </p:nvSpPr>
        <p:spPr>
          <a:xfrm rot="10800000">
            <a:off x="7595859" y="390729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g194388de881_0_0"/>
          <p:cNvSpPr/>
          <p:nvPr/>
        </p:nvSpPr>
        <p:spPr>
          <a:xfrm>
            <a:off x="6833078" y="391220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194388de881_0_0"/>
          <p:cNvSpPr txBox="1"/>
          <p:nvPr/>
        </p:nvSpPr>
        <p:spPr>
          <a:xfrm flipH="1">
            <a:off x="435420" y="4375569"/>
            <a:ext cx="21957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 send their local distance vector to their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101be01f4cc_0_426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867" name="Google Shape;867;g101be01f4cc_0_426"/>
          <p:cNvSpPr txBox="1"/>
          <p:nvPr/>
        </p:nvSpPr>
        <p:spPr>
          <a:xfrm flipH="1">
            <a:off x="476559" y="3078991"/>
            <a:ext cx="2195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8" name="Google Shape;868;g101be01f4cc_0_426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869" name="Google Shape;869;g101be01f4cc_0_426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" name="Google Shape;870;g101be01f4cc_0_426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871" name="Google Shape;871;g101be01f4cc_0_426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72" name="Google Shape;872;g101be01f4cc_0_426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3" name="Google Shape;873;g101be01f4cc_0_426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4" name="Google Shape;874;g101be01f4cc_0_426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5" name="Google Shape;875;g101be01f4cc_0_426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6" name="Google Shape;876;g101be01f4cc_0_426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7" name="Google Shape;877;g101be01f4cc_0_426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8" name="Google Shape;878;g101be01f4cc_0_426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9" name="Google Shape;879;g101be01f4cc_0_426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0" name="Google Shape;880;g101be01f4cc_0_426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1" name="Google Shape;881;g101be01f4cc_0_426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2" name="Google Shape;882;g101be01f4cc_0_426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3" name="Google Shape;883;g101be01f4cc_0_426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84" name="Google Shape;884;g101be01f4cc_0_426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85" name="Google Shape;885;g101be01f4cc_0_426"/>
              <p:cNvCxnSpPr/>
              <p:nvPr/>
            </p:nvCxnSpPr>
            <p:spPr>
              <a:xfrm flipH="1">
                <a:off x="10361631" y="3564494"/>
                <a:ext cx="137700" cy="2319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886" name="Google Shape;886;g101be01f4cc_0_426"/>
          <p:cNvCxnSpPr>
            <a:stCxn id="887" idx="2"/>
            <a:endCxn id="887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g101be01f4cc_0_426"/>
          <p:cNvCxnSpPr>
            <a:stCxn id="887" idx="1"/>
            <a:endCxn id="887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7" name="Google Shape;887;g101be01f4cc_0_426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101be01f4cc_0_426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0" name="Google Shape;890;g101be01f4cc_0_426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891" name="Google Shape;891;g101be01f4cc_0_426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892" name="Google Shape;892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893" name="Google Shape;893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94" name="Google Shape;894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5" name="Google Shape;895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96" name="Google Shape;896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7" name="Google Shape;897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98" name="Google Shape;898;g101be01f4cc_0_426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899" name="Google Shape;899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0" name="Google Shape;900;g101be01f4cc_0_426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01" name="Google Shape;901;g101be01f4cc_0_426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902" name="Google Shape;902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903" name="Google Shape;903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04" name="Google Shape;904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5" name="Google Shape;905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06" name="Google Shape;906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7" name="Google Shape;907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8" name="Google Shape;908;g101be01f4cc_0_426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909" name="Google Shape;909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" name="Google Shape;910;g101be01f4cc_0_426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11" name="Google Shape;911;g101be01f4cc_0_426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912" name="Google Shape;912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913" name="Google Shape;913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14" name="Google Shape;914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5" name="Google Shape;915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16" name="Google Shape;916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" name="Google Shape;917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8" name="Google Shape;918;g101be01f4cc_0_426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919" name="Google Shape;919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0" name="Google Shape;920;g101be01f4cc_0_426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21" name="Google Shape;921;g101be01f4cc_0_426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101be01f4cc_0_426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101be01f4cc_0_426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101be01f4cc_0_426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101be01f4cc_0_426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101be01f4cc_0_426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101be01f4cc_0_426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101be01f4cc_0_426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101be01f4cc_0_426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101be01f4cc_0_426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101be01f4cc_0_426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101be01f4cc_0_426"/>
          <p:cNvSpPr/>
          <p:nvPr/>
        </p:nvSpPr>
        <p:spPr>
          <a:xfrm flipH="1" rot="5400000">
            <a:off x="4400041" y="256141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g101be01f4cc_0_426"/>
          <p:cNvSpPr/>
          <p:nvPr/>
        </p:nvSpPr>
        <p:spPr>
          <a:xfrm flipH="1" rot="-5400000">
            <a:off x="4395009" y="3470796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101be01f4cc_0_426"/>
          <p:cNvSpPr/>
          <p:nvPr/>
        </p:nvSpPr>
        <p:spPr>
          <a:xfrm flipH="1" rot="5400000">
            <a:off x="6302583" y="2546665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101be01f4cc_0_426"/>
          <p:cNvSpPr/>
          <p:nvPr/>
        </p:nvSpPr>
        <p:spPr>
          <a:xfrm flipH="1" rot="-5400000">
            <a:off x="6297550" y="3456049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101be01f4cc_0_426"/>
          <p:cNvSpPr/>
          <p:nvPr/>
        </p:nvSpPr>
        <p:spPr>
          <a:xfrm flipH="1" rot="5400000">
            <a:off x="4370543" y="445904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g101be01f4cc_0_426"/>
          <p:cNvSpPr/>
          <p:nvPr/>
        </p:nvSpPr>
        <p:spPr>
          <a:xfrm flipH="1" rot="-5400000">
            <a:off x="4365511" y="5368427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101be01f4cc_0_426"/>
          <p:cNvSpPr/>
          <p:nvPr/>
        </p:nvSpPr>
        <p:spPr>
          <a:xfrm flipH="1" rot="5400000">
            <a:off x="6312416" y="445413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g101be01f4cc_0_426"/>
          <p:cNvSpPr/>
          <p:nvPr/>
        </p:nvSpPr>
        <p:spPr>
          <a:xfrm flipH="1" rot="-5400000">
            <a:off x="6307384" y="5363514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101be01f4cc_0_426"/>
          <p:cNvSpPr/>
          <p:nvPr/>
        </p:nvSpPr>
        <p:spPr>
          <a:xfrm flipH="1" rot="5400000">
            <a:off x="8254290" y="4449218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g101be01f4cc_0_426"/>
          <p:cNvSpPr/>
          <p:nvPr/>
        </p:nvSpPr>
        <p:spPr>
          <a:xfrm flipH="1" rot="-5400000">
            <a:off x="8249256" y="5358602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101be01f4cc_0_426"/>
          <p:cNvSpPr/>
          <p:nvPr/>
        </p:nvSpPr>
        <p:spPr>
          <a:xfrm flipH="1" rot="10800000">
            <a:off x="7582395" y="582967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101be01f4cc_0_426"/>
          <p:cNvSpPr/>
          <p:nvPr/>
        </p:nvSpPr>
        <p:spPr>
          <a:xfrm flipH="1">
            <a:off x="6819794" y="5834582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4" name="Google Shape;944;g101be01f4cc_0_426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945" name="Google Shape;945;g101be01f4cc_0_426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946" name="Google Shape;946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947" name="Google Shape;947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48" name="Google Shape;948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49" name="Google Shape;949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50" name="Google Shape;950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2" name="Google Shape;952;g101be01f4cc_0_426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953" name="Google Shape;953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4" name="Google Shape;954;g101be01f4cc_0_426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55" name="Google Shape;955;g101be01f4cc_0_426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956" name="Google Shape;956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957" name="Google Shape;957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58" name="Google Shape;958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59" name="Google Shape;959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60" name="Google Shape;960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1" name="Google Shape;961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2" name="Google Shape;962;g101be01f4cc_0_426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963" name="Google Shape;963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g101be01f4cc_0_426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65" name="Google Shape;965;g101be01f4cc_0_426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966" name="Google Shape;966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967" name="Google Shape;967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68" name="Google Shape;968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69" name="Google Shape;969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70" name="Google Shape;970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1" name="Google Shape;971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72" name="Google Shape;972;g101be01f4cc_0_426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973" name="Google Shape;973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4" name="Google Shape;974;g101be01f4cc_0_426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75" name="Google Shape;975;g101be01f4cc_0_426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976" name="Google Shape;976;g101be01f4cc_0_426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977" name="Google Shape;977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978" name="Google Shape;978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79" name="Google Shape;979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80" name="Google Shape;980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81" name="Google Shape;981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2" name="Google Shape;982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3" name="Google Shape;983;g101be01f4cc_0_426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984" name="Google Shape;984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5" name="Google Shape;985;g101be01f4cc_0_426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86" name="Google Shape;986;g101be01f4cc_0_426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987" name="Google Shape;987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988" name="Google Shape;988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89" name="Google Shape;989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90" name="Google Shape;990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91" name="Google Shape;991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3" name="Google Shape;993;g101be01f4cc_0_426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994" name="Google Shape;994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g101be01f4cc_0_426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96" name="Google Shape;996;g101be01f4cc_0_426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997" name="Google Shape;997;g101be01f4cc_0_426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998" name="Google Shape;998;g101be01f4cc_0_426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99" name="Google Shape;999;g101be01f4cc_0_426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00" name="Google Shape;1000;g101be01f4cc_0_426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01" name="Google Shape;1001;g101be01f4cc_0_426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2" name="Google Shape;1002;g101be01f4cc_0_426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3" name="Google Shape;1003;g101be01f4cc_0_426"/>
              <p:cNvGrpSpPr/>
              <p:nvPr/>
            </p:nvGrpSpPr>
            <p:grpSpPr>
              <a:xfrm>
                <a:off x="1464202" y="2507397"/>
                <a:ext cx="469382" cy="476250"/>
                <a:chOff x="2949" y="2425"/>
                <a:chExt cx="300" cy="300"/>
              </a:xfrm>
            </p:grpSpPr>
            <p:sp>
              <p:nvSpPr>
                <p:cNvPr id="1004" name="Google Shape;1004;g101be01f4cc_0_426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5" name="Google Shape;1005;g101be01f4cc_0_426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006" name="Google Shape;1006;g101be01f4cc_0_426"/>
          <p:cNvSpPr/>
          <p:nvPr/>
        </p:nvSpPr>
        <p:spPr>
          <a:xfrm flipH="1" rot="10800000">
            <a:off x="5660017" y="584304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g101be01f4cc_0_426"/>
          <p:cNvSpPr/>
          <p:nvPr/>
        </p:nvSpPr>
        <p:spPr>
          <a:xfrm flipH="1">
            <a:off x="4897416" y="584795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101be01f4cc_0_426"/>
          <p:cNvSpPr/>
          <p:nvPr/>
        </p:nvSpPr>
        <p:spPr>
          <a:xfrm flipH="1" rot="10800000">
            <a:off x="5651998" y="3904625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g101be01f4cc_0_426"/>
          <p:cNvSpPr/>
          <p:nvPr/>
        </p:nvSpPr>
        <p:spPr>
          <a:xfrm flipH="1">
            <a:off x="4905438" y="3909528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101be01f4cc_0_426"/>
          <p:cNvSpPr/>
          <p:nvPr/>
        </p:nvSpPr>
        <p:spPr>
          <a:xfrm>
            <a:off x="5660020" y="196618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g101be01f4cc_0_426"/>
          <p:cNvSpPr/>
          <p:nvPr/>
        </p:nvSpPr>
        <p:spPr>
          <a:xfrm rot="10800000">
            <a:off x="4924154" y="1987161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101be01f4cc_0_426"/>
          <p:cNvSpPr/>
          <p:nvPr/>
        </p:nvSpPr>
        <p:spPr>
          <a:xfrm flipH="1" rot="10800000">
            <a:off x="7582399" y="1968876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g101be01f4cc_0_426"/>
          <p:cNvSpPr/>
          <p:nvPr/>
        </p:nvSpPr>
        <p:spPr>
          <a:xfrm rot="10800000">
            <a:off x="6819798" y="1973793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g101be01f4cc_0_426"/>
          <p:cNvSpPr/>
          <p:nvPr/>
        </p:nvSpPr>
        <p:spPr>
          <a:xfrm flipH="1" rot="10800000">
            <a:off x="7595769" y="390729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g101be01f4cc_0_426"/>
          <p:cNvSpPr/>
          <p:nvPr/>
        </p:nvSpPr>
        <p:spPr>
          <a:xfrm flipH="1">
            <a:off x="6833168" y="391220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01be01f4cc_0_580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cxnSp>
        <p:nvCxnSpPr>
          <p:cNvPr id="1022" name="Google Shape;1022;g101be01f4cc_0_580"/>
          <p:cNvCxnSpPr>
            <a:stCxn id="1023" idx="2"/>
            <a:endCxn id="1023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4" name="Google Shape;1024;g101be01f4cc_0_580"/>
          <p:cNvCxnSpPr>
            <a:stCxn id="1023" idx="1"/>
            <a:endCxn id="1023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3" name="Google Shape;1023;g101be01f4cc_0_580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g101be01f4cc_0_580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6" name="Google Shape;1026;g101be01f4cc_0_580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1027" name="Google Shape;1027;g101be01f4cc_0_58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028" name="Google Shape;1028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029" name="Google Shape;1029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30" name="Google Shape;1030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31" name="Google Shape;1031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32" name="Google Shape;1032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3" name="Google Shape;1033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34" name="Google Shape;1034;g101be01f4cc_0_58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035" name="Google Shape;1035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6" name="Google Shape;1036;g101be01f4cc_0_58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37" name="Google Shape;1037;g101be01f4cc_0_58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038" name="Google Shape;1038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039" name="Google Shape;1039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40" name="Google Shape;1040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41" name="Google Shape;1041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42" name="Google Shape;1042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3" name="Google Shape;1043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4" name="Google Shape;1044;g101be01f4cc_0_58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045" name="Google Shape;1045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6" name="Google Shape;1046;g101be01f4cc_0_58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47" name="Google Shape;1047;g101be01f4cc_0_580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1048" name="Google Shape;1048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049" name="Google Shape;1049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50" name="Google Shape;1050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51" name="Google Shape;1051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52" name="Google Shape;1052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3" name="Google Shape;1053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4" name="Google Shape;1054;g101be01f4cc_0_580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1055" name="Google Shape;1055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6" name="Google Shape;1056;g101be01f4cc_0_580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057" name="Google Shape;1057;g101be01f4cc_0_580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101be01f4cc_0_580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101be01f4cc_0_580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101be01f4cc_0_580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101be01f4cc_0_580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101be01f4cc_0_580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101be01f4cc_0_580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101be01f4cc_0_580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g101be01f4cc_0_580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g101be01f4cc_0_580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g101be01f4cc_0_580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8" name="Google Shape;1068;g101be01f4cc_0_580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1069" name="Google Shape;1069;g101be01f4cc_0_58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070" name="Google Shape;1070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071" name="Google Shape;1071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72" name="Google Shape;1072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73" name="Google Shape;1073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74" name="Google Shape;1074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5" name="Google Shape;1075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76" name="Google Shape;1076;g101be01f4cc_0_58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077" name="Google Shape;1077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8" name="Google Shape;1078;g101be01f4cc_0_58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79" name="Google Shape;1079;g101be01f4cc_0_58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080" name="Google Shape;1080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081" name="Google Shape;1081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82" name="Google Shape;1082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83" name="Google Shape;1083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84" name="Google Shape;1084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5" name="Google Shape;1085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6" name="Google Shape;1086;g101be01f4cc_0_58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087" name="Google Shape;1087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8" name="Google Shape;1088;g101be01f4cc_0_58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89" name="Google Shape;1089;g101be01f4cc_0_580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1090" name="Google Shape;1090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091" name="Google Shape;1091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2" name="Google Shape;1092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93" name="Google Shape;1093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94" name="Google Shape;1094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5" name="Google Shape;1095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96" name="Google Shape;1096;g101be01f4cc_0_580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1097" name="Google Shape;1097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8" name="Google Shape;1098;g101be01f4cc_0_580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099" name="Google Shape;1099;g101be01f4cc_0_580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1100" name="Google Shape;1100;g101be01f4cc_0_58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101" name="Google Shape;1101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102" name="Google Shape;1102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03" name="Google Shape;1103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04" name="Google Shape;1104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05" name="Google Shape;1105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6" name="Google Shape;1106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07" name="Google Shape;1107;g101be01f4cc_0_58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108" name="Google Shape;1108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9" name="Google Shape;1109;g101be01f4cc_0_58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10" name="Google Shape;1110;g101be01f4cc_0_58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111" name="Google Shape;1111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112" name="Google Shape;1112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3" name="Google Shape;1113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14" name="Google Shape;1114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15" name="Google Shape;1115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6" name="Google Shape;1116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17" name="Google Shape;1117;g101be01f4cc_0_58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118" name="Google Shape;1118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" name="Google Shape;1119;g101be01f4cc_0_58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20" name="Google Shape;1120;g101be01f4cc_0_580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1121" name="Google Shape;1121;g101be01f4cc_0_58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122" name="Google Shape;1122;g101be01f4cc_0_58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23" name="Google Shape;1123;g101be01f4cc_0_58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24" name="Google Shape;1124;g101be01f4cc_0_58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25" name="Google Shape;1125;g101be01f4cc_0_58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6" name="Google Shape;1126;g101be01f4cc_0_58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7" name="Google Shape;1127;g101be01f4cc_0_580"/>
              <p:cNvGrpSpPr/>
              <p:nvPr/>
            </p:nvGrpSpPr>
            <p:grpSpPr>
              <a:xfrm>
                <a:off x="1464202" y="2507397"/>
                <a:ext cx="469382" cy="476250"/>
                <a:chOff x="2949" y="2425"/>
                <a:chExt cx="300" cy="300"/>
              </a:xfrm>
            </p:grpSpPr>
            <p:sp>
              <p:nvSpPr>
                <p:cNvPr id="1128" name="Google Shape;1128;g101be01f4cc_0_58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9" name="Google Shape;1129;g101be01f4cc_0_580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130" name="Google Shape;1130;g101be01f4cc_0_580"/>
          <p:cNvSpPr txBox="1"/>
          <p:nvPr/>
        </p:nvSpPr>
        <p:spPr>
          <a:xfrm flipH="1">
            <a:off x="476559" y="3078991"/>
            <a:ext cx="2195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1" name="Google Shape;1131;g101be01f4cc_0_580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1132" name="Google Shape;1132;g101be01f4cc_0_580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3" name="Google Shape;1133;g101be01f4cc_0_580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1134" name="Google Shape;1134;g101be01f4cc_0_580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35" name="Google Shape;1135;g101be01f4cc_0_580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6" name="Google Shape;1136;g101be01f4cc_0_580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7" name="Google Shape;1137;g101be01f4cc_0_580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8" name="Google Shape;1138;g101be01f4cc_0_580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9" name="Google Shape;1139;g101be01f4cc_0_580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0" name="Google Shape;1140;g101be01f4cc_0_580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1" name="Google Shape;1141;g101be01f4cc_0_580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2" name="Google Shape;1142;g101be01f4cc_0_580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3" name="Google Shape;1143;g101be01f4cc_0_580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4" name="Google Shape;1144;g101be01f4cc_0_580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5" name="Google Shape;1145;g101be01f4cc_0_580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6" name="Google Shape;1146;g101be01f4cc_0_580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47" name="Google Shape;1147;g101be01f4cc_0_580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48" name="Google Shape;1148;g101be01f4cc_0_580"/>
          <p:cNvGrpSpPr/>
          <p:nvPr/>
        </p:nvGrpSpPr>
        <p:grpSpPr>
          <a:xfrm>
            <a:off x="3972233" y="1627242"/>
            <a:ext cx="5092103" cy="4957696"/>
            <a:chOff x="3982064" y="1612491"/>
            <a:chExt cx="5092103" cy="4957696"/>
          </a:xfrm>
        </p:grpSpPr>
        <p:grpSp>
          <p:nvGrpSpPr>
            <p:cNvPr id="1149" name="Google Shape;1149;g101be01f4cc_0_580"/>
            <p:cNvGrpSpPr/>
            <p:nvPr/>
          </p:nvGrpSpPr>
          <p:grpSpPr>
            <a:xfrm>
              <a:off x="4011560" y="1641985"/>
              <a:ext cx="1198531" cy="1024796"/>
              <a:chOff x="9655277" y="2349909"/>
              <a:chExt cx="1198531" cy="1024796"/>
            </a:xfrm>
          </p:grpSpPr>
          <p:sp>
            <p:nvSpPr>
              <p:cNvPr id="1150" name="Google Shape;1150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2" name="Google Shape;1152;g101be01f4cc_0_580"/>
            <p:cNvGrpSpPr/>
            <p:nvPr/>
          </p:nvGrpSpPr>
          <p:grpSpPr>
            <a:xfrm>
              <a:off x="5943598" y="1627238"/>
              <a:ext cx="1198531" cy="1024796"/>
              <a:chOff x="9655277" y="2349909"/>
              <a:chExt cx="1198531" cy="1024796"/>
            </a:xfrm>
          </p:grpSpPr>
          <p:sp>
            <p:nvSpPr>
              <p:cNvPr id="1153" name="Google Shape;1153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5" name="Google Shape;1155;g101be01f4cc_0_580"/>
            <p:cNvGrpSpPr/>
            <p:nvPr/>
          </p:nvGrpSpPr>
          <p:grpSpPr>
            <a:xfrm>
              <a:off x="7875636" y="1612491"/>
              <a:ext cx="1198531" cy="1024796"/>
              <a:chOff x="9655277" y="2349909"/>
              <a:chExt cx="1198531" cy="1024796"/>
            </a:xfrm>
          </p:grpSpPr>
          <p:sp>
            <p:nvSpPr>
              <p:cNvPr id="1156" name="Google Shape;1156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8" name="Google Shape;1158;g101be01f4cc_0_580"/>
            <p:cNvGrpSpPr/>
            <p:nvPr/>
          </p:nvGrpSpPr>
          <p:grpSpPr>
            <a:xfrm>
              <a:off x="3996813" y="3593688"/>
              <a:ext cx="1198531" cy="1024796"/>
              <a:chOff x="9655277" y="2349909"/>
              <a:chExt cx="1198531" cy="1024796"/>
            </a:xfrm>
          </p:grpSpPr>
          <p:sp>
            <p:nvSpPr>
              <p:cNvPr id="1159" name="Google Shape;1159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1" name="Google Shape;1161;g101be01f4cc_0_580"/>
            <p:cNvGrpSpPr/>
            <p:nvPr/>
          </p:nvGrpSpPr>
          <p:grpSpPr>
            <a:xfrm>
              <a:off x="5928850" y="3578941"/>
              <a:ext cx="1198531" cy="1024796"/>
              <a:chOff x="9655277" y="2349909"/>
              <a:chExt cx="1198531" cy="1024796"/>
            </a:xfrm>
          </p:grpSpPr>
          <p:sp>
            <p:nvSpPr>
              <p:cNvPr id="1162" name="Google Shape;1162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4" name="Google Shape;1164;g101be01f4cc_0_580"/>
            <p:cNvGrpSpPr/>
            <p:nvPr/>
          </p:nvGrpSpPr>
          <p:grpSpPr>
            <a:xfrm>
              <a:off x="7860888" y="3564194"/>
              <a:ext cx="1198531" cy="1024796"/>
              <a:chOff x="9655277" y="2349909"/>
              <a:chExt cx="1198531" cy="1024796"/>
            </a:xfrm>
          </p:grpSpPr>
          <p:sp>
            <p:nvSpPr>
              <p:cNvPr id="1165" name="Google Shape;1165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7" name="Google Shape;1167;g101be01f4cc_0_580"/>
            <p:cNvGrpSpPr/>
            <p:nvPr/>
          </p:nvGrpSpPr>
          <p:grpSpPr>
            <a:xfrm>
              <a:off x="3982064" y="5545391"/>
              <a:ext cx="1198531" cy="1024796"/>
              <a:chOff x="9655277" y="2349909"/>
              <a:chExt cx="1198531" cy="1024796"/>
            </a:xfrm>
          </p:grpSpPr>
          <p:sp>
            <p:nvSpPr>
              <p:cNvPr id="1168" name="Google Shape;1168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0" name="Google Shape;1170;g101be01f4cc_0_580"/>
            <p:cNvGrpSpPr/>
            <p:nvPr/>
          </p:nvGrpSpPr>
          <p:grpSpPr>
            <a:xfrm>
              <a:off x="5914102" y="5530644"/>
              <a:ext cx="1198531" cy="1024796"/>
              <a:chOff x="9655277" y="2349909"/>
              <a:chExt cx="1198531" cy="1024796"/>
            </a:xfrm>
          </p:grpSpPr>
          <p:sp>
            <p:nvSpPr>
              <p:cNvPr id="1171" name="Google Shape;1171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3" name="Google Shape;1173;g101be01f4cc_0_580"/>
            <p:cNvGrpSpPr/>
            <p:nvPr/>
          </p:nvGrpSpPr>
          <p:grpSpPr>
            <a:xfrm>
              <a:off x="7846140" y="5515897"/>
              <a:ext cx="1198531" cy="1024796"/>
              <a:chOff x="9655277" y="2349909"/>
              <a:chExt cx="1198531" cy="1024796"/>
            </a:xfrm>
          </p:grpSpPr>
          <p:sp>
            <p:nvSpPr>
              <p:cNvPr id="1174" name="Google Shape;1174;g101be01f4cc_0_580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g101be01f4cc_0_580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176" name="Google Shape;1176;g101be01f4cc_0_580"/>
          <p:cNvCxnSpPr/>
          <p:nvPr/>
        </p:nvCxnSpPr>
        <p:spPr>
          <a:xfrm flipH="1">
            <a:off x="901889" y="1975104"/>
            <a:ext cx="151500" cy="2574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101be01f4cc_0_740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cxnSp>
        <p:nvCxnSpPr>
          <p:cNvPr id="1183" name="Google Shape;1183;g101be01f4cc_0_740"/>
          <p:cNvCxnSpPr>
            <a:stCxn id="1184" idx="2"/>
            <a:endCxn id="1184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5" name="Google Shape;1185;g101be01f4cc_0_740"/>
          <p:cNvCxnSpPr>
            <a:stCxn id="1184" idx="1"/>
            <a:endCxn id="1184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4" name="Google Shape;1184;g101be01f4cc_0_740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g101be01f4cc_0_740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7" name="Google Shape;1187;g101be01f4cc_0_740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1188" name="Google Shape;1188;g101be01f4cc_0_74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189" name="Google Shape;1189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190" name="Google Shape;1190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91" name="Google Shape;1191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92" name="Google Shape;1192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93" name="Google Shape;1193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4" name="Google Shape;1194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95" name="Google Shape;1195;g101be01f4cc_0_74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196" name="Google Shape;1196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7" name="Google Shape;1197;g101be01f4cc_0_74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98" name="Google Shape;1198;g101be01f4cc_0_74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199" name="Google Shape;1199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200" name="Google Shape;1200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01" name="Google Shape;1201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02" name="Google Shape;1202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03" name="Google Shape;1203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4" name="Google Shape;1204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5" name="Google Shape;1205;g101be01f4cc_0_74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206" name="Google Shape;1206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7" name="Google Shape;1207;g101be01f4cc_0_74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08" name="Google Shape;1208;g101be01f4cc_0_740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1209" name="Google Shape;1209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210" name="Google Shape;1210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11" name="Google Shape;1211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12" name="Google Shape;1212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13" name="Google Shape;1213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4" name="Google Shape;1214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15" name="Google Shape;1215;g101be01f4cc_0_740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1216" name="Google Shape;1216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17;g101be01f4cc_0_740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218" name="Google Shape;1218;g101be01f4cc_0_740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g101be01f4cc_0_740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g101be01f4cc_0_740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g101be01f4cc_0_740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g101be01f4cc_0_740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g101be01f4cc_0_740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g101be01f4cc_0_740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g101be01f4cc_0_740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g101be01f4cc_0_740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g101be01f4cc_0_740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g101be01f4cc_0_740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g101be01f4cc_0_740"/>
          <p:cNvSpPr/>
          <p:nvPr/>
        </p:nvSpPr>
        <p:spPr>
          <a:xfrm rot="5400000">
            <a:off x="4400041" y="256131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g101be01f4cc_0_740"/>
          <p:cNvSpPr/>
          <p:nvPr/>
        </p:nvSpPr>
        <p:spPr>
          <a:xfrm rot="-5400000">
            <a:off x="4395009" y="3470896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g101be01f4cc_0_740"/>
          <p:cNvSpPr/>
          <p:nvPr/>
        </p:nvSpPr>
        <p:spPr>
          <a:xfrm rot="5400000">
            <a:off x="6302583" y="2546565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g101be01f4cc_0_740"/>
          <p:cNvSpPr/>
          <p:nvPr/>
        </p:nvSpPr>
        <p:spPr>
          <a:xfrm rot="-5400000">
            <a:off x="6297550" y="345615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g101be01f4cc_0_740"/>
          <p:cNvSpPr/>
          <p:nvPr/>
        </p:nvSpPr>
        <p:spPr>
          <a:xfrm rot="5400000">
            <a:off x="4370543" y="445894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g101be01f4cc_0_740"/>
          <p:cNvSpPr/>
          <p:nvPr/>
        </p:nvSpPr>
        <p:spPr>
          <a:xfrm rot="-5400000">
            <a:off x="4365511" y="5368527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g101be01f4cc_0_740"/>
          <p:cNvSpPr/>
          <p:nvPr/>
        </p:nvSpPr>
        <p:spPr>
          <a:xfrm rot="5400000">
            <a:off x="6312416" y="445403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g101be01f4cc_0_740"/>
          <p:cNvSpPr/>
          <p:nvPr/>
        </p:nvSpPr>
        <p:spPr>
          <a:xfrm rot="-5400000">
            <a:off x="6307384" y="5363614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g101be01f4cc_0_740"/>
          <p:cNvSpPr/>
          <p:nvPr/>
        </p:nvSpPr>
        <p:spPr>
          <a:xfrm rot="5400000">
            <a:off x="8254290" y="4449118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g101be01f4cc_0_740"/>
          <p:cNvSpPr/>
          <p:nvPr/>
        </p:nvSpPr>
        <p:spPr>
          <a:xfrm rot="-5400000">
            <a:off x="8249256" y="5358702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g101be01f4cc_0_740"/>
          <p:cNvSpPr/>
          <p:nvPr/>
        </p:nvSpPr>
        <p:spPr>
          <a:xfrm rot="10800000">
            <a:off x="7582485" y="582967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g101be01f4cc_0_740"/>
          <p:cNvSpPr/>
          <p:nvPr/>
        </p:nvSpPr>
        <p:spPr>
          <a:xfrm>
            <a:off x="6819704" y="5834582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1" name="Google Shape;1241;g101be01f4cc_0_740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1242" name="Google Shape;1242;g101be01f4cc_0_74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243" name="Google Shape;1243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244" name="Google Shape;1244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45" name="Google Shape;1245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46" name="Google Shape;1246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47" name="Google Shape;1247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8" name="Google Shape;1248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9" name="Google Shape;1249;g101be01f4cc_0_74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250" name="Google Shape;1250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1" name="Google Shape;1251;g101be01f4cc_0_74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52" name="Google Shape;1252;g101be01f4cc_0_74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253" name="Google Shape;1253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254" name="Google Shape;1254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55" name="Google Shape;1255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56" name="Google Shape;1256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57" name="Google Shape;1257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8" name="Google Shape;1258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59" name="Google Shape;1259;g101be01f4cc_0_74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260" name="Google Shape;1260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1" name="Google Shape;1261;g101be01f4cc_0_74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62" name="Google Shape;1262;g101be01f4cc_0_740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1263" name="Google Shape;1263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264" name="Google Shape;1264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65" name="Google Shape;1265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66" name="Google Shape;1266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67" name="Google Shape;1267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8" name="Google Shape;1268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69" name="Google Shape;1269;g101be01f4cc_0_740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1270" name="Google Shape;1270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1" name="Google Shape;1271;g101be01f4cc_0_740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272" name="Google Shape;1272;g101be01f4cc_0_740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1273" name="Google Shape;1273;g101be01f4cc_0_74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274" name="Google Shape;1274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275" name="Google Shape;1275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76" name="Google Shape;1276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77" name="Google Shape;1277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78" name="Google Shape;1278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9" name="Google Shape;1279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80" name="Google Shape;1280;g101be01f4cc_0_74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281" name="Google Shape;1281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2" name="Google Shape;1282;g101be01f4cc_0_74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83" name="Google Shape;1283;g101be01f4cc_0_74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284" name="Google Shape;1284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285" name="Google Shape;1285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86" name="Google Shape;1286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87" name="Google Shape;1287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88" name="Google Shape;1288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9" name="Google Shape;1289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90" name="Google Shape;1290;g101be01f4cc_0_74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291" name="Google Shape;1291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2" name="Google Shape;1292;g101be01f4cc_0_74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93" name="Google Shape;1293;g101be01f4cc_0_740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1294" name="Google Shape;1294;g101be01f4cc_0_74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295" name="Google Shape;1295;g101be01f4cc_0_74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96" name="Google Shape;1296;g101be01f4cc_0_74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97" name="Google Shape;1297;g101be01f4cc_0_74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98" name="Google Shape;1298;g101be01f4cc_0_74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9" name="Google Shape;1299;g101be01f4cc_0_74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00" name="Google Shape;1300;g101be01f4cc_0_740"/>
              <p:cNvGrpSpPr/>
              <p:nvPr/>
            </p:nvGrpSpPr>
            <p:grpSpPr>
              <a:xfrm>
                <a:off x="1464202" y="2507397"/>
                <a:ext cx="469382" cy="476250"/>
                <a:chOff x="2949" y="2425"/>
                <a:chExt cx="300" cy="300"/>
              </a:xfrm>
            </p:grpSpPr>
            <p:sp>
              <p:nvSpPr>
                <p:cNvPr id="1301" name="Google Shape;1301;g101be01f4cc_0_74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2" name="Google Shape;1302;g101be01f4cc_0_740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303" name="Google Shape;1303;g101be01f4cc_0_740"/>
          <p:cNvSpPr/>
          <p:nvPr/>
        </p:nvSpPr>
        <p:spPr>
          <a:xfrm rot="10800000">
            <a:off x="5660107" y="584304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g101be01f4cc_0_740"/>
          <p:cNvSpPr/>
          <p:nvPr/>
        </p:nvSpPr>
        <p:spPr>
          <a:xfrm>
            <a:off x="4897326" y="584795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g101be01f4cc_0_740"/>
          <p:cNvSpPr/>
          <p:nvPr/>
        </p:nvSpPr>
        <p:spPr>
          <a:xfrm rot="10800000">
            <a:off x="5652088" y="3904625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g101be01f4cc_0_740"/>
          <p:cNvSpPr/>
          <p:nvPr/>
        </p:nvSpPr>
        <p:spPr>
          <a:xfrm>
            <a:off x="4905348" y="3909528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g101be01f4cc_0_740"/>
          <p:cNvSpPr/>
          <p:nvPr/>
        </p:nvSpPr>
        <p:spPr>
          <a:xfrm rot="10800000">
            <a:off x="5660110" y="1966203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g101be01f4cc_0_740"/>
          <p:cNvSpPr/>
          <p:nvPr/>
        </p:nvSpPr>
        <p:spPr>
          <a:xfrm>
            <a:off x="4924064" y="198714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g101be01f4cc_0_740"/>
          <p:cNvSpPr/>
          <p:nvPr/>
        </p:nvSpPr>
        <p:spPr>
          <a:xfrm rot="10800000">
            <a:off x="7582489" y="1968876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g101be01f4cc_0_740"/>
          <p:cNvSpPr/>
          <p:nvPr/>
        </p:nvSpPr>
        <p:spPr>
          <a:xfrm>
            <a:off x="6819708" y="197377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g101be01f4cc_0_740"/>
          <p:cNvSpPr/>
          <p:nvPr/>
        </p:nvSpPr>
        <p:spPr>
          <a:xfrm rot="10800000">
            <a:off x="7595859" y="390729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g101be01f4cc_0_740"/>
          <p:cNvSpPr/>
          <p:nvPr/>
        </p:nvSpPr>
        <p:spPr>
          <a:xfrm>
            <a:off x="6833078" y="391220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g101be01f4cc_0_740"/>
          <p:cNvSpPr txBox="1"/>
          <p:nvPr/>
        </p:nvSpPr>
        <p:spPr>
          <a:xfrm flipH="1">
            <a:off x="476559" y="3078991"/>
            <a:ext cx="2195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4" name="Google Shape;1314;g101be01f4cc_0_740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1315" name="Google Shape;1315;g101be01f4cc_0_740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6" name="Google Shape;1316;g101be01f4cc_0_740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1317" name="Google Shape;1317;g101be01f4cc_0_740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8" name="Google Shape;1318;g101be01f4cc_0_740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g101be01f4cc_0_740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0" name="Google Shape;1320;g101be01f4cc_0_740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1" name="Google Shape;1321;g101be01f4cc_0_740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2" name="Google Shape;1322;g101be01f4cc_0_740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3" name="Google Shape;1323;g101be01f4cc_0_740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4" name="Google Shape;1324;g101be01f4cc_0_740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5" name="Google Shape;1325;g101be01f4cc_0_740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6" name="Google Shape;1326;g101be01f4cc_0_740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7" name="Google Shape;1327;g101be01f4cc_0_740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8" name="Google Shape;1328;g101be01f4cc_0_740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9" name="Google Shape;1329;g101be01f4cc_0_740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30" name="Google Shape;1330;g101be01f4cc_0_740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331" name="Google Shape;1331;g101be01f4cc_0_740"/>
          <p:cNvCxnSpPr/>
          <p:nvPr/>
        </p:nvCxnSpPr>
        <p:spPr>
          <a:xfrm flipH="1">
            <a:off x="908546" y="1975104"/>
            <a:ext cx="148500" cy="2460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101be01f4cc_0_894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cxnSp>
        <p:nvCxnSpPr>
          <p:cNvPr id="1338" name="Google Shape;1338;g101be01f4cc_0_894"/>
          <p:cNvCxnSpPr>
            <a:stCxn id="1339" idx="2"/>
            <a:endCxn id="1339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0" name="Google Shape;1340;g101be01f4cc_0_894"/>
          <p:cNvCxnSpPr>
            <a:stCxn id="1339" idx="1"/>
            <a:endCxn id="1339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9" name="Google Shape;1339;g101be01f4cc_0_894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g101be01f4cc_0_894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2" name="Google Shape;1342;g101be01f4cc_0_894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1343" name="Google Shape;1343;g101be01f4cc_0_894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344" name="Google Shape;1344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345" name="Google Shape;1345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46" name="Google Shape;1346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47" name="Google Shape;1347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348" name="Google Shape;1348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9" name="Google Shape;1349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0" name="Google Shape;1350;g101be01f4cc_0_894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351" name="Google Shape;1351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2" name="Google Shape;1352;g101be01f4cc_0_894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53" name="Google Shape;1353;g101be01f4cc_0_894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354" name="Google Shape;1354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355" name="Google Shape;1355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56" name="Google Shape;1356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57" name="Google Shape;1357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358" name="Google Shape;1358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9" name="Google Shape;1359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60" name="Google Shape;1360;g101be01f4cc_0_894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361" name="Google Shape;1361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2" name="Google Shape;1362;g101be01f4cc_0_894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63" name="Google Shape;1363;g101be01f4cc_0_894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1364" name="Google Shape;1364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365" name="Google Shape;1365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66" name="Google Shape;1366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67" name="Google Shape;1367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368" name="Google Shape;1368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9" name="Google Shape;1369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70" name="Google Shape;1370;g101be01f4cc_0_894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1371" name="Google Shape;1371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2" name="Google Shape;1372;g101be01f4cc_0_894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373" name="Google Shape;1373;g101be01f4cc_0_894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g101be01f4cc_0_894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g101be01f4cc_0_894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g101be01f4cc_0_894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g101be01f4cc_0_894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g101be01f4cc_0_894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g101be01f4cc_0_894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g101be01f4cc_0_894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g101be01f4cc_0_894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g101be01f4cc_0_894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g101be01f4cc_0_894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g101be01f4cc_0_894"/>
          <p:cNvSpPr/>
          <p:nvPr/>
        </p:nvSpPr>
        <p:spPr>
          <a:xfrm flipH="1" rot="5400000">
            <a:off x="4400041" y="256141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g101be01f4cc_0_894"/>
          <p:cNvSpPr/>
          <p:nvPr/>
        </p:nvSpPr>
        <p:spPr>
          <a:xfrm flipH="1" rot="-5400000">
            <a:off x="4395009" y="3470796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g101be01f4cc_0_894"/>
          <p:cNvSpPr/>
          <p:nvPr/>
        </p:nvSpPr>
        <p:spPr>
          <a:xfrm flipH="1" rot="5400000">
            <a:off x="6302583" y="2546665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g101be01f4cc_0_894"/>
          <p:cNvSpPr/>
          <p:nvPr/>
        </p:nvSpPr>
        <p:spPr>
          <a:xfrm flipH="1" rot="-5400000">
            <a:off x="6297550" y="3456049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g101be01f4cc_0_894"/>
          <p:cNvSpPr/>
          <p:nvPr/>
        </p:nvSpPr>
        <p:spPr>
          <a:xfrm flipH="1" rot="5400000">
            <a:off x="4370543" y="445904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g101be01f4cc_0_894"/>
          <p:cNvSpPr/>
          <p:nvPr/>
        </p:nvSpPr>
        <p:spPr>
          <a:xfrm flipH="1" rot="-5400000">
            <a:off x="4365511" y="5368427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g101be01f4cc_0_894"/>
          <p:cNvSpPr/>
          <p:nvPr/>
        </p:nvSpPr>
        <p:spPr>
          <a:xfrm flipH="1" rot="5400000">
            <a:off x="6312416" y="445413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g101be01f4cc_0_894"/>
          <p:cNvSpPr/>
          <p:nvPr/>
        </p:nvSpPr>
        <p:spPr>
          <a:xfrm flipH="1" rot="-5400000">
            <a:off x="6307384" y="5363514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g101be01f4cc_0_894"/>
          <p:cNvSpPr/>
          <p:nvPr/>
        </p:nvSpPr>
        <p:spPr>
          <a:xfrm flipH="1" rot="5400000">
            <a:off x="8254290" y="4449218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g101be01f4cc_0_894"/>
          <p:cNvSpPr/>
          <p:nvPr/>
        </p:nvSpPr>
        <p:spPr>
          <a:xfrm flipH="1" rot="-5400000">
            <a:off x="8249256" y="5358602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g101be01f4cc_0_894"/>
          <p:cNvSpPr/>
          <p:nvPr/>
        </p:nvSpPr>
        <p:spPr>
          <a:xfrm flipH="1" rot="10800000">
            <a:off x="7582395" y="582967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g101be01f4cc_0_894"/>
          <p:cNvSpPr/>
          <p:nvPr/>
        </p:nvSpPr>
        <p:spPr>
          <a:xfrm flipH="1">
            <a:off x="6819794" y="5834582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6" name="Google Shape;1396;g101be01f4cc_0_894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1397" name="Google Shape;1397;g101be01f4cc_0_894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398" name="Google Shape;1398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399" name="Google Shape;1399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00" name="Google Shape;1400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01" name="Google Shape;1401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02" name="Google Shape;1402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3" name="Google Shape;1403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4" name="Google Shape;1404;g101be01f4cc_0_894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405" name="Google Shape;1405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6" name="Google Shape;1406;g101be01f4cc_0_894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07" name="Google Shape;1407;g101be01f4cc_0_894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408" name="Google Shape;1408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409" name="Google Shape;1409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10" name="Google Shape;1410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11" name="Google Shape;1411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12" name="Google Shape;1412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3" name="Google Shape;1413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14" name="Google Shape;1414;g101be01f4cc_0_894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415" name="Google Shape;1415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6" name="Google Shape;1416;g101be01f4cc_0_894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17" name="Google Shape;1417;g101be01f4cc_0_894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1418" name="Google Shape;1418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419" name="Google Shape;1419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20" name="Google Shape;1420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21" name="Google Shape;1421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22" name="Google Shape;1422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3" name="Google Shape;1423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24" name="Google Shape;1424;g101be01f4cc_0_894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1425" name="Google Shape;1425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6" name="Google Shape;1426;g101be01f4cc_0_894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427" name="Google Shape;1427;g101be01f4cc_0_894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1428" name="Google Shape;1428;g101be01f4cc_0_894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429" name="Google Shape;1429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430" name="Google Shape;1430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31" name="Google Shape;1431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32" name="Google Shape;1432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33" name="Google Shape;1433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4" name="Google Shape;1434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35" name="Google Shape;1435;g101be01f4cc_0_894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436" name="Google Shape;1436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7" name="Google Shape;1437;g101be01f4cc_0_894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38" name="Google Shape;1438;g101be01f4cc_0_894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439" name="Google Shape;1439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440" name="Google Shape;1440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41" name="Google Shape;1441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42" name="Google Shape;1442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43" name="Google Shape;1443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4" name="Google Shape;1444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45" name="Google Shape;1445;g101be01f4cc_0_894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446" name="Google Shape;1446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7" name="Google Shape;1447;g101be01f4cc_0_894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48" name="Google Shape;1448;g101be01f4cc_0_894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1449" name="Google Shape;1449;g101be01f4cc_0_89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450" name="Google Shape;1450;g101be01f4cc_0_89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51" name="Google Shape;1451;g101be01f4cc_0_89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52" name="Google Shape;1452;g101be01f4cc_0_89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53" name="Google Shape;1453;g101be01f4cc_0_89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4" name="Google Shape;1454;g101be01f4cc_0_89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55" name="Google Shape;1455;g101be01f4cc_0_894"/>
              <p:cNvGrpSpPr/>
              <p:nvPr/>
            </p:nvGrpSpPr>
            <p:grpSpPr>
              <a:xfrm>
                <a:off x="1464202" y="2507397"/>
                <a:ext cx="469382" cy="476250"/>
                <a:chOff x="2949" y="2425"/>
                <a:chExt cx="300" cy="300"/>
              </a:xfrm>
            </p:grpSpPr>
            <p:sp>
              <p:nvSpPr>
                <p:cNvPr id="1456" name="Google Shape;1456;g101be01f4cc_0_89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7" name="Google Shape;1457;g101be01f4cc_0_894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458" name="Google Shape;1458;g101be01f4cc_0_894"/>
          <p:cNvSpPr/>
          <p:nvPr/>
        </p:nvSpPr>
        <p:spPr>
          <a:xfrm flipH="1" rot="10800000">
            <a:off x="5660017" y="584304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g101be01f4cc_0_894"/>
          <p:cNvSpPr/>
          <p:nvPr/>
        </p:nvSpPr>
        <p:spPr>
          <a:xfrm flipH="1">
            <a:off x="4897416" y="584795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g101be01f4cc_0_894"/>
          <p:cNvSpPr/>
          <p:nvPr/>
        </p:nvSpPr>
        <p:spPr>
          <a:xfrm flipH="1" rot="10800000">
            <a:off x="5651998" y="3904625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g101be01f4cc_0_894"/>
          <p:cNvSpPr/>
          <p:nvPr/>
        </p:nvSpPr>
        <p:spPr>
          <a:xfrm flipH="1">
            <a:off x="4905438" y="3909528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g101be01f4cc_0_894"/>
          <p:cNvSpPr/>
          <p:nvPr/>
        </p:nvSpPr>
        <p:spPr>
          <a:xfrm>
            <a:off x="5660020" y="196618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g101be01f4cc_0_894"/>
          <p:cNvSpPr/>
          <p:nvPr/>
        </p:nvSpPr>
        <p:spPr>
          <a:xfrm rot="10800000">
            <a:off x="4924154" y="1987161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g101be01f4cc_0_894"/>
          <p:cNvSpPr/>
          <p:nvPr/>
        </p:nvSpPr>
        <p:spPr>
          <a:xfrm flipH="1" rot="10800000">
            <a:off x="7582399" y="1968876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g101be01f4cc_0_894"/>
          <p:cNvSpPr/>
          <p:nvPr/>
        </p:nvSpPr>
        <p:spPr>
          <a:xfrm rot="10800000">
            <a:off x="6819798" y="1973793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g101be01f4cc_0_894"/>
          <p:cNvSpPr/>
          <p:nvPr/>
        </p:nvSpPr>
        <p:spPr>
          <a:xfrm flipH="1" rot="10800000">
            <a:off x="7595769" y="390729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g101be01f4cc_0_894"/>
          <p:cNvSpPr/>
          <p:nvPr/>
        </p:nvSpPr>
        <p:spPr>
          <a:xfrm flipH="1">
            <a:off x="6833168" y="391220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g101be01f4cc_0_894"/>
          <p:cNvSpPr txBox="1"/>
          <p:nvPr/>
        </p:nvSpPr>
        <p:spPr>
          <a:xfrm flipH="1">
            <a:off x="476559" y="3078991"/>
            <a:ext cx="2195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9" name="Google Shape;1469;g101be01f4cc_0_894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1470" name="Google Shape;1470;g101be01f4cc_0_894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1" name="Google Shape;1471;g101be01f4cc_0_894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1472" name="Google Shape;1472;g101be01f4cc_0_894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73" name="Google Shape;1473;g101be01f4cc_0_894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4" name="Google Shape;1474;g101be01f4cc_0_894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5" name="Google Shape;1475;g101be01f4cc_0_894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6" name="Google Shape;1476;g101be01f4cc_0_894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7" name="Google Shape;1477;g101be01f4cc_0_894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8" name="Google Shape;1478;g101be01f4cc_0_894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9" name="Google Shape;1479;g101be01f4cc_0_894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0" name="Google Shape;1480;g101be01f4cc_0_894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1" name="Google Shape;1481;g101be01f4cc_0_894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2" name="Google Shape;1482;g101be01f4cc_0_894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3" name="Google Shape;1483;g101be01f4cc_0_894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4" name="Google Shape;1484;g101be01f4cc_0_894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485" name="Google Shape;1485;g101be01f4cc_0_894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86" name="Google Shape;1486;g101be01f4cc_0_894"/>
              <p:cNvCxnSpPr/>
              <p:nvPr/>
            </p:nvCxnSpPr>
            <p:spPr>
              <a:xfrm flipH="1">
                <a:off x="10365510" y="3656685"/>
                <a:ext cx="240600" cy="1209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101be01f4cc_0_1048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cxnSp>
        <p:nvCxnSpPr>
          <p:cNvPr id="1493" name="Google Shape;1493;g101be01f4cc_0_1048"/>
          <p:cNvCxnSpPr>
            <a:stCxn id="1494" idx="2"/>
            <a:endCxn id="1494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5" name="Google Shape;1495;g101be01f4cc_0_1048"/>
          <p:cNvCxnSpPr>
            <a:stCxn id="1494" idx="1"/>
            <a:endCxn id="1494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4" name="Google Shape;1494;g101be01f4cc_0_1048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g101be01f4cc_0_1048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7" name="Google Shape;1497;g101be01f4cc_0_1048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1498" name="Google Shape;1498;g101be01f4cc_0_104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499" name="Google Shape;1499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00" name="Google Shape;1500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01" name="Google Shape;1501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02" name="Google Shape;1502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03" name="Google Shape;1503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4" name="Google Shape;1504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05" name="Google Shape;1505;g101be01f4cc_0_104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506" name="Google Shape;1506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7" name="Google Shape;1507;g101be01f4cc_0_104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08" name="Google Shape;1508;g101be01f4cc_0_104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509" name="Google Shape;1509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10" name="Google Shape;1510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11" name="Google Shape;1511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12" name="Google Shape;1512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13" name="Google Shape;1513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4" name="Google Shape;1514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5" name="Google Shape;1515;g101be01f4cc_0_104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516" name="Google Shape;1516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7" name="Google Shape;1517;g101be01f4cc_0_104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18" name="Google Shape;1518;g101be01f4cc_0_1048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1519" name="Google Shape;1519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20" name="Google Shape;1520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21" name="Google Shape;1521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22" name="Google Shape;1522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23" name="Google Shape;1523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4" name="Google Shape;1524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5" name="Google Shape;1525;g101be01f4cc_0_1048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1526" name="Google Shape;1526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7" name="Google Shape;1527;g101be01f4cc_0_1048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528" name="Google Shape;1528;g101be01f4cc_0_1048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g101be01f4cc_0_1048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g101be01f4cc_0_1048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g101be01f4cc_0_1048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g101be01f4cc_0_1048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g101be01f4cc_0_1048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g101be01f4cc_0_1048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g101be01f4cc_0_1048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g101be01f4cc_0_1048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g101be01f4cc_0_1048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g101be01f4cc_0_1048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9" name="Google Shape;1539;g101be01f4cc_0_1048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1540" name="Google Shape;1540;g101be01f4cc_0_104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541" name="Google Shape;1541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42" name="Google Shape;1542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43" name="Google Shape;1543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44" name="Google Shape;1544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45" name="Google Shape;1545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6" name="Google Shape;1546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47" name="Google Shape;1547;g101be01f4cc_0_104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548" name="Google Shape;1548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9" name="Google Shape;1549;g101be01f4cc_0_104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50" name="Google Shape;1550;g101be01f4cc_0_104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551" name="Google Shape;1551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52" name="Google Shape;1552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53" name="Google Shape;1553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54" name="Google Shape;1554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55" name="Google Shape;1555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6" name="Google Shape;1556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57" name="Google Shape;1557;g101be01f4cc_0_104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558" name="Google Shape;1558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9" name="Google Shape;1559;g101be01f4cc_0_104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60" name="Google Shape;1560;g101be01f4cc_0_1048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1561" name="Google Shape;1561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62" name="Google Shape;1562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63" name="Google Shape;1563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64" name="Google Shape;1564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65" name="Google Shape;1565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6" name="Google Shape;1566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67" name="Google Shape;1567;g101be01f4cc_0_1048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1568" name="Google Shape;1568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9" name="Google Shape;1569;g101be01f4cc_0_1048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570" name="Google Shape;1570;g101be01f4cc_0_1048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1571" name="Google Shape;1571;g101be01f4cc_0_104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572" name="Google Shape;1572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73" name="Google Shape;1573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74" name="Google Shape;1574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75" name="Google Shape;1575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76" name="Google Shape;1576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7" name="Google Shape;1577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78" name="Google Shape;1578;g101be01f4cc_0_104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579" name="Google Shape;1579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0" name="Google Shape;1580;g101be01f4cc_0_104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81" name="Google Shape;1581;g101be01f4cc_0_104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582" name="Google Shape;1582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83" name="Google Shape;1583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84" name="Google Shape;1584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85" name="Google Shape;1585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86" name="Google Shape;1586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7" name="Google Shape;1587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8" name="Google Shape;1588;g101be01f4cc_0_104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589" name="Google Shape;1589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0" name="Google Shape;1590;g101be01f4cc_0_104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91" name="Google Shape;1591;g101be01f4cc_0_1048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1592" name="Google Shape;1592;g101be01f4cc_0_10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593" name="Google Shape;1593;g101be01f4cc_0_10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94" name="Google Shape;1594;g101be01f4cc_0_10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95" name="Google Shape;1595;g101be01f4cc_0_10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96" name="Google Shape;1596;g101be01f4cc_0_10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7" name="Google Shape;1597;g101be01f4cc_0_10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8" name="Google Shape;1598;g101be01f4cc_0_1048"/>
              <p:cNvGrpSpPr/>
              <p:nvPr/>
            </p:nvGrpSpPr>
            <p:grpSpPr>
              <a:xfrm>
                <a:off x="1464202" y="2507397"/>
                <a:ext cx="469382" cy="476250"/>
                <a:chOff x="2949" y="2425"/>
                <a:chExt cx="300" cy="300"/>
              </a:xfrm>
            </p:grpSpPr>
            <p:sp>
              <p:nvSpPr>
                <p:cNvPr id="1599" name="Google Shape;1599;g101be01f4cc_0_10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0" name="Google Shape;1600;g101be01f4cc_0_1048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601" name="Google Shape;1601;g101be01f4cc_0_1048"/>
          <p:cNvSpPr txBox="1"/>
          <p:nvPr/>
        </p:nvSpPr>
        <p:spPr>
          <a:xfrm flipH="1">
            <a:off x="476559" y="3078991"/>
            <a:ext cx="2195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2" name="Google Shape;1602;g101be01f4cc_0_1048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1603" name="Google Shape;1603;g101be01f4cc_0_1048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4" name="Google Shape;1604;g101be01f4cc_0_1048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1605" name="Google Shape;1605;g101be01f4cc_0_1048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06" name="Google Shape;1606;g101be01f4cc_0_1048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7" name="Google Shape;1607;g101be01f4cc_0_1048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8" name="Google Shape;1608;g101be01f4cc_0_1048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9" name="Google Shape;1609;g101be01f4cc_0_1048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0" name="Google Shape;1610;g101be01f4cc_0_1048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1" name="Google Shape;1611;g101be01f4cc_0_1048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2" name="Google Shape;1612;g101be01f4cc_0_1048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3" name="Google Shape;1613;g101be01f4cc_0_1048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4" name="Google Shape;1614;g101be01f4cc_0_1048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5" name="Google Shape;1615;g101be01f4cc_0_1048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6" name="Google Shape;1616;g101be01f4cc_0_1048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7" name="Google Shape;1617;g101be01f4cc_0_1048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618" name="Google Shape;1618;g101be01f4cc_0_1048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19" name="Google Shape;1619;g101be01f4cc_0_1048"/>
          <p:cNvGrpSpPr/>
          <p:nvPr/>
        </p:nvGrpSpPr>
        <p:grpSpPr>
          <a:xfrm>
            <a:off x="4041058" y="1582994"/>
            <a:ext cx="5092103" cy="4957696"/>
            <a:chOff x="3982064" y="1612491"/>
            <a:chExt cx="5092103" cy="4957696"/>
          </a:xfrm>
        </p:grpSpPr>
        <p:grpSp>
          <p:nvGrpSpPr>
            <p:cNvPr id="1620" name="Google Shape;1620;g101be01f4cc_0_1048"/>
            <p:cNvGrpSpPr/>
            <p:nvPr/>
          </p:nvGrpSpPr>
          <p:grpSpPr>
            <a:xfrm>
              <a:off x="4011560" y="1641985"/>
              <a:ext cx="1198531" cy="1024796"/>
              <a:chOff x="9655277" y="2349909"/>
              <a:chExt cx="1198531" cy="1024796"/>
            </a:xfrm>
          </p:grpSpPr>
          <p:sp>
            <p:nvSpPr>
              <p:cNvPr id="1621" name="Google Shape;1621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3" name="Google Shape;1623;g101be01f4cc_0_1048"/>
            <p:cNvGrpSpPr/>
            <p:nvPr/>
          </p:nvGrpSpPr>
          <p:grpSpPr>
            <a:xfrm>
              <a:off x="5943598" y="1627238"/>
              <a:ext cx="1198531" cy="1024796"/>
              <a:chOff x="9655277" y="2349909"/>
              <a:chExt cx="1198531" cy="1024796"/>
            </a:xfrm>
          </p:grpSpPr>
          <p:sp>
            <p:nvSpPr>
              <p:cNvPr id="1624" name="Google Shape;1624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6" name="Google Shape;1626;g101be01f4cc_0_1048"/>
            <p:cNvGrpSpPr/>
            <p:nvPr/>
          </p:nvGrpSpPr>
          <p:grpSpPr>
            <a:xfrm>
              <a:off x="7875636" y="1612491"/>
              <a:ext cx="1198531" cy="1024796"/>
              <a:chOff x="9655277" y="2349909"/>
              <a:chExt cx="1198531" cy="1024796"/>
            </a:xfrm>
          </p:grpSpPr>
          <p:sp>
            <p:nvSpPr>
              <p:cNvPr id="1627" name="Google Shape;1627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9" name="Google Shape;1629;g101be01f4cc_0_1048"/>
            <p:cNvGrpSpPr/>
            <p:nvPr/>
          </p:nvGrpSpPr>
          <p:grpSpPr>
            <a:xfrm>
              <a:off x="3996813" y="3593688"/>
              <a:ext cx="1198531" cy="1024796"/>
              <a:chOff x="9655277" y="2349909"/>
              <a:chExt cx="1198531" cy="1024796"/>
            </a:xfrm>
          </p:grpSpPr>
          <p:sp>
            <p:nvSpPr>
              <p:cNvPr id="1630" name="Google Shape;1630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2" name="Google Shape;1632;g101be01f4cc_0_1048"/>
            <p:cNvGrpSpPr/>
            <p:nvPr/>
          </p:nvGrpSpPr>
          <p:grpSpPr>
            <a:xfrm>
              <a:off x="5928850" y="3578941"/>
              <a:ext cx="1198531" cy="1024796"/>
              <a:chOff x="9655277" y="2349909"/>
              <a:chExt cx="1198531" cy="1024796"/>
            </a:xfrm>
          </p:grpSpPr>
          <p:sp>
            <p:nvSpPr>
              <p:cNvPr id="1633" name="Google Shape;1633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5" name="Google Shape;1635;g101be01f4cc_0_1048"/>
            <p:cNvGrpSpPr/>
            <p:nvPr/>
          </p:nvGrpSpPr>
          <p:grpSpPr>
            <a:xfrm>
              <a:off x="7860888" y="3564194"/>
              <a:ext cx="1198531" cy="1024796"/>
              <a:chOff x="9655277" y="2349909"/>
              <a:chExt cx="1198531" cy="1024796"/>
            </a:xfrm>
          </p:grpSpPr>
          <p:sp>
            <p:nvSpPr>
              <p:cNvPr id="1636" name="Google Shape;1636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8" name="Google Shape;1638;g101be01f4cc_0_1048"/>
            <p:cNvGrpSpPr/>
            <p:nvPr/>
          </p:nvGrpSpPr>
          <p:grpSpPr>
            <a:xfrm>
              <a:off x="3982064" y="5545391"/>
              <a:ext cx="1198531" cy="1024796"/>
              <a:chOff x="9655277" y="2349909"/>
              <a:chExt cx="1198531" cy="1024796"/>
            </a:xfrm>
          </p:grpSpPr>
          <p:sp>
            <p:nvSpPr>
              <p:cNvPr id="1639" name="Google Shape;1639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1" name="Google Shape;1641;g101be01f4cc_0_1048"/>
            <p:cNvGrpSpPr/>
            <p:nvPr/>
          </p:nvGrpSpPr>
          <p:grpSpPr>
            <a:xfrm>
              <a:off x="5914102" y="5530644"/>
              <a:ext cx="1198531" cy="1024796"/>
              <a:chOff x="9655277" y="2349909"/>
              <a:chExt cx="1198531" cy="1024796"/>
            </a:xfrm>
          </p:grpSpPr>
          <p:sp>
            <p:nvSpPr>
              <p:cNvPr id="1642" name="Google Shape;1642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4" name="Google Shape;1644;g101be01f4cc_0_1048"/>
            <p:cNvGrpSpPr/>
            <p:nvPr/>
          </p:nvGrpSpPr>
          <p:grpSpPr>
            <a:xfrm>
              <a:off x="7846140" y="5515897"/>
              <a:ext cx="1198531" cy="1024796"/>
              <a:chOff x="9655277" y="2349909"/>
              <a:chExt cx="1198531" cy="1024796"/>
            </a:xfrm>
          </p:grpSpPr>
          <p:sp>
            <p:nvSpPr>
              <p:cNvPr id="1645" name="Google Shape;1645;g101be01f4cc_0_1048"/>
              <p:cNvSpPr/>
              <p:nvPr/>
            </p:nvSpPr>
            <p:spPr>
              <a:xfrm>
                <a:off x="9655277" y="2349909"/>
                <a:ext cx="1198531" cy="1024796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15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g101be01f4cc_0_1048"/>
              <p:cNvSpPr txBox="1"/>
              <p:nvPr/>
            </p:nvSpPr>
            <p:spPr>
              <a:xfrm>
                <a:off x="9753600" y="2635045"/>
                <a:ext cx="1020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647" name="Google Shape;1647;g101be01f4cc_0_1048"/>
          <p:cNvCxnSpPr/>
          <p:nvPr/>
        </p:nvCxnSpPr>
        <p:spPr>
          <a:xfrm flipH="1">
            <a:off x="919568" y="2070953"/>
            <a:ext cx="240600" cy="1209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101be01f4cc_0_1208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cxnSp>
        <p:nvCxnSpPr>
          <p:cNvPr id="1654" name="Google Shape;1654;g101be01f4cc_0_1208"/>
          <p:cNvCxnSpPr>
            <a:stCxn id="1655" idx="2"/>
            <a:endCxn id="1655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6" name="Google Shape;1656;g101be01f4cc_0_1208"/>
          <p:cNvCxnSpPr>
            <a:stCxn id="1655" idx="1"/>
            <a:endCxn id="1655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5" name="Google Shape;1655;g101be01f4cc_0_1208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g101be01f4cc_0_1208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8" name="Google Shape;1658;g101be01f4cc_0_1208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1659" name="Google Shape;1659;g101be01f4cc_0_120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660" name="Google Shape;1660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661" name="Google Shape;1661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662" name="Google Shape;1662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63" name="Google Shape;1663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664" name="Google Shape;1664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5" name="Google Shape;1665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66" name="Google Shape;1666;g101be01f4cc_0_120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667" name="Google Shape;1667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8" name="Google Shape;1668;g101be01f4cc_0_120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69" name="Google Shape;1669;g101be01f4cc_0_120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670" name="Google Shape;1670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671" name="Google Shape;1671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672" name="Google Shape;1672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73" name="Google Shape;1673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674" name="Google Shape;1674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5" name="Google Shape;1675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76" name="Google Shape;1676;g101be01f4cc_0_120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677" name="Google Shape;1677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8" name="Google Shape;1678;g101be01f4cc_0_120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79" name="Google Shape;1679;g101be01f4cc_0_1208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1680" name="Google Shape;1680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681" name="Google Shape;1681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682" name="Google Shape;1682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83" name="Google Shape;1683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684" name="Google Shape;1684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5" name="Google Shape;1685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6" name="Google Shape;1686;g101be01f4cc_0_1208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1687" name="Google Shape;1687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8" name="Google Shape;1688;g101be01f4cc_0_1208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689" name="Google Shape;1689;g101be01f4cc_0_1208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g101be01f4cc_0_1208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g101be01f4cc_0_1208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g101be01f4cc_0_1208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g101be01f4cc_0_1208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g101be01f4cc_0_1208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g101be01f4cc_0_1208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g101be01f4cc_0_1208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g101be01f4cc_0_1208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g101be01f4cc_0_1208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g101be01f4cc_0_1208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g101be01f4cc_0_1208"/>
          <p:cNvSpPr/>
          <p:nvPr/>
        </p:nvSpPr>
        <p:spPr>
          <a:xfrm rot="5400000">
            <a:off x="4400041" y="256131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g101be01f4cc_0_1208"/>
          <p:cNvSpPr/>
          <p:nvPr/>
        </p:nvSpPr>
        <p:spPr>
          <a:xfrm rot="-5400000">
            <a:off x="4395009" y="3470896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g101be01f4cc_0_1208"/>
          <p:cNvSpPr/>
          <p:nvPr/>
        </p:nvSpPr>
        <p:spPr>
          <a:xfrm rot="5400000">
            <a:off x="6302583" y="2546565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g101be01f4cc_0_1208"/>
          <p:cNvSpPr/>
          <p:nvPr/>
        </p:nvSpPr>
        <p:spPr>
          <a:xfrm rot="-5400000">
            <a:off x="6297550" y="345615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g101be01f4cc_0_1208"/>
          <p:cNvSpPr/>
          <p:nvPr/>
        </p:nvSpPr>
        <p:spPr>
          <a:xfrm rot="5400000">
            <a:off x="4370543" y="4458943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g101be01f4cc_0_1208"/>
          <p:cNvSpPr/>
          <p:nvPr/>
        </p:nvSpPr>
        <p:spPr>
          <a:xfrm rot="-5400000">
            <a:off x="4365511" y="5368527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g101be01f4cc_0_1208"/>
          <p:cNvSpPr/>
          <p:nvPr/>
        </p:nvSpPr>
        <p:spPr>
          <a:xfrm rot="5400000">
            <a:off x="6312416" y="445403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g101be01f4cc_0_1208"/>
          <p:cNvSpPr/>
          <p:nvPr/>
        </p:nvSpPr>
        <p:spPr>
          <a:xfrm rot="-5400000">
            <a:off x="6307384" y="5363614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g101be01f4cc_0_1208"/>
          <p:cNvSpPr/>
          <p:nvPr/>
        </p:nvSpPr>
        <p:spPr>
          <a:xfrm rot="5400000">
            <a:off x="8254290" y="4449118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g101be01f4cc_0_1208"/>
          <p:cNvSpPr/>
          <p:nvPr/>
        </p:nvSpPr>
        <p:spPr>
          <a:xfrm rot="-5400000">
            <a:off x="8249256" y="5358702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g101be01f4cc_0_1208"/>
          <p:cNvSpPr/>
          <p:nvPr/>
        </p:nvSpPr>
        <p:spPr>
          <a:xfrm rot="10800000">
            <a:off x="7582485" y="582967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g101be01f4cc_0_1208"/>
          <p:cNvSpPr/>
          <p:nvPr/>
        </p:nvSpPr>
        <p:spPr>
          <a:xfrm>
            <a:off x="6819704" y="5834582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2" name="Google Shape;1712;g101be01f4cc_0_1208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1713" name="Google Shape;1713;g101be01f4cc_0_120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714" name="Google Shape;1714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715" name="Google Shape;1715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16" name="Google Shape;1716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17" name="Google Shape;1717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18" name="Google Shape;1718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9" name="Google Shape;1719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20" name="Google Shape;1720;g101be01f4cc_0_120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721" name="Google Shape;1721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2" name="Google Shape;1722;g101be01f4cc_0_120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23" name="Google Shape;1723;g101be01f4cc_0_120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724" name="Google Shape;1724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725" name="Google Shape;1725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26" name="Google Shape;1726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27" name="Google Shape;1727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28" name="Google Shape;1728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9" name="Google Shape;1729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30" name="Google Shape;1730;g101be01f4cc_0_120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731" name="Google Shape;1731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2" name="Google Shape;1732;g101be01f4cc_0_120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33" name="Google Shape;1733;g101be01f4cc_0_1208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1734" name="Google Shape;1734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735" name="Google Shape;1735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36" name="Google Shape;1736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37" name="Google Shape;1737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38" name="Google Shape;1738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9" name="Google Shape;1739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40" name="Google Shape;1740;g101be01f4cc_0_1208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1741" name="Google Shape;1741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2" name="Google Shape;1742;g101be01f4cc_0_1208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743" name="Google Shape;1743;g101be01f4cc_0_1208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1744" name="Google Shape;1744;g101be01f4cc_0_120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745" name="Google Shape;1745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746" name="Google Shape;1746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47" name="Google Shape;1747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48" name="Google Shape;1748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49" name="Google Shape;1749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0" name="Google Shape;1750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1" name="Google Shape;1751;g101be01f4cc_0_120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752" name="Google Shape;1752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3" name="Google Shape;1753;g101be01f4cc_0_120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54" name="Google Shape;1754;g101be01f4cc_0_120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755" name="Google Shape;1755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756" name="Google Shape;1756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57" name="Google Shape;1757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8" name="Google Shape;1758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59" name="Google Shape;1759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0" name="Google Shape;1760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61" name="Google Shape;1761;g101be01f4cc_0_120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762" name="Google Shape;1762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3" name="Google Shape;1763;g101be01f4cc_0_120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64" name="Google Shape;1764;g101be01f4cc_0_1208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1765" name="Google Shape;1765;g101be01f4cc_0_120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766" name="Google Shape;1766;g101be01f4cc_0_120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67" name="Google Shape;1767;g101be01f4cc_0_120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68" name="Google Shape;1768;g101be01f4cc_0_120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69" name="Google Shape;1769;g101be01f4cc_0_120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0" name="Google Shape;1770;g101be01f4cc_0_120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71" name="Google Shape;1771;g101be01f4cc_0_1208"/>
              <p:cNvGrpSpPr/>
              <p:nvPr/>
            </p:nvGrpSpPr>
            <p:grpSpPr>
              <a:xfrm>
                <a:off x="1464216" y="2507397"/>
                <a:ext cx="469383" cy="476250"/>
                <a:chOff x="2949" y="2425"/>
                <a:chExt cx="300" cy="300"/>
              </a:xfrm>
            </p:grpSpPr>
            <p:sp>
              <p:nvSpPr>
                <p:cNvPr id="1772" name="Google Shape;1772;g101be01f4cc_0_120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3" name="Google Shape;1773;g101be01f4cc_0_1208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774" name="Google Shape;1774;g101be01f4cc_0_1208"/>
          <p:cNvSpPr/>
          <p:nvPr/>
        </p:nvSpPr>
        <p:spPr>
          <a:xfrm rot="10800000">
            <a:off x="5660107" y="584304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g101be01f4cc_0_1208"/>
          <p:cNvSpPr/>
          <p:nvPr/>
        </p:nvSpPr>
        <p:spPr>
          <a:xfrm>
            <a:off x="4897326" y="584795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g101be01f4cc_0_1208"/>
          <p:cNvSpPr/>
          <p:nvPr/>
        </p:nvSpPr>
        <p:spPr>
          <a:xfrm rot="10800000">
            <a:off x="5652088" y="3904625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g101be01f4cc_0_1208"/>
          <p:cNvSpPr/>
          <p:nvPr/>
        </p:nvSpPr>
        <p:spPr>
          <a:xfrm>
            <a:off x="4905348" y="3909528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g101be01f4cc_0_1208"/>
          <p:cNvSpPr/>
          <p:nvPr/>
        </p:nvSpPr>
        <p:spPr>
          <a:xfrm rot="10800000">
            <a:off x="5660110" y="1966203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g101be01f4cc_0_1208"/>
          <p:cNvSpPr/>
          <p:nvPr/>
        </p:nvSpPr>
        <p:spPr>
          <a:xfrm>
            <a:off x="4924064" y="198714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g101be01f4cc_0_1208"/>
          <p:cNvSpPr/>
          <p:nvPr/>
        </p:nvSpPr>
        <p:spPr>
          <a:xfrm rot="10800000">
            <a:off x="7582489" y="1968876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g101be01f4cc_0_1208"/>
          <p:cNvSpPr/>
          <p:nvPr/>
        </p:nvSpPr>
        <p:spPr>
          <a:xfrm>
            <a:off x="6819708" y="1973779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g101be01f4cc_0_1208"/>
          <p:cNvSpPr/>
          <p:nvPr/>
        </p:nvSpPr>
        <p:spPr>
          <a:xfrm rot="10800000">
            <a:off x="7595859" y="390729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g101be01f4cc_0_1208"/>
          <p:cNvSpPr/>
          <p:nvPr/>
        </p:nvSpPr>
        <p:spPr>
          <a:xfrm>
            <a:off x="6833078" y="391220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g101be01f4cc_0_1208"/>
          <p:cNvSpPr txBox="1"/>
          <p:nvPr/>
        </p:nvSpPr>
        <p:spPr>
          <a:xfrm flipH="1">
            <a:off x="476559" y="3078991"/>
            <a:ext cx="2195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5" name="Google Shape;1785;g101be01f4cc_0_1208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1786" name="Google Shape;1786;g101be01f4cc_0_1208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7" name="Google Shape;1787;g101be01f4cc_0_1208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1788" name="Google Shape;1788;g101be01f4cc_0_1208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89" name="Google Shape;1789;g101be01f4cc_0_1208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0" name="Google Shape;1790;g101be01f4cc_0_1208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1" name="Google Shape;1791;g101be01f4cc_0_1208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2" name="Google Shape;1792;g101be01f4cc_0_1208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3" name="Google Shape;1793;g101be01f4cc_0_1208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4" name="Google Shape;1794;g101be01f4cc_0_1208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5" name="Google Shape;1795;g101be01f4cc_0_1208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6" name="Google Shape;1796;g101be01f4cc_0_1208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7" name="Google Shape;1797;g101be01f4cc_0_1208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8" name="Google Shape;1798;g101be01f4cc_0_1208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9" name="Google Shape;1799;g101be01f4cc_0_1208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00" name="Google Shape;1800;g101be01f4cc_0_1208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801" name="Google Shape;1801;g101be01f4cc_0_1208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802" name="Google Shape;1802;g101be01f4cc_0_1208"/>
          <p:cNvCxnSpPr/>
          <p:nvPr/>
        </p:nvCxnSpPr>
        <p:spPr>
          <a:xfrm flipH="1">
            <a:off x="919568" y="2070953"/>
            <a:ext cx="240600" cy="1209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101be01f4cc_0_1362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1809" name="Google Shape;1809;g101be01f4cc_0_1362"/>
          <p:cNvSpPr txBox="1"/>
          <p:nvPr/>
        </p:nvSpPr>
        <p:spPr>
          <a:xfrm>
            <a:off x="1199950" y="1378018"/>
            <a:ext cx="8864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…. and so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next take a look at the iterative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computations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5" name="Google Shape;1815;g101be01f4cc_0_1368"/>
          <p:cNvGrpSpPr/>
          <p:nvPr/>
        </p:nvGrpSpPr>
        <p:grpSpPr>
          <a:xfrm>
            <a:off x="2827965" y="1130710"/>
            <a:ext cx="1547391" cy="2621130"/>
            <a:chOff x="3221255" y="1012723"/>
            <a:chExt cx="1547391" cy="2621130"/>
          </a:xfrm>
        </p:grpSpPr>
        <p:sp>
          <p:nvSpPr>
            <p:cNvPr id="1816" name="Google Shape;1816;g101be01f4cc_0_1368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17" name="Google Shape;1817;g101be01f4cc_0_1368"/>
            <p:cNvGrpSpPr/>
            <p:nvPr/>
          </p:nvGrpSpPr>
          <p:grpSpPr>
            <a:xfrm>
              <a:off x="3221255" y="1012723"/>
              <a:ext cx="1172907" cy="2621130"/>
              <a:chOff x="3221255" y="1012723"/>
              <a:chExt cx="1172907" cy="2621130"/>
            </a:xfrm>
          </p:grpSpPr>
          <p:sp>
            <p:nvSpPr>
              <p:cNvPr id="1818" name="Google Shape;1818;g101be01f4cc_0_1368"/>
              <p:cNvSpPr/>
              <p:nvPr/>
            </p:nvSpPr>
            <p:spPr>
              <a:xfrm>
                <a:off x="3224981" y="1012723"/>
                <a:ext cx="1110900" cy="2418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19" name="Google Shape;1819;g101be01f4cc_0_1368"/>
              <p:cNvGrpSpPr/>
              <p:nvPr/>
            </p:nvGrpSpPr>
            <p:grpSpPr>
              <a:xfrm>
                <a:off x="3221255" y="1017253"/>
                <a:ext cx="1172907" cy="2616600"/>
                <a:chOff x="9477371" y="702026"/>
                <a:chExt cx="1172907" cy="2616600"/>
              </a:xfrm>
            </p:grpSpPr>
            <p:sp>
              <p:nvSpPr>
                <p:cNvPr id="1820" name="Google Shape;1820;g101be01f4cc_0_1368"/>
                <p:cNvSpPr/>
                <p:nvPr/>
              </p:nvSpPr>
              <p:spPr>
                <a:xfrm>
                  <a:off x="9485428" y="706056"/>
                  <a:ext cx="11169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1" name="Google Shape;1821;g101be01f4cc_0_1368"/>
                <p:cNvSpPr txBox="1"/>
                <p:nvPr/>
              </p:nvSpPr>
              <p:spPr>
                <a:xfrm>
                  <a:off x="9533078" y="702026"/>
                  <a:ext cx="1117200" cy="261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822" name="Google Shape;1822;g101be01f4cc_0_1368"/>
                <p:cNvCxnSpPr/>
                <p:nvPr/>
              </p:nvCxnSpPr>
              <p:spPr>
                <a:xfrm>
                  <a:off x="9477371" y="107644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1823" name="Google Shape;1823;g101be01f4cc_0_1368"/>
                <p:cNvSpPr/>
                <p:nvPr/>
              </p:nvSpPr>
              <p:spPr>
                <a:xfrm>
                  <a:off x="9479666" y="706056"/>
                  <a:ext cx="1122600" cy="2589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24" name="Google Shape;1824;g101be01f4cc_0_1368"/>
          <p:cNvSpPr txBox="1"/>
          <p:nvPr>
            <p:ph type="title"/>
          </p:nvPr>
        </p:nvSpPr>
        <p:spPr>
          <a:xfrm>
            <a:off x="826624" y="174028"/>
            <a:ext cx="108933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cxnSp>
        <p:nvCxnSpPr>
          <p:cNvPr id="1825" name="Google Shape;1825;g101be01f4cc_0_1368"/>
          <p:cNvCxnSpPr>
            <a:stCxn id="1826" idx="2"/>
            <a:endCxn id="1826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7" name="Google Shape;1827;g101be01f4cc_0_1368"/>
          <p:cNvCxnSpPr>
            <a:stCxn id="1826" idx="1"/>
            <a:endCxn id="1826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6" name="Google Shape;1826;g101be01f4cc_0_1368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g101be01f4cc_0_1368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9" name="Google Shape;1829;g101be01f4cc_0_1368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1830" name="Google Shape;1830;g101be01f4cc_0_136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831" name="Google Shape;1831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832" name="Google Shape;1832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33" name="Google Shape;1833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34" name="Google Shape;1834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35" name="Google Shape;1835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6" name="Google Shape;1836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37" name="Google Shape;1837;g101be01f4cc_0_136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838" name="Google Shape;1838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9" name="Google Shape;1839;g101be01f4cc_0_136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40" name="Google Shape;1840;g101be01f4cc_0_136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841" name="Google Shape;1841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842" name="Google Shape;1842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43" name="Google Shape;1843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44" name="Google Shape;1844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45" name="Google Shape;1845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6" name="Google Shape;1846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47" name="Google Shape;1847;g101be01f4cc_0_136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848" name="Google Shape;1848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9" name="Google Shape;1849;g101be01f4cc_0_136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50" name="Google Shape;1850;g101be01f4cc_0_1368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1851" name="Google Shape;1851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852" name="Google Shape;1852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53" name="Google Shape;1853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54" name="Google Shape;1854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55" name="Google Shape;1855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6" name="Google Shape;1856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57" name="Google Shape;1857;g101be01f4cc_0_1368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1858" name="Google Shape;1858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9" name="Google Shape;1859;g101be01f4cc_0_1368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860" name="Google Shape;1860;g101be01f4cc_0_1368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g101be01f4cc_0_1368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g101be01f4cc_0_1368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g101be01f4cc_0_1368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g101be01f4cc_0_1368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g101be01f4cc_0_1368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g101be01f4cc_0_1368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g101be01f4cc_0_1368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g101be01f4cc_0_1368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g101be01f4cc_0_1368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g101be01f4cc_0_1368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g101be01f4cc_0_1368"/>
          <p:cNvSpPr/>
          <p:nvPr/>
        </p:nvSpPr>
        <p:spPr>
          <a:xfrm>
            <a:off x="6626942" y="275303"/>
            <a:ext cx="3038100" cy="6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2" name="Google Shape;1872;g101be01f4cc_0_1368"/>
          <p:cNvGrpSpPr/>
          <p:nvPr/>
        </p:nvGrpSpPr>
        <p:grpSpPr>
          <a:xfrm>
            <a:off x="6656438" y="235974"/>
            <a:ext cx="2492988" cy="1917291"/>
            <a:chOff x="7010400" y="108155"/>
            <a:chExt cx="2492988" cy="1917291"/>
          </a:xfrm>
        </p:grpSpPr>
        <p:sp>
          <p:nvSpPr>
            <p:cNvPr id="1873" name="Google Shape;1873;g101be01f4cc_0_1368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4" name="Google Shape;1874;g101be01f4cc_0_1368"/>
            <p:cNvGrpSpPr/>
            <p:nvPr/>
          </p:nvGrpSpPr>
          <p:grpSpPr>
            <a:xfrm>
              <a:off x="7323884" y="108155"/>
              <a:ext cx="2179504" cy="1445311"/>
              <a:chOff x="7323884" y="108155"/>
              <a:chExt cx="2179504" cy="1445311"/>
            </a:xfrm>
          </p:grpSpPr>
          <p:sp>
            <p:nvSpPr>
              <p:cNvPr id="1875" name="Google Shape;1875;g101be01f4cc_0_1368"/>
              <p:cNvSpPr/>
              <p:nvPr/>
            </p:nvSpPr>
            <p:spPr>
              <a:xfrm>
                <a:off x="7413523" y="108155"/>
                <a:ext cx="1937100" cy="143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76" name="Google Shape;1876;g101be01f4cc_0_1368"/>
              <p:cNvGrpSpPr/>
              <p:nvPr/>
            </p:nvGrpSpPr>
            <p:grpSpPr>
              <a:xfrm>
                <a:off x="7323884" y="120836"/>
                <a:ext cx="2179504" cy="1432630"/>
                <a:chOff x="7323884" y="120836"/>
                <a:chExt cx="2179504" cy="1432630"/>
              </a:xfrm>
            </p:grpSpPr>
            <p:sp>
              <p:nvSpPr>
                <p:cNvPr id="1877" name="Google Shape;1877;g101be01f4cc_0_1368"/>
                <p:cNvSpPr/>
                <p:nvPr/>
              </p:nvSpPr>
              <p:spPr>
                <a:xfrm>
                  <a:off x="7409951" y="124866"/>
                  <a:ext cx="19404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8" name="Google Shape;1878;g101be01f4cc_0_1368"/>
                <p:cNvSpPr txBox="1"/>
                <p:nvPr/>
              </p:nvSpPr>
              <p:spPr>
                <a:xfrm>
                  <a:off x="7799764" y="120836"/>
                  <a:ext cx="1117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79" name="Google Shape;1879;g101be01f4cc_0_1368"/>
                <p:cNvCxnSpPr/>
                <p:nvPr/>
              </p:nvCxnSpPr>
              <p:spPr>
                <a:xfrm>
                  <a:off x="7401895" y="49525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1880" name="Google Shape;1880;g101be01f4cc_0_1368"/>
                <p:cNvSpPr/>
                <p:nvPr/>
              </p:nvSpPr>
              <p:spPr>
                <a:xfrm>
                  <a:off x="7404189" y="124866"/>
                  <a:ext cx="1936500" cy="1428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1" name="Google Shape;1881;g101be01f4cc_0_1368"/>
                <p:cNvSpPr txBox="1"/>
                <p:nvPr/>
              </p:nvSpPr>
              <p:spPr>
                <a:xfrm>
                  <a:off x="8392488" y="560500"/>
                  <a:ext cx="11109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2" name="Google Shape;1882;g101be01f4cc_0_1368"/>
                <p:cNvSpPr txBox="1"/>
                <p:nvPr/>
              </p:nvSpPr>
              <p:spPr>
                <a:xfrm>
                  <a:off x="7323884" y="557387"/>
                  <a:ext cx="11172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883" name="Google Shape;1883;g101be01f4cc_0_1368"/>
          <p:cNvGrpSpPr/>
          <p:nvPr/>
        </p:nvGrpSpPr>
        <p:grpSpPr>
          <a:xfrm>
            <a:off x="348740" y="1859143"/>
            <a:ext cx="2195700" cy="1810848"/>
            <a:chOff x="348740" y="1859143"/>
            <a:chExt cx="2195700" cy="1810848"/>
          </a:xfrm>
        </p:grpSpPr>
        <p:grpSp>
          <p:nvGrpSpPr>
            <p:cNvPr id="1884" name="Google Shape;1884;g101be01f4cc_0_1368"/>
            <p:cNvGrpSpPr/>
            <p:nvPr/>
          </p:nvGrpSpPr>
          <p:grpSpPr>
            <a:xfrm>
              <a:off x="584365" y="1859143"/>
              <a:ext cx="736200" cy="1229806"/>
              <a:chOff x="10030307" y="3444875"/>
              <a:chExt cx="736200" cy="1229806"/>
            </a:xfrm>
          </p:grpSpPr>
          <p:sp>
            <p:nvSpPr>
              <p:cNvPr id="1885" name="Google Shape;1885;g101be01f4cc_0_1368"/>
              <p:cNvSpPr txBox="1"/>
              <p:nvPr/>
            </p:nvSpPr>
            <p:spPr>
              <a:xfrm>
                <a:off x="10030307" y="4089681"/>
                <a:ext cx="7362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Calibri"/>
                  <a:buNone/>
                </a:pPr>
                <a:r>
                  <a:rPr b="0" i="0" lang="en-US" sz="3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86" name="Google Shape;1886;g101be01f4cc_0_1368"/>
              <p:cNvGrpSpPr/>
              <p:nvPr/>
            </p:nvGrpSpPr>
            <p:grpSpPr>
              <a:xfrm>
                <a:off x="10039551" y="3444875"/>
                <a:ext cx="671400" cy="682600"/>
                <a:chOff x="10039551" y="3444875"/>
                <a:chExt cx="671400" cy="682600"/>
              </a:xfrm>
            </p:grpSpPr>
            <p:sp>
              <p:nvSpPr>
                <p:cNvPr id="1887" name="Google Shape;1887;g101be01f4cc_0_1368"/>
                <p:cNvSpPr/>
                <p:nvPr/>
              </p:nvSpPr>
              <p:spPr>
                <a:xfrm>
                  <a:off x="10039551" y="3449256"/>
                  <a:ext cx="671400" cy="671400"/>
                </a:xfrm>
                <a:prstGeom prst="ellipse">
                  <a:avLst/>
                </a:prstGeom>
                <a:noFill/>
                <a:ln cap="flat" cmpd="sng" w="34925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888" name="Google Shape;1888;g101be01f4cc_0_1368"/>
                <p:cNvCxnSpPr/>
                <p:nvPr/>
              </p:nvCxnSpPr>
              <p:spPr>
                <a:xfrm>
                  <a:off x="10372725" y="3444875"/>
                  <a:ext cx="0" cy="603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89" name="Google Shape;1889;g101be01f4cc_0_1368"/>
                <p:cNvCxnSpPr/>
                <p:nvPr/>
              </p:nvCxnSpPr>
              <p:spPr>
                <a:xfrm>
                  <a:off x="10372725" y="4067175"/>
                  <a:ext cx="0" cy="603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0" name="Google Shape;1890;g101be01f4cc_0_1368"/>
                <p:cNvCxnSpPr/>
                <p:nvPr/>
              </p:nvCxnSpPr>
              <p:spPr>
                <a:xfrm rot="10800000">
                  <a:off x="10064751" y="3756050"/>
                  <a:ext cx="0" cy="603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1" name="Google Shape;1891;g101be01f4cc_0_1368"/>
                <p:cNvCxnSpPr/>
                <p:nvPr/>
              </p:nvCxnSpPr>
              <p:spPr>
                <a:xfrm rot="10800000">
                  <a:off x="10687053" y="3756050"/>
                  <a:ext cx="0" cy="603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2" name="Google Shape;1892;g101be01f4cc_0_1368"/>
                <p:cNvCxnSpPr/>
                <p:nvPr/>
              </p:nvCxnSpPr>
              <p:spPr>
                <a:xfrm>
                  <a:off x="10523542" y="4037013"/>
                  <a:ext cx="27000" cy="429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3" name="Google Shape;1893;g101be01f4cc_0_1368"/>
                <p:cNvCxnSpPr/>
                <p:nvPr/>
              </p:nvCxnSpPr>
              <p:spPr>
                <a:xfrm>
                  <a:off x="10202867" y="3490913"/>
                  <a:ext cx="27000" cy="429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4" name="Google Shape;1894;g101be01f4cc_0_1368"/>
                <p:cNvCxnSpPr/>
                <p:nvPr/>
              </p:nvCxnSpPr>
              <p:spPr>
                <a:xfrm flipH="1">
                  <a:off x="10196500" y="4033838"/>
                  <a:ext cx="27000" cy="429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5" name="Google Shape;1895;g101be01f4cc_0_1368"/>
                <p:cNvCxnSpPr/>
                <p:nvPr/>
              </p:nvCxnSpPr>
              <p:spPr>
                <a:xfrm flipH="1">
                  <a:off x="10517175" y="3487738"/>
                  <a:ext cx="27000" cy="429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6" name="Google Shape;1896;g101be01f4cc_0_1368"/>
                <p:cNvCxnSpPr/>
                <p:nvPr/>
              </p:nvCxnSpPr>
              <p:spPr>
                <a:xfrm flipH="1">
                  <a:off x="10631400" y="3611565"/>
                  <a:ext cx="36600" cy="270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7" name="Google Shape;1897;g101be01f4cc_0_1368"/>
                <p:cNvCxnSpPr/>
                <p:nvPr/>
              </p:nvCxnSpPr>
              <p:spPr>
                <a:xfrm flipH="1">
                  <a:off x="10085300" y="3929065"/>
                  <a:ext cx="36600" cy="270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8" name="Google Shape;1898;g101be01f4cc_0_1368"/>
                <p:cNvCxnSpPr/>
                <p:nvPr/>
              </p:nvCxnSpPr>
              <p:spPr>
                <a:xfrm rot="10800000">
                  <a:off x="10094825" y="3614725"/>
                  <a:ext cx="36600" cy="270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9" name="Google Shape;1899;g101be01f4cc_0_1368"/>
                <p:cNvCxnSpPr/>
                <p:nvPr/>
              </p:nvCxnSpPr>
              <p:spPr>
                <a:xfrm rot="10800000">
                  <a:off x="10631400" y="3932225"/>
                  <a:ext cx="36600" cy="27000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1900" name="Google Shape;1900;g101be01f4cc_0_1368"/>
                <p:cNvSpPr/>
                <p:nvPr/>
              </p:nvSpPr>
              <p:spPr>
                <a:xfrm>
                  <a:off x="10331450" y="3743325"/>
                  <a:ext cx="82500" cy="870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1901" name="Google Shape;1901;g101be01f4cc_0_1368"/>
            <p:cNvCxnSpPr/>
            <p:nvPr/>
          </p:nvCxnSpPr>
          <p:spPr>
            <a:xfrm>
              <a:off x="919556" y="1995948"/>
              <a:ext cx="0" cy="1959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02" name="Google Shape;1902;g101be01f4cc_0_1368"/>
            <p:cNvSpPr txBox="1"/>
            <p:nvPr/>
          </p:nvSpPr>
          <p:spPr>
            <a:xfrm flipH="1">
              <a:off x="348740" y="3078991"/>
              <a:ext cx="21957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"/>
                <a:buChar char="▪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 receives DVs from a, c, 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3" name="Google Shape;1903;g101be01f4cc_0_1368"/>
          <p:cNvSpPr/>
          <p:nvPr/>
        </p:nvSpPr>
        <p:spPr>
          <a:xfrm rot="-5400000">
            <a:off x="6346709" y="3406989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g101be01f4cc_0_1368"/>
          <p:cNvSpPr/>
          <p:nvPr/>
        </p:nvSpPr>
        <p:spPr>
          <a:xfrm>
            <a:off x="4973224" y="193798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g101be01f4cc_0_1368"/>
          <p:cNvSpPr/>
          <p:nvPr/>
        </p:nvSpPr>
        <p:spPr>
          <a:xfrm rot="10800000">
            <a:off x="7631649" y="1919716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6" name="Google Shape;1906;g101be01f4cc_0_1368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1907" name="Google Shape;1907;g101be01f4cc_0_136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908" name="Google Shape;1908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909" name="Google Shape;1909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10" name="Google Shape;1910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11" name="Google Shape;1911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12" name="Google Shape;1912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3" name="Google Shape;1913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14" name="Google Shape;1914;g101be01f4cc_0_136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915" name="Google Shape;1915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6" name="Google Shape;1916;g101be01f4cc_0_136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17" name="Google Shape;1917;g101be01f4cc_0_136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918" name="Google Shape;1918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919" name="Google Shape;1919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20" name="Google Shape;1920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21" name="Google Shape;1921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22" name="Google Shape;1922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3" name="Google Shape;1923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24" name="Google Shape;1924;g101be01f4cc_0_136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925" name="Google Shape;1925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6" name="Google Shape;1926;g101be01f4cc_0_136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27" name="Google Shape;1927;g101be01f4cc_0_1368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1928" name="Google Shape;1928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929" name="Google Shape;1929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30" name="Google Shape;1930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31" name="Google Shape;1931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32" name="Google Shape;1932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3" name="Google Shape;1933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34" name="Google Shape;1934;g101be01f4cc_0_1368"/>
              <p:cNvGrpSpPr/>
              <p:nvPr/>
            </p:nvGrpSpPr>
            <p:grpSpPr>
              <a:xfrm>
                <a:off x="1464216" y="2507397"/>
                <a:ext cx="469383" cy="476250"/>
                <a:chOff x="2949" y="2425"/>
                <a:chExt cx="300" cy="300"/>
              </a:xfrm>
            </p:grpSpPr>
            <p:sp>
              <p:nvSpPr>
                <p:cNvPr id="1935" name="Google Shape;1935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6" name="Google Shape;1936;g101be01f4cc_0_1368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937" name="Google Shape;1937;g101be01f4cc_0_1368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1938" name="Google Shape;1938;g101be01f4cc_0_136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1939" name="Google Shape;1939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940" name="Google Shape;1940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41" name="Google Shape;1941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42" name="Google Shape;1942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43" name="Google Shape;1943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4" name="Google Shape;1944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45" name="Google Shape;1945;g101be01f4cc_0_136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1946" name="Google Shape;1946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7" name="Google Shape;1947;g101be01f4cc_0_136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48" name="Google Shape;1948;g101be01f4cc_0_136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1949" name="Google Shape;1949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950" name="Google Shape;1950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51" name="Google Shape;1951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52" name="Google Shape;1952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53" name="Google Shape;1953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4" name="Google Shape;1954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55" name="Google Shape;1955;g101be01f4cc_0_136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1956" name="Google Shape;1956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7" name="Google Shape;1957;g101be01f4cc_0_136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58" name="Google Shape;1958;g101be01f4cc_0_1368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1959" name="Google Shape;1959;g101be01f4cc_0_136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1960" name="Google Shape;1960;g101be01f4cc_0_136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61" name="Google Shape;1961;g101be01f4cc_0_136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62" name="Google Shape;1962;g101be01f4cc_0_136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63" name="Google Shape;1963;g101be01f4cc_0_136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4" name="Google Shape;1964;g101be01f4cc_0_136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65" name="Google Shape;1965;g101be01f4cc_0_1368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1966" name="Google Shape;1966;g101be01f4cc_0_136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7" name="Google Shape;1967;g101be01f4cc_0_1368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968" name="Google Shape;1968;g101be01f4cc_0_1368"/>
          <p:cNvGrpSpPr/>
          <p:nvPr/>
        </p:nvGrpSpPr>
        <p:grpSpPr>
          <a:xfrm>
            <a:off x="8740877" y="219997"/>
            <a:ext cx="2045100" cy="2667900"/>
            <a:chOff x="8740877" y="219997"/>
            <a:chExt cx="2045100" cy="2667900"/>
          </a:xfrm>
        </p:grpSpPr>
        <p:sp>
          <p:nvSpPr>
            <p:cNvPr id="1969" name="Google Shape;1969;g101be01f4cc_0_1368"/>
            <p:cNvSpPr/>
            <p:nvPr/>
          </p:nvSpPr>
          <p:spPr>
            <a:xfrm>
              <a:off x="8740877" y="247036"/>
              <a:ext cx="924331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0" name="Google Shape;1970;g101be01f4cc_0_1368"/>
            <p:cNvGrpSpPr/>
            <p:nvPr/>
          </p:nvGrpSpPr>
          <p:grpSpPr>
            <a:xfrm>
              <a:off x="9636528" y="219997"/>
              <a:ext cx="1149449" cy="2667900"/>
              <a:chOff x="9764348" y="1447800"/>
              <a:chExt cx="1149449" cy="2667900"/>
            </a:xfrm>
          </p:grpSpPr>
          <p:sp>
            <p:nvSpPr>
              <p:cNvPr id="1971" name="Google Shape;1971;g101be01f4cc_0_1368"/>
              <p:cNvSpPr/>
              <p:nvPr/>
            </p:nvSpPr>
            <p:spPr>
              <a:xfrm>
                <a:off x="9783097" y="1447800"/>
                <a:ext cx="1130700" cy="2426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72" name="Google Shape;1972;g101be01f4cc_0_1368"/>
              <p:cNvGrpSpPr/>
              <p:nvPr/>
            </p:nvGrpSpPr>
            <p:grpSpPr>
              <a:xfrm>
                <a:off x="9764348" y="1447800"/>
                <a:ext cx="1130209" cy="2667900"/>
                <a:chOff x="9472119" y="702026"/>
                <a:chExt cx="1130209" cy="2667900"/>
              </a:xfrm>
            </p:grpSpPr>
            <p:sp>
              <p:nvSpPr>
                <p:cNvPr id="1973" name="Google Shape;1973;g101be01f4cc_0_1368"/>
                <p:cNvSpPr/>
                <p:nvPr/>
              </p:nvSpPr>
              <p:spPr>
                <a:xfrm>
                  <a:off x="9485428" y="706056"/>
                  <a:ext cx="11169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4" name="Google Shape;1974;g101be01f4cc_0_1368"/>
                <p:cNvSpPr txBox="1"/>
                <p:nvPr/>
              </p:nvSpPr>
              <p:spPr>
                <a:xfrm>
                  <a:off x="9472119" y="702026"/>
                  <a:ext cx="1088100" cy="266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75" name="Google Shape;1975;g101be01f4cc_0_1368"/>
                <p:cNvCxnSpPr/>
                <p:nvPr/>
              </p:nvCxnSpPr>
              <p:spPr>
                <a:xfrm>
                  <a:off x="9477371" y="107644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1976" name="Google Shape;1976;g101be01f4cc_0_1368"/>
                <p:cNvSpPr/>
                <p:nvPr/>
              </p:nvSpPr>
              <p:spPr>
                <a:xfrm>
                  <a:off x="9479666" y="706055"/>
                  <a:ext cx="1122600" cy="26208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977" name="Google Shape;1977;g101be01f4cc_0_1368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8" name="Google Shape;1978;g101be01f4cc_0_1368"/>
          <p:cNvGrpSpPr/>
          <p:nvPr/>
        </p:nvGrpSpPr>
        <p:grpSpPr>
          <a:xfrm>
            <a:off x="9654637" y="3018176"/>
            <a:ext cx="1131437" cy="2675542"/>
            <a:chOff x="9762792" y="4031226"/>
            <a:chExt cx="1131437" cy="2675542"/>
          </a:xfrm>
        </p:grpSpPr>
        <p:sp>
          <p:nvSpPr>
            <p:cNvPr id="1979" name="Google Shape;1979;g101be01f4cc_0_1368"/>
            <p:cNvSpPr/>
            <p:nvPr/>
          </p:nvSpPr>
          <p:spPr>
            <a:xfrm>
              <a:off x="9792929" y="4031226"/>
              <a:ext cx="1101300" cy="238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0" name="Google Shape;1980;g101be01f4cc_0_1368"/>
            <p:cNvGrpSpPr/>
            <p:nvPr/>
          </p:nvGrpSpPr>
          <p:grpSpPr>
            <a:xfrm>
              <a:off x="9762792" y="4038868"/>
              <a:ext cx="1130210" cy="2667900"/>
              <a:chOff x="9472118" y="702026"/>
              <a:chExt cx="1130210" cy="2667900"/>
            </a:xfrm>
          </p:grpSpPr>
          <p:sp>
            <p:nvSpPr>
              <p:cNvPr id="1981" name="Google Shape;1981;g101be01f4cc_0_1368"/>
              <p:cNvSpPr/>
              <p:nvPr/>
            </p:nvSpPr>
            <p:spPr>
              <a:xfrm>
                <a:off x="9485428" y="706056"/>
                <a:ext cx="1116900" cy="3705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2" name="Google Shape;1982;g101be01f4cc_0_1368"/>
              <p:cNvSpPr txBox="1"/>
              <p:nvPr/>
            </p:nvSpPr>
            <p:spPr>
              <a:xfrm>
                <a:off x="9472118" y="702026"/>
                <a:ext cx="1117200" cy="266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83" name="Google Shape;1983;g101be01f4cc_0_1368"/>
              <p:cNvCxnSpPr/>
              <p:nvPr/>
            </p:nvCxnSpPr>
            <p:spPr>
              <a:xfrm>
                <a:off x="9477371" y="1076444"/>
                <a:ext cx="11238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984" name="Google Shape;1984;g101be01f4cc_0_1368"/>
              <p:cNvSpPr/>
              <p:nvPr/>
            </p:nvSpPr>
            <p:spPr>
              <a:xfrm>
                <a:off x="9479666" y="706055"/>
                <a:ext cx="1122600" cy="26190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85" name="Google Shape;1985;g101be01f4cc_0_1368"/>
          <p:cNvGrpSpPr/>
          <p:nvPr/>
        </p:nvGrpSpPr>
        <p:grpSpPr>
          <a:xfrm>
            <a:off x="592386" y="1867164"/>
            <a:ext cx="736200" cy="1229806"/>
            <a:chOff x="10030307" y="3444875"/>
            <a:chExt cx="736200" cy="1229806"/>
          </a:xfrm>
        </p:grpSpPr>
        <p:sp>
          <p:nvSpPr>
            <p:cNvPr id="1986" name="Google Shape;1986;g101be01f4cc_0_1368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7" name="Google Shape;1987;g101be01f4cc_0_1368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1988" name="Google Shape;1988;g101be01f4cc_0_1368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89" name="Google Shape;1989;g101be01f4cc_0_1368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0" name="Google Shape;1990;g101be01f4cc_0_1368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1" name="Google Shape;1991;g101be01f4cc_0_1368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2" name="Google Shape;1992;g101be01f4cc_0_1368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3" name="Google Shape;1993;g101be01f4cc_0_1368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4" name="Google Shape;1994;g101be01f4cc_0_1368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5" name="Google Shape;1995;g101be01f4cc_0_1368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6" name="Google Shape;1996;g101be01f4cc_0_1368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7" name="Google Shape;1997;g101be01f4cc_0_1368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8" name="Google Shape;1998;g101be01f4cc_0_1368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9" name="Google Shape;1999;g101be01f4cc_0_1368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00" name="Google Shape;2000;g101be01f4cc_0_1368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001" name="Google Shape;2001;g101be01f4cc_0_1368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2" name="Google Shape;2002;g101be01f4cc_0_1368"/>
              <p:cNvCxnSpPr/>
              <p:nvPr/>
            </p:nvCxnSpPr>
            <p:spPr>
              <a:xfrm>
                <a:off x="10372725" y="3548510"/>
                <a:ext cx="0" cy="2076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101be01f4cc_0_1560"/>
          <p:cNvSpPr txBox="1"/>
          <p:nvPr>
            <p:ph type="title"/>
          </p:nvPr>
        </p:nvSpPr>
        <p:spPr>
          <a:xfrm>
            <a:off x="826624" y="174028"/>
            <a:ext cx="108933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2009" name="Google Shape;2009;g101be01f4cc_0_1560"/>
          <p:cNvSpPr/>
          <p:nvPr/>
        </p:nvSpPr>
        <p:spPr>
          <a:xfrm>
            <a:off x="6626942" y="275303"/>
            <a:ext cx="3038100" cy="6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0" name="Google Shape;2010;g101be01f4cc_0_1560"/>
          <p:cNvGrpSpPr/>
          <p:nvPr/>
        </p:nvGrpSpPr>
        <p:grpSpPr>
          <a:xfrm>
            <a:off x="2827965" y="1130710"/>
            <a:ext cx="1547391" cy="2621130"/>
            <a:chOff x="3221255" y="1012723"/>
            <a:chExt cx="1547391" cy="2621130"/>
          </a:xfrm>
        </p:grpSpPr>
        <p:sp>
          <p:nvSpPr>
            <p:cNvPr id="2011" name="Google Shape;2011;g101be01f4cc_0_1560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12" name="Google Shape;2012;g101be01f4cc_0_1560"/>
            <p:cNvGrpSpPr/>
            <p:nvPr/>
          </p:nvGrpSpPr>
          <p:grpSpPr>
            <a:xfrm>
              <a:off x="3221255" y="1012723"/>
              <a:ext cx="1172907" cy="2621130"/>
              <a:chOff x="3221255" y="1012723"/>
              <a:chExt cx="1172907" cy="2621130"/>
            </a:xfrm>
          </p:grpSpPr>
          <p:sp>
            <p:nvSpPr>
              <p:cNvPr id="2013" name="Google Shape;2013;g101be01f4cc_0_1560"/>
              <p:cNvSpPr/>
              <p:nvPr/>
            </p:nvSpPr>
            <p:spPr>
              <a:xfrm>
                <a:off x="3224981" y="1012723"/>
                <a:ext cx="1110900" cy="2418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14" name="Google Shape;2014;g101be01f4cc_0_1560"/>
              <p:cNvGrpSpPr/>
              <p:nvPr/>
            </p:nvGrpSpPr>
            <p:grpSpPr>
              <a:xfrm>
                <a:off x="3221255" y="1017253"/>
                <a:ext cx="1172907" cy="2616600"/>
                <a:chOff x="9477371" y="702026"/>
                <a:chExt cx="1172907" cy="2616600"/>
              </a:xfrm>
            </p:grpSpPr>
            <p:sp>
              <p:nvSpPr>
                <p:cNvPr id="2015" name="Google Shape;2015;g101be01f4cc_0_1560"/>
                <p:cNvSpPr/>
                <p:nvPr/>
              </p:nvSpPr>
              <p:spPr>
                <a:xfrm>
                  <a:off x="9485428" y="706056"/>
                  <a:ext cx="11169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6" name="Google Shape;2016;g101be01f4cc_0_1560"/>
                <p:cNvSpPr txBox="1"/>
                <p:nvPr/>
              </p:nvSpPr>
              <p:spPr>
                <a:xfrm>
                  <a:off x="9533078" y="702026"/>
                  <a:ext cx="1117200" cy="261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17" name="Google Shape;2017;g101be01f4cc_0_1560"/>
                <p:cNvCxnSpPr/>
                <p:nvPr/>
              </p:nvCxnSpPr>
              <p:spPr>
                <a:xfrm>
                  <a:off x="9477371" y="107644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018" name="Google Shape;2018;g101be01f4cc_0_1560"/>
                <p:cNvSpPr/>
                <p:nvPr/>
              </p:nvSpPr>
              <p:spPr>
                <a:xfrm>
                  <a:off x="9479666" y="706056"/>
                  <a:ext cx="1122600" cy="2589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019" name="Google Shape;2019;g101be01f4cc_0_1560"/>
          <p:cNvGrpSpPr/>
          <p:nvPr/>
        </p:nvGrpSpPr>
        <p:grpSpPr>
          <a:xfrm>
            <a:off x="6656438" y="235974"/>
            <a:ext cx="2492988" cy="1917291"/>
            <a:chOff x="7010400" y="108155"/>
            <a:chExt cx="2492988" cy="1917291"/>
          </a:xfrm>
        </p:grpSpPr>
        <p:sp>
          <p:nvSpPr>
            <p:cNvPr id="2020" name="Google Shape;2020;g101be01f4cc_0_1560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21" name="Google Shape;2021;g101be01f4cc_0_1560"/>
            <p:cNvGrpSpPr/>
            <p:nvPr/>
          </p:nvGrpSpPr>
          <p:grpSpPr>
            <a:xfrm>
              <a:off x="7323884" y="108155"/>
              <a:ext cx="2179504" cy="1445311"/>
              <a:chOff x="7323884" y="108155"/>
              <a:chExt cx="2179504" cy="1445311"/>
            </a:xfrm>
          </p:grpSpPr>
          <p:sp>
            <p:nvSpPr>
              <p:cNvPr id="2022" name="Google Shape;2022;g101be01f4cc_0_1560"/>
              <p:cNvSpPr/>
              <p:nvPr/>
            </p:nvSpPr>
            <p:spPr>
              <a:xfrm>
                <a:off x="7413523" y="108155"/>
                <a:ext cx="1937100" cy="143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23" name="Google Shape;2023;g101be01f4cc_0_1560"/>
              <p:cNvGrpSpPr/>
              <p:nvPr/>
            </p:nvGrpSpPr>
            <p:grpSpPr>
              <a:xfrm>
                <a:off x="7323884" y="120836"/>
                <a:ext cx="2179504" cy="1432630"/>
                <a:chOff x="7323884" y="120836"/>
                <a:chExt cx="2179504" cy="1432630"/>
              </a:xfrm>
            </p:grpSpPr>
            <p:sp>
              <p:nvSpPr>
                <p:cNvPr id="2024" name="Google Shape;2024;g101be01f4cc_0_1560"/>
                <p:cNvSpPr/>
                <p:nvPr/>
              </p:nvSpPr>
              <p:spPr>
                <a:xfrm>
                  <a:off x="7409951" y="124866"/>
                  <a:ext cx="19404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5" name="Google Shape;2025;g101be01f4cc_0_1560"/>
                <p:cNvSpPr txBox="1"/>
                <p:nvPr/>
              </p:nvSpPr>
              <p:spPr>
                <a:xfrm>
                  <a:off x="7799764" y="120836"/>
                  <a:ext cx="1117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26" name="Google Shape;2026;g101be01f4cc_0_1560"/>
                <p:cNvCxnSpPr/>
                <p:nvPr/>
              </p:nvCxnSpPr>
              <p:spPr>
                <a:xfrm>
                  <a:off x="7401895" y="49525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027" name="Google Shape;2027;g101be01f4cc_0_1560"/>
                <p:cNvSpPr/>
                <p:nvPr/>
              </p:nvSpPr>
              <p:spPr>
                <a:xfrm>
                  <a:off x="7404189" y="124866"/>
                  <a:ext cx="1936500" cy="1428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g101be01f4cc_0_1560"/>
                <p:cNvSpPr txBox="1"/>
                <p:nvPr/>
              </p:nvSpPr>
              <p:spPr>
                <a:xfrm>
                  <a:off x="8392488" y="560500"/>
                  <a:ext cx="11109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9" name="Google Shape;2029;g101be01f4cc_0_1560"/>
                <p:cNvSpPr txBox="1"/>
                <p:nvPr/>
              </p:nvSpPr>
              <p:spPr>
                <a:xfrm>
                  <a:off x="7323884" y="557387"/>
                  <a:ext cx="11172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030" name="Google Shape;2030;g101be01f4cc_0_1560"/>
          <p:cNvGrpSpPr/>
          <p:nvPr/>
        </p:nvGrpSpPr>
        <p:grpSpPr>
          <a:xfrm>
            <a:off x="8740877" y="219997"/>
            <a:ext cx="2045100" cy="2667900"/>
            <a:chOff x="8740877" y="219997"/>
            <a:chExt cx="2045100" cy="2667900"/>
          </a:xfrm>
        </p:grpSpPr>
        <p:sp>
          <p:nvSpPr>
            <p:cNvPr id="2031" name="Google Shape;2031;g101be01f4cc_0_1560"/>
            <p:cNvSpPr/>
            <p:nvPr/>
          </p:nvSpPr>
          <p:spPr>
            <a:xfrm>
              <a:off x="8740877" y="247036"/>
              <a:ext cx="924331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32" name="Google Shape;2032;g101be01f4cc_0_1560"/>
            <p:cNvGrpSpPr/>
            <p:nvPr/>
          </p:nvGrpSpPr>
          <p:grpSpPr>
            <a:xfrm>
              <a:off x="9636528" y="219997"/>
              <a:ext cx="1149449" cy="2667900"/>
              <a:chOff x="9764348" y="1447800"/>
              <a:chExt cx="1149449" cy="2667900"/>
            </a:xfrm>
          </p:grpSpPr>
          <p:sp>
            <p:nvSpPr>
              <p:cNvPr id="2033" name="Google Shape;2033;g101be01f4cc_0_1560"/>
              <p:cNvSpPr/>
              <p:nvPr/>
            </p:nvSpPr>
            <p:spPr>
              <a:xfrm>
                <a:off x="9783097" y="1447800"/>
                <a:ext cx="1130700" cy="2426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4" name="Google Shape;2034;g101be01f4cc_0_1560"/>
              <p:cNvGrpSpPr/>
              <p:nvPr/>
            </p:nvGrpSpPr>
            <p:grpSpPr>
              <a:xfrm>
                <a:off x="9764348" y="1447800"/>
                <a:ext cx="1130209" cy="2667900"/>
                <a:chOff x="9472119" y="702026"/>
                <a:chExt cx="1130209" cy="2667900"/>
              </a:xfrm>
            </p:grpSpPr>
            <p:sp>
              <p:nvSpPr>
                <p:cNvPr id="2035" name="Google Shape;2035;g101be01f4cc_0_1560"/>
                <p:cNvSpPr/>
                <p:nvPr/>
              </p:nvSpPr>
              <p:spPr>
                <a:xfrm>
                  <a:off x="9485428" y="706056"/>
                  <a:ext cx="11169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6" name="Google Shape;2036;g101be01f4cc_0_1560"/>
                <p:cNvSpPr txBox="1"/>
                <p:nvPr/>
              </p:nvSpPr>
              <p:spPr>
                <a:xfrm>
                  <a:off x="9472119" y="702026"/>
                  <a:ext cx="1088100" cy="266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37" name="Google Shape;2037;g101be01f4cc_0_1560"/>
                <p:cNvCxnSpPr/>
                <p:nvPr/>
              </p:nvCxnSpPr>
              <p:spPr>
                <a:xfrm>
                  <a:off x="9477371" y="107644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038" name="Google Shape;2038;g101be01f4cc_0_1560"/>
                <p:cNvSpPr/>
                <p:nvPr/>
              </p:nvSpPr>
              <p:spPr>
                <a:xfrm>
                  <a:off x="9479666" y="706055"/>
                  <a:ext cx="1122600" cy="26208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039" name="Google Shape;2039;g101be01f4cc_0_1560"/>
          <p:cNvGrpSpPr/>
          <p:nvPr/>
        </p:nvGrpSpPr>
        <p:grpSpPr>
          <a:xfrm>
            <a:off x="9654637" y="3018176"/>
            <a:ext cx="1131437" cy="2675542"/>
            <a:chOff x="9762792" y="4031226"/>
            <a:chExt cx="1131437" cy="2675542"/>
          </a:xfrm>
        </p:grpSpPr>
        <p:sp>
          <p:nvSpPr>
            <p:cNvPr id="2040" name="Google Shape;2040;g101be01f4cc_0_1560"/>
            <p:cNvSpPr/>
            <p:nvPr/>
          </p:nvSpPr>
          <p:spPr>
            <a:xfrm>
              <a:off x="9792929" y="4031226"/>
              <a:ext cx="1101300" cy="238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41" name="Google Shape;2041;g101be01f4cc_0_1560"/>
            <p:cNvGrpSpPr/>
            <p:nvPr/>
          </p:nvGrpSpPr>
          <p:grpSpPr>
            <a:xfrm>
              <a:off x="9762792" y="4038868"/>
              <a:ext cx="1130210" cy="2667900"/>
              <a:chOff x="9472118" y="702026"/>
              <a:chExt cx="1130210" cy="2667900"/>
            </a:xfrm>
          </p:grpSpPr>
          <p:sp>
            <p:nvSpPr>
              <p:cNvPr id="2042" name="Google Shape;2042;g101be01f4cc_0_1560"/>
              <p:cNvSpPr/>
              <p:nvPr/>
            </p:nvSpPr>
            <p:spPr>
              <a:xfrm>
                <a:off x="9485428" y="706056"/>
                <a:ext cx="1116900" cy="3705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g101be01f4cc_0_1560"/>
              <p:cNvSpPr txBox="1"/>
              <p:nvPr/>
            </p:nvSpPr>
            <p:spPr>
              <a:xfrm>
                <a:off x="9472118" y="702026"/>
                <a:ext cx="1117200" cy="266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44" name="Google Shape;2044;g101be01f4cc_0_1560"/>
              <p:cNvCxnSpPr/>
              <p:nvPr/>
            </p:nvCxnSpPr>
            <p:spPr>
              <a:xfrm>
                <a:off x="9477371" y="1076444"/>
                <a:ext cx="11238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045" name="Google Shape;2045;g101be01f4cc_0_1560"/>
              <p:cNvSpPr/>
              <p:nvPr/>
            </p:nvSpPr>
            <p:spPr>
              <a:xfrm>
                <a:off x="9479666" y="706055"/>
                <a:ext cx="1122600" cy="26190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046" name="Google Shape;2046;g101be01f4cc_0_1560"/>
          <p:cNvCxnSpPr>
            <a:stCxn id="2047" idx="2"/>
            <a:endCxn id="2047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8" name="Google Shape;2048;g101be01f4cc_0_1560"/>
          <p:cNvCxnSpPr>
            <a:stCxn id="2047" idx="1"/>
            <a:endCxn id="2047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7" name="Google Shape;2047;g101be01f4cc_0_1560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g101be01f4cc_0_1560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0" name="Google Shape;2050;g101be01f4cc_0_1560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2051" name="Google Shape;2051;g101be01f4cc_0_156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052" name="Google Shape;2052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053" name="Google Shape;2053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54" name="Google Shape;2054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55" name="Google Shape;2055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056" name="Google Shape;2056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7" name="Google Shape;2057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8" name="Google Shape;2058;g101be01f4cc_0_156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059" name="Google Shape;2059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0" name="Google Shape;2060;g101be01f4cc_0_156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61" name="Google Shape;2061;g101be01f4cc_0_156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062" name="Google Shape;2062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063" name="Google Shape;2063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64" name="Google Shape;2064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65" name="Google Shape;2065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066" name="Google Shape;2066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7" name="Google Shape;2067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68" name="Google Shape;2068;g101be01f4cc_0_156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069" name="Google Shape;2069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0" name="Google Shape;2070;g101be01f4cc_0_156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71" name="Google Shape;2071;g101be01f4cc_0_1560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2072" name="Google Shape;2072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073" name="Google Shape;2073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74" name="Google Shape;2074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75" name="Google Shape;2075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076" name="Google Shape;2076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7" name="Google Shape;2077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78" name="Google Shape;2078;g101be01f4cc_0_1560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2079" name="Google Shape;2079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0" name="Google Shape;2080;g101be01f4cc_0_1560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081" name="Google Shape;2081;g101be01f4cc_0_1560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g101be01f4cc_0_1560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g101be01f4cc_0_1560"/>
          <p:cNvSpPr txBox="1"/>
          <p:nvPr/>
        </p:nvSpPr>
        <p:spPr>
          <a:xfrm>
            <a:off x="3920218" y="485596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g101be01f4cc_0_1560"/>
          <p:cNvSpPr txBox="1"/>
          <p:nvPr/>
        </p:nvSpPr>
        <p:spPr>
          <a:xfrm>
            <a:off x="5855120" y="485789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g101be01f4cc_0_1560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g101be01f4cc_0_1560"/>
          <p:cNvSpPr txBox="1"/>
          <p:nvPr/>
        </p:nvSpPr>
        <p:spPr>
          <a:xfrm>
            <a:off x="5066110" y="399944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g101be01f4cc_0_1560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g101be01f4cc_0_1560"/>
          <p:cNvSpPr txBox="1"/>
          <p:nvPr/>
        </p:nvSpPr>
        <p:spPr>
          <a:xfrm>
            <a:off x="5068038" y="592276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g101be01f4cc_0_1560"/>
          <p:cNvSpPr txBox="1"/>
          <p:nvPr/>
        </p:nvSpPr>
        <p:spPr>
          <a:xfrm>
            <a:off x="7081390" y="590296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g101be01f4cc_0_1560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g101be01f4cc_0_1560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2" name="Google Shape;2092;g101be01f4cc_0_1560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2093" name="Google Shape;2093;g101be01f4cc_0_1560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4" name="Google Shape;2094;g101be01f4cc_0_1560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2095" name="Google Shape;2095;g101be01f4cc_0_1560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96" name="Google Shape;2096;g101be01f4cc_0_1560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97" name="Google Shape;2097;g101be01f4cc_0_1560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98" name="Google Shape;2098;g101be01f4cc_0_1560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99" name="Google Shape;2099;g101be01f4cc_0_1560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00" name="Google Shape;2100;g101be01f4cc_0_1560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01" name="Google Shape;2101;g101be01f4cc_0_1560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02" name="Google Shape;2102;g101be01f4cc_0_1560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03" name="Google Shape;2103;g101be01f4cc_0_1560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04" name="Google Shape;2104;g101be01f4cc_0_1560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05" name="Google Shape;2105;g101be01f4cc_0_1560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06" name="Google Shape;2106;g101be01f4cc_0_1560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07" name="Google Shape;2107;g101be01f4cc_0_1560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108" name="Google Shape;2108;g101be01f4cc_0_1560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109" name="Google Shape;2109;g101be01f4cc_0_1560"/>
          <p:cNvCxnSpPr/>
          <p:nvPr/>
        </p:nvCxnSpPr>
        <p:spPr>
          <a:xfrm>
            <a:off x="919556" y="1995948"/>
            <a:ext cx="0" cy="1959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0" name="Google Shape;2110;g101be01f4cc_0_1560"/>
          <p:cNvSpPr txBox="1"/>
          <p:nvPr/>
        </p:nvSpPr>
        <p:spPr>
          <a:xfrm flipH="1">
            <a:off x="348740" y="3078991"/>
            <a:ext cx="21957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e, computes: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g101be01f4cc_0_1560"/>
          <p:cNvSpPr/>
          <p:nvPr/>
        </p:nvSpPr>
        <p:spPr>
          <a:xfrm>
            <a:off x="4973224" y="193798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g101be01f4cc_0_1560"/>
          <p:cNvSpPr/>
          <p:nvPr/>
        </p:nvSpPr>
        <p:spPr>
          <a:xfrm rot="10800000">
            <a:off x="7631649" y="1919716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3" name="Google Shape;2113;g101be01f4cc_0_1560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2114" name="Google Shape;2114;g101be01f4cc_0_156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115" name="Google Shape;2115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116" name="Google Shape;2116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17" name="Google Shape;2117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18" name="Google Shape;2118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19" name="Google Shape;2119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0" name="Google Shape;2120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21" name="Google Shape;2121;g101be01f4cc_0_156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122" name="Google Shape;2122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3" name="Google Shape;2123;g101be01f4cc_0_156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24" name="Google Shape;2124;g101be01f4cc_0_156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125" name="Google Shape;2125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126" name="Google Shape;2126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27" name="Google Shape;2127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28" name="Google Shape;2128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29" name="Google Shape;2129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0" name="Google Shape;2130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31" name="Google Shape;2131;g101be01f4cc_0_156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132" name="Google Shape;2132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3" name="Google Shape;2133;g101be01f4cc_0_156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34" name="Google Shape;2134;g101be01f4cc_0_1560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2135" name="Google Shape;2135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136" name="Google Shape;2136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37" name="Google Shape;2137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38" name="Google Shape;2138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39" name="Google Shape;2139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0" name="Google Shape;2140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41" name="Google Shape;2141;g101be01f4cc_0_1560"/>
              <p:cNvGrpSpPr/>
              <p:nvPr/>
            </p:nvGrpSpPr>
            <p:grpSpPr>
              <a:xfrm>
                <a:off x="1464216" y="2507397"/>
                <a:ext cx="469383" cy="476250"/>
                <a:chOff x="2949" y="2425"/>
                <a:chExt cx="300" cy="300"/>
              </a:xfrm>
            </p:grpSpPr>
            <p:sp>
              <p:nvSpPr>
                <p:cNvPr id="2142" name="Google Shape;2142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3" name="Google Shape;2143;g101be01f4cc_0_1560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144" name="Google Shape;2144;g101be01f4cc_0_1560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2145" name="Google Shape;2145;g101be01f4cc_0_1560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146" name="Google Shape;2146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147" name="Google Shape;2147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48" name="Google Shape;2148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49" name="Google Shape;2149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50" name="Google Shape;2150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1" name="Google Shape;2151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52" name="Google Shape;2152;g101be01f4cc_0_1560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153" name="Google Shape;2153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4" name="Google Shape;2154;g101be01f4cc_0_1560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55" name="Google Shape;2155;g101be01f4cc_0_1560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156" name="Google Shape;2156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157" name="Google Shape;2157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58" name="Google Shape;2158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59" name="Google Shape;2159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60" name="Google Shape;2160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1" name="Google Shape;2161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62" name="Google Shape;2162;g101be01f4cc_0_1560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163" name="Google Shape;2163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4" name="Google Shape;2164;g101be01f4cc_0_1560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65" name="Google Shape;2165;g101be01f4cc_0_1560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2166" name="Google Shape;2166;g101be01f4cc_0_1560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167" name="Google Shape;2167;g101be01f4cc_0_1560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68" name="Google Shape;2168;g101be01f4cc_0_1560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69" name="Google Shape;2169;g101be01f4cc_0_1560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70" name="Google Shape;2170;g101be01f4cc_0_1560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1" name="Google Shape;2171;g101be01f4cc_0_1560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72" name="Google Shape;2172;g101be01f4cc_0_1560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2173" name="Google Shape;2173;g101be01f4cc_0_1560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4" name="Google Shape;2174;g101be01f4cc_0_1560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175" name="Google Shape;2175;g101be01f4cc_0_1560"/>
          <p:cNvSpPr/>
          <p:nvPr/>
        </p:nvSpPr>
        <p:spPr>
          <a:xfrm>
            <a:off x="3078478" y="2885440"/>
            <a:ext cx="5919426" cy="3820160"/>
          </a:xfrm>
          <a:custGeom>
            <a:rect b="b" l="l" r="r" t="t"/>
            <a:pathLst>
              <a:path extrusionOk="0" h="3820160" w="5760999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6" name="Google Shape;2176;g101be01f4cc_0_1560"/>
          <p:cNvGrpSpPr/>
          <p:nvPr/>
        </p:nvGrpSpPr>
        <p:grpSpPr>
          <a:xfrm>
            <a:off x="7010562" y="5133094"/>
            <a:ext cx="2128704" cy="1445311"/>
            <a:chOff x="7344204" y="108155"/>
            <a:chExt cx="2128704" cy="1445311"/>
          </a:xfrm>
        </p:grpSpPr>
        <p:sp>
          <p:nvSpPr>
            <p:cNvPr id="2177" name="Google Shape;2177;g101be01f4cc_0_1560"/>
            <p:cNvSpPr/>
            <p:nvPr/>
          </p:nvSpPr>
          <p:spPr>
            <a:xfrm>
              <a:off x="7413523" y="108155"/>
              <a:ext cx="1937100" cy="143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8" name="Google Shape;2178;g101be01f4cc_0_1560"/>
            <p:cNvGrpSpPr/>
            <p:nvPr/>
          </p:nvGrpSpPr>
          <p:grpSpPr>
            <a:xfrm>
              <a:off x="7344204" y="120836"/>
              <a:ext cx="2128704" cy="1432630"/>
              <a:chOff x="7344204" y="120836"/>
              <a:chExt cx="2128704" cy="1432630"/>
            </a:xfrm>
          </p:grpSpPr>
          <p:sp>
            <p:nvSpPr>
              <p:cNvPr id="2179" name="Google Shape;2179;g101be01f4cc_0_1560"/>
              <p:cNvSpPr/>
              <p:nvPr/>
            </p:nvSpPr>
            <p:spPr>
              <a:xfrm>
                <a:off x="7409951" y="124866"/>
                <a:ext cx="1940400" cy="3705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0" name="Google Shape;2180;g101be01f4cc_0_1560"/>
              <p:cNvSpPr txBox="1"/>
              <p:nvPr/>
            </p:nvSpPr>
            <p:spPr>
              <a:xfrm>
                <a:off x="7799764" y="120836"/>
                <a:ext cx="1117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b: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81" name="Google Shape;2181;g101be01f4cc_0_1560"/>
              <p:cNvCxnSpPr/>
              <p:nvPr/>
            </p:nvCxnSpPr>
            <p:spPr>
              <a:xfrm>
                <a:off x="7401895" y="495254"/>
                <a:ext cx="11238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182" name="Google Shape;2182;g101be01f4cc_0_1560"/>
              <p:cNvSpPr/>
              <p:nvPr/>
            </p:nvSpPr>
            <p:spPr>
              <a:xfrm>
                <a:off x="7404189" y="124866"/>
                <a:ext cx="1936500" cy="14286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3" name="Google Shape;2183;g101be01f4cc_0_1560"/>
              <p:cNvSpPr txBox="1"/>
              <p:nvPr/>
            </p:nvSpPr>
            <p:spPr>
              <a:xfrm>
                <a:off x="8362008" y="560500"/>
                <a:ext cx="1110900" cy="97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4" name="Google Shape;2184;g101be01f4cc_0_1560"/>
              <p:cNvSpPr txBox="1"/>
              <p:nvPr/>
            </p:nvSpPr>
            <p:spPr>
              <a:xfrm>
                <a:off x="7344204" y="557387"/>
                <a:ext cx="1117200" cy="97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8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85" name="Google Shape;2185;g101be01f4cc_0_1560"/>
          <p:cNvGrpSpPr/>
          <p:nvPr/>
        </p:nvGrpSpPr>
        <p:grpSpPr>
          <a:xfrm>
            <a:off x="6256951" y="3442327"/>
            <a:ext cx="531826" cy="419386"/>
            <a:chOff x="1348543" y="2507397"/>
            <a:chExt cx="603936" cy="476250"/>
          </a:xfrm>
        </p:grpSpPr>
        <p:grpSp>
          <p:nvGrpSpPr>
            <p:cNvPr id="2186" name="Google Shape;2186;g101be01f4cc_0_1560"/>
            <p:cNvGrpSpPr/>
            <p:nvPr/>
          </p:nvGrpSpPr>
          <p:grpSpPr>
            <a:xfrm>
              <a:off x="1348543" y="2555709"/>
              <a:ext cx="603936" cy="309144"/>
              <a:chOff x="5278570" y="2983486"/>
              <a:chExt cx="501650" cy="233475"/>
            </a:xfrm>
          </p:grpSpPr>
          <p:sp>
            <p:nvSpPr>
              <p:cNvPr id="2187" name="Google Shape;2187;g101be01f4cc_0_1560"/>
              <p:cNvSpPr/>
              <p:nvPr/>
            </p:nvSpPr>
            <p:spPr>
              <a:xfrm>
                <a:off x="5283332" y="3088261"/>
                <a:ext cx="496800" cy="12870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88" name="Google Shape;2188;g101be01f4cc_0_1560"/>
              <p:cNvCxnSpPr/>
              <p:nvPr/>
            </p:nvCxnSpPr>
            <p:spPr>
              <a:xfrm>
                <a:off x="5283332" y="3077148"/>
                <a:ext cx="0" cy="79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89" name="Google Shape;2189;g101be01f4cc_0_1560"/>
              <p:cNvCxnSpPr/>
              <p:nvPr/>
            </p:nvCxnSpPr>
            <p:spPr>
              <a:xfrm>
                <a:off x="5780220" y="3077148"/>
                <a:ext cx="0" cy="79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90" name="Google Shape;2190;g101be01f4cc_0_1560"/>
              <p:cNvSpPr/>
              <p:nvPr/>
            </p:nvSpPr>
            <p:spPr>
              <a:xfrm>
                <a:off x="5283332" y="3077148"/>
                <a:ext cx="492000" cy="7770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g101be01f4cc_0_1560"/>
              <p:cNvSpPr/>
              <p:nvPr/>
            </p:nvSpPr>
            <p:spPr>
              <a:xfrm>
                <a:off x="5278570" y="2983486"/>
                <a:ext cx="496800" cy="15090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2" name="Google Shape;2192;g101be01f4cc_0_1560"/>
            <p:cNvGrpSpPr/>
            <p:nvPr/>
          </p:nvGrpSpPr>
          <p:grpSpPr>
            <a:xfrm>
              <a:off x="1456374" y="2507397"/>
              <a:ext cx="469381" cy="476250"/>
              <a:chOff x="2944" y="2425"/>
              <a:chExt cx="300" cy="300"/>
            </a:xfrm>
          </p:grpSpPr>
          <p:sp>
            <p:nvSpPr>
              <p:cNvPr id="2193" name="Google Shape;2193;g101be01f4cc_0_1560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g101be01f4cc_0_1560"/>
              <p:cNvSpPr txBox="1"/>
              <p:nvPr/>
            </p:nvSpPr>
            <p:spPr>
              <a:xfrm>
                <a:off x="2944" y="242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95" name="Google Shape;2195;g101be01f4cc_0_1560"/>
          <p:cNvSpPr/>
          <p:nvPr/>
        </p:nvSpPr>
        <p:spPr>
          <a:xfrm rot="-5400000">
            <a:off x="6307384" y="303107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g101be01f4cc_0_1560"/>
          <p:cNvSpPr/>
          <p:nvPr/>
        </p:nvSpPr>
        <p:spPr>
          <a:xfrm>
            <a:off x="6784256" y="3016538"/>
            <a:ext cx="2899862" cy="2634390"/>
          </a:xfrm>
          <a:custGeom>
            <a:rect b="b" l="l" r="r" t="t"/>
            <a:pathLst>
              <a:path extrusionOk="0" h="2634390" w="2899862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g101be01f4cc_0_1560"/>
          <p:cNvSpPr/>
          <p:nvPr/>
        </p:nvSpPr>
        <p:spPr>
          <a:xfrm rot="-5400000">
            <a:off x="6612950" y="5410595"/>
            <a:ext cx="339600" cy="5607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8" name="Google Shape;2198;g101be01f4cc_0_1560"/>
          <p:cNvGrpSpPr/>
          <p:nvPr/>
        </p:nvGrpSpPr>
        <p:grpSpPr>
          <a:xfrm>
            <a:off x="751840" y="2113280"/>
            <a:ext cx="6014720" cy="4541400"/>
            <a:chOff x="751840" y="2113280"/>
            <a:chExt cx="6014720" cy="4541400"/>
          </a:xfrm>
        </p:grpSpPr>
        <p:sp>
          <p:nvSpPr>
            <p:cNvPr id="2199" name="Google Shape;2199;g101be01f4cc_0_1560"/>
            <p:cNvSpPr/>
            <p:nvPr/>
          </p:nvSpPr>
          <p:spPr>
            <a:xfrm>
              <a:off x="782320" y="3942080"/>
              <a:ext cx="5659200" cy="2712600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0" name="Google Shape;2200;g101be01f4cc_0_1560"/>
            <p:cNvSpPr/>
            <p:nvPr/>
          </p:nvSpPr>
          <p:spPr>
            <a:xfrm>
              <a:off x="751840" y="2113280"/>
              <a:ext cx="6014720" cy="1838960"/>
            </a:xfrm>
            <a:custGeom>
              <a:rect b="b" l="l" r="r" t="t"/>
              <a:pathLst>
                <a:path extrusionOk="0" h="1838960" w="601472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DDEAF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1" name="Google Shape;2201;g101be01f4cc_0_1560"/>
          <p:cNvGrpSpPr/>
          <p:nvPr/>
        </p:nvGrpSpPr>
        <p:grpSpPr>
          <a:xfrm>
            <a:off x="5852446" y="1758989"/>
            <a:ext cx="1198531" cy="1024796"/>
            <a:chOff x="9655277" y="2349909"/>
            <a:chExt cx="1198531" cy="1024796"/>
          </a:xfrm>
        </p:grpSpPr>
        <p:sp>
          <p:nvSpPr>
            <p:cNvPr id="2202" name="Google Shape;2202;g101be01f4cc_0_1560"/>
            <p:cNvSpPr/>
            <p:nvPr/>
          </p:nvSpPr>
          <p:spPr>
            <a:xfrm>
              <a:off x="9655277" y="2349909"/>
              <a:ext cx="1198531" cy="1024796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15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3" name="Google Shape;2203;g101be01f4cc_0_1560"/>
            <p:cNvSpPr txBox="1"/>
            <p:nvPr/>
          </p:nvSpPr>
          <p:spPr>
            <a:xfrm>
              <a:off x="9753600" y="2635045"/>
              <a:ext cx="1020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4" name="Google Shape;2204;g101be01f4cc_0_1560"/>
          <p:cNvSpPr txBox="1"/>
          <p:nvPr/>
        </p:nvSpPr>
        <p:spPr>
          <a:xfrm>
            <a:off x="6355429" y="1927737"/>
            <a:ext cx="3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g101be01f4cc_0_1560"/>
          <p:cNvSpPr txBox="1"/>
          <p:nvPr/>
        </p:nvSpPr>
        <p:spPr>
          <a:xfrm>
            <a:off x="894080" y="4021574"/>
            <a:ext cx="55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(a)}  = min{8,∞,∞} = 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g101be01f4cc_0_1560"/>
          <p:cNvSpPr txBox="1"/>
          <p:nvPr/>
        </p:nvSpPr>
        <p:spPr>
          <a:xfrm>
            <a:off x="894080" y="4346694"/>
            <a:ext cx="553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(c)}  = min{∞,1,∞} = 1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g101be01f4cc_0_1560"/>
          <p:cNvSpPr txBox="1"/>
          <p:nvPr/>
        </p:nvSpPr>
        <p:spPr>
          <a:xfrm>
            <a:off x="883920" y="4671814"/>
            <a:ext cx="55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(d)}  = min{9,2,∞} = 2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g101be01f4cc_0_1560"/>
          <p:cNvSpPr txBox="1"/>
          <p:nvPr/>
        </p:nvSpPr>
        <p:spPr>
          <a:xfrm>
            <a:off x="883920" y="5301734"/>
            <a:ext cx="54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(f)}  = min{∞,∞,2} = 2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g101be01f4cc_0_1560"/>
          <p:cNvSpPr txBox="1"/>
          <p:nvPr/>
        </p:nvSpPr>
        <p:spPr>
          <a:xfrm>
            <a:off x="894080" y="6244828"/>
            <a:ext cx="54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(i)}  = min{∞,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g101be01f4cc_0_1560"/>
          <p:cNvSpPr txBox="1"/>
          <p:nvPr/>
        </p:nvSpPr>
        <p:spPr>
          <a:xfrm>
            <a:off x="883920" y="5940028"/>
            <a:ext cx="554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(h)}  = min{∞,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∞, 2} = 2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g101be01f4cc_0_1560"/>
          <p:cNvSpPr txBox="1"/>
          <p:nvPr/>
        </p:nvSpPr>
        <p:spPr>
          <a:xfrm>
            <a:off x="894080" y="4976614"/>
            <a:ext cx="544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(e)}  = min{∞,∞,1} = 1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g101be01f4cc_0_1560"/>
          <p:cNvSpPr txBox="1"/>
          <p:nvPr/>
        </p:nvSpPr>
        <p:spPr>
          <a:xfrm>
            <a:off x="894080" y="5616694"/>
            <a:ext cx="554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(g)}  = min{∞,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3" name="Google Shape;2213;g101be01f4cc_0_1560"/>
          <p:cNvGrpSpPr/>
          <p:nvPr/>
        </p:nvGrpSpPr>
        <p:grpSpPr>
          <a:xfrm>
            <a:off x="6978316" y="4796590"/>
            <a:ext cx="1887865" cy="1515095"/>
            <a:chOff x="6978316" y="4796590"/>
            <a:chExt cx="1887865" cy="1515095"/>
          </a:xfrm>
        </p:grpSpPr>
        <p:sp>
          <p:nvSpPr>
            <p:cNvPr id="2214" name="Google Shape;2214;g101be01f4cc_0_1560"/>
            <p:cNvSpPr txBox="1"/>
            <p:nvPr/>
          </p:nvSpPr>
          <p:spPr>
            <a:xfrm>
              <a:off x="6978316" y="4796590"/>
              <a:ext cx="1339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New DV in 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g101be01f4cc_0_1560"/>
            <p:cNvSpPr/>
            <p:nvPr/>
          </p:nvSpPr>
          <p:spPr>
            <a:xfrm>
              <a:off x="8526735" y="5598159"/>
              <a:ext cx="275100" cy="263100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6" name="Google Shape;2216;g101be01f4cc_0_1560"/>
            <p:cNvSpPr/>
            <p:nvPr/>
          </p:nvSpPr>
          <p:spPr>
            <a:xfrm>
              <a:off x="7683455" y="6045199"/>
              <a:ext cx="275100" cy="263100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7" name="Google Shape;2217;g101be01f4cc_0_1560"/>
            <p:cNvSpPr/>
            <p:nvPr/>
          </p:nvSpPr>
          <p:spPr>
            <a:xfrm>
              <a:off x="8591081" y="6048585"/>
              <a:ext cx="275100" cy="263100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3" name="Google Shape;2223;g101be01f4cc_0_1774"/>
          <p:cNvGrpSpPr/>
          <p:nvPr/>
        </p:nvGrpSpPr>
        <p:grpSpPr>
          <a:xfrm>
            <a:off x="2827965" y="1130710"/>
            <a:ext cx="1547391" cy="2621130"/>
            <a:chOff x="3221255" y="1012723"/>
            <a:chExt cx="1547391" cy="2621130"/>
          </a:xfrm>
        </p:grpSpPr>
        <p:sp>
          <p:nvSpPr>
            <p:cNvPr id="2224" name="Google Shape;2224;g101be01f4cc_0_177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5" name="Google Shape;2225;g101be01f4cc_0_1774"/>
            <p:cNvGrpSpPr/>
            <p:nvPr/>
          </p:nvGrpSpPr>
          <p:grpSpPr>
            <a:xfrm>
              <a:off x="3221255" y="1012723"/>
              <a:ext cx="1172907" cy="2621130"/>
              <a:chOff x="3221255" y="1012723"/>
              <a:chExt cx="1172907" cy="2621130"/>
            </a:xfrm>
          </p:grpSpPr>
          <p:sp>
            <p:nvSpPr>
              <p:cNvPr id="2226" name="Google Shape;2226;g101be01f4cc_0_1774"/>
              <p:cNvSpPr/>
              <p:nvPr/>
            </p:nvSpPr>
            <p:spPr>
              <a:xfrm>
                <a:off x="3224981" y="1012723"/>
                <a:ext cx="1110900" cy="2418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27" name="Google Shape;2227;g101be01f4cc_0_1774"/>
              <p:cNvGrpSpPr/>
              <p:nvPr/>
            </p:nvGrpSpPr>
            <p:grpSpPr>
              <a:xfrm>
                <a:off x="3221255" y="1017253"/>
                <a:ext cx="1172907" cy="2616600"/>
                <a:chOff x="9477371" y="702026"/>
                <a:chExt cx="1172907" cy="2616600"/>
              </a:xfrm>
            </p:grpSpPr>
            <p:sp>
              <p:nvSpPr>
                <p:cNvPr id="2228" name="Google Shape;2228;g101be01f4cc_0_1774"/>
                <p:cNvSpPr/>
                <p:nvPr/>
              </p:nvSpPr>
              <p:spPr>
                <a:xfrm>
                  <a:off x="9485428" y="706056"/>
                  <a:ext cx="11169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9" name="Google Shape;2229;g101be01f4cc_0_1774"/>
                <p:cNvSpPr txBox="1"/>
                <p:nvPr/>
              </p:nvSpPr>
              <p:spPr>
                <a:xfrm>
                  <a:off x="9533078" y="702026"/>
                  <a:ext cx="1117200" cy="261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230" name="Google Shape;2230;g101be01f4cc_0_1774"/>
                <p:cNvCxnSpPr/>
                <p:nvPr/>
              </p:nvCxnSpPr>
              <p:spPr>
                <a:xfrm>
                  <a:off x="9477371" y="107644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231" name="Google Shape;2231;g101be01f4cc_0_1774"/>
                <p:cNvSpPr/>
                <p:nvPr/>
              </p:nvSpPr>
              <p:spPr>
                <a:xfrm>
                  <a:off x="9479666" y="706056"/>
                  <a:ext cx="1122600" cy="2589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232" name="Google Shape;2232;g101be01f4cc_0_1774"/>
          <p:cNvSpPr txBox="1"/>
          <p:nvPr>
            <p:ph type="title"/>
          </p:nvPr>
        </p:nvSpPr>
        <p:spPr>
          <a:xfrm>
            <a:off x="826624" y="174028"/>
            <a:ext cx="108933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cxnSp>
        <p:nvCxnSpPr>
          <p:cNvPr id="2233" name="Google Shape;2233;g101be01f4cc_0_1774"/>
          <p:cNvCxnSpPr>
            <a:stCxn id="2234" idx="2"/>
            <a:endCxn id="2234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35" name="Google Shape;2235;g101be01f4cc_0_1774"/>
          <p:cNvCxnSpPr>
            <a:stCxn id="2234" idx="1"/>
            <a:endCxn id="2234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4" name="Google Shape;2234;g101be01f4cc_0_1774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g101be01f4cc_0_1774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7" name="Google Shape;2237;g101be01f4cc_0_1774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2238" name="Google Shape;2238;g101be01f4cc_0_1774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239" name="Google Shape;2239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240" name="Google Shape;2240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241" name="Google Shape;2241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42" name="Google Shape;2242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243" name="Google Shape;2243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4" name="Google Shape;2244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45" name="Google Shape;2245;g101be01f4cc_0_1774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246" name="Google Shape;2246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7" name="Google Shape;2247;g101be01f4cc_0_1774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248" name="Google Shape;2248;g101be01f4cc_0_1774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249" name="Google Shape;2249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250" name="Google Shape;2250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251" name="Google Shape;2251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52" name="Google Shape;2252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253" name="Google Shape;2253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4" name="Google Shape;2254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55" name="Google Shape;2255;g101be01f4cc_0_1774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256" name="Google Shape;2256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7" name="Google Shape;2257;g101be01f4cc_0_1774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258" name="Google Shape;2258;g101be01f4cc_0_1774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2259" name="Google Shape;2259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260" name="Google Shape;2260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261" name="Google Shape;2261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62" name="Google Shape;2262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263" name="Google Shape;2263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4" name="Google Shape;2264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65" name="Google Shape;2265;g101be01f4cc_0_1774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2266" name="Google Shape;2266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7" name="Google Shape;2267;g101be01f4cc_0_1774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268" name="Google Shape;2268;g101be01f4cc_0_1774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g101be01f4cc_0_1774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g101be01f4cc_0_1774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g101be01f4cc_0_1774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g101be01f4cc_0_1774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g101be01f4cc_0_1774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g101be01f4cc_0_1774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g101be01f4cc_0_1774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g101be01f4cc_0_1774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g101be01f4cc_0_1774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g101be01f4cc_0_1774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9" name="Google Shape;2279;g101be01f4cc_0_1774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2280" name="Google Shape;2280;g101be01f4cc_0_1774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1" name="Google Shape;2281;g101be01f4cc_0_1774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2282" name="Google Shape;2282;g101be01f4cc_0_1774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83" name="Google Shape;2283;g101be01f4cc_0_1774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4" name="Google Shape;2284;g101be01f4cc_0_1774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5" name="Google Shape;2285;g101be01f4cc_0_1774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6" name="Google Shape;2286;g101be01f4cc_0_1774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7" name="Google Shape;2287;g101be01f4cc_0_1774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8" name="Google Shape;2288;g101be01f4cc_0_1774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9" name="Google Shape;2289;g101be01f4cc_0_1774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90" name="Google Shape;2290;g101be01f4cc_0_1774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91" name="Google Shape;2291;g101be01f4cc_0_1774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92" name="Google Shape;2292;g101be01f4cc_0_1774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93" name="Google Shape;2293;g101be01f4cc_0_1774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94" name="Google Shape;2294;g101be01f4cc_0_1774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295" name="Google Shape;2295;g101be01f4cc_0_1774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296" name="Google Shape;2296;g101be01f4cc_0_1774"/>
          <p:cNvCxnSpPr/>
          <p:nvPr/>
        </p:nvCxnSpPr>
        <p:spPr>
          <a:xfrm>
            <a:off x="919556" y="1995948"/>
            <a:ext cx="0" cy="1959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97" name="Google Shape;2297;g101be01f4cc_0_1774"/>
          <p:cNvSpPr/>
          <p:nvPr/>
        </p:nvSpPr>
        <p:spPr>
          <a:xfrm>
            <a:off x="6626942" y="275303"/>
            <a:ext cx="3038100" cy="6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8" name="Google Shape;2298;g101be01f4cc_0_1774"/>
          <p:cNvGrpSpPr/>
          <p:nvPr/>
        </p:nvGrpSpPr>
        <p:grpSpPr>
          <a:xfrm>
            <a:off x="6656438" y="235974"/>
            <a:ext cx="2492988" cy="1917291"/>
            <a:chOff x="7010400" y="108155"/>
            <a:chExt cx="2492988" cy="1917291"/>
          </a:xfrm>
        </p:grpSpPr>
        <p:sp>
          <p:nvSpPr>
            <p:cNvPr id="2299" name="Google Shape;2299;g101be01f4cc_0_1774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00" name="Google Shape;2300;g101be01f4cc_0_1774"/>
            <p:cNvGrpSpPr/>
            <p:nvPr/>
          </p:nvGrpSpPr>
          <p:grpSpPr>
            <a:xfrm>
              <a:off x="7323884" y="108155"/>
              <a:ext cx="2179504" cy="1445311"/>
              <a:chOff x="7323884" y="108155"/>
              <a:chExt cx="2179504" cy="1445311"/>
            </a:xfrm>
          </p:grpSpPr>
          <p:sp>
            <p:nvSpPr>
              <p:cNvPr id="2301" name="Google Shape;2301;g101be01f4cc_0_1774"/>
              <p:cNvSpPr/>
              <p:nvPr/>
            </p:nvSpPr>
            <p:spPr>
              <a:xfrm>
                <a:off x="7413523" y="108155"/>
                <a:ext cx="1937100" cy="143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02" name="Google Shape;2302;g101be01f4cc_0_1774"/>
              <p:cNvGrpSpPr/>
              <p:nvPr/>
            </p:nvGrpSpPr>
            <p:grpSpPr>
              <a:xfrm>
                <a:off x="7323884" y="120836"/>
                <a:ext cx="2179504" cy="1432630"/>
                <a:chOff x="7323884" y="120836"/>
                <a:chExt cx="2179504" cy="1432630"/>
              </a:xfrm>
            </p:grpSpPr>
            <p:sp>
              <p:nvSpPr>
                <p:cNvPr id="2303" name="Google Shape;2303;g101be01f4cc_0_1774"/>
                <p:cNvSpPr/>
                <p:nvPr/>
              </p:nvSpPr>
              <p:spPr>
                <a:xfrm>
                  <a:off x="7409951" y="124866"/>
                  <a:ext cx="19404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4" name="Google Shape;2304;g101be01f4cc_0_1774"/>
                <p:cNvSpPr txBox="1"/>
                <p:nvPr/>
              </p:nvSpPr>
              <p:spPr>
                <a:xfrm>
                  <a:off x="7799764" y="120836"/>
                  <a:ext cx="1117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05" name="Google Shape;2305;g101be01f4cc_0_1774"/>
                <p:cNvCxnSpPr/>
                <p:nvPr/>
              </p:nvCxnSpPr>
              <p:spPr>
                <a:xfrm>
                  <a:off x="7401895" y="49525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306" name="Google Shape;2306;g101be01f4cc_0_1774"/>
                <p:cNvSpPr/>
                <p:nvPr/>
              </p:nvSpPr>
              <p:spPr>
                <a:xfrm>
                  <a:off x="7404189" y="124866"/>
                  <a:ext cx="1936500" cy="1428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7" name="Google Shape;2307;g101be01f4cc_0_1774"/>
                <p:cNvSpPr txBox="1"/>
                <p:nvPr/>
              </p:nvSpPr>
              <p:spPr>
                <a:xfrm>
                  <a:off x="8392488" y="560500"/>
                  <a:ext cx="11109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8" name="Google Shape;2308;g101be01f4cc_0_1774"/>
                <p:cNvSpPr txBox="1"/>
                <p:nvPr/>
              </p:nvSpPr>
              <p:spPr>
                <a:xfrm>
                  <a:off x="7323884" y="557387"/>
                  <a:ext cx="11172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09" name="Google Shape;2309;g101be01f4cc_0_1774"/>
          <p:cNvSpPr txBox="1"/>
          <p:nvPr/>
        </p:nvSpPr>
        <p:spPr>
          <a:xfrm flipH="1">
            <a:off x="348740" y="3078991"/>
            <a:ext cx="2195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receives DVs from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g101be01f4cc_0_1774"/>
          <p:cNvSpPr/>
          <p:nvPr/>
        </p:nvSpPr>
        <p:spPr>
          <a:xfrm rot="-5400000">
            <a:off x="6346709" y="3406989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g101be01f4cc_0_1774"/>
          <p:cNvSpPr/>
          <p:nvPr/>
        </p:nvSpPr>
        <p:spPr>
          <a:xfrm>
            <a:off x="4973224" y="193798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g101be01f4cc_0_1774"/>
          <p:cNvSpPr/>
          <p:nvPr/>
        </p:nvSpPr>
        <p:spPr>
          <a:xfrm rot="10800000">
            <a:off x="7631649" y="1919716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3" name="Google Shape;2313;g101be01f4cc_0_1774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2314" name="Google Shape;2314;g101be01f4cc_0_1774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315" name="Google Shape;2315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316" name="Google Shape;2316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17" name="Google Shape;2317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18" name="Google Shape;2318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19" name="Google Shape;2319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0" name="Google Shape;2320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21" name="Google Shape;2321;g101be01f4cc_0_1774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322" name="Google Shape;2322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3" name="Google Shape;2323;g101be01f4cc_0_1774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24" name="Google Shape;2324;g101be01f4cc_0_1774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325" name="Google Shape;2325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326" name="Google Shape;2326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27" name="Google Shape;2327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28" name="Google Shape;2328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29" name="Google Shape;2329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0" name="Google Shape;2330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31" name="Google Shape;2331;g101be01f4cc_0_1774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332" name="Google Shape;2332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3" name="Google Shape;2333;g101be01f4cc_0_1774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34" name="Google Shape;2334;g101be01f4cc_0_1774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2335" name="Google Shape;2335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336" name="Google Shape;2336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37" name="Google Shape;2337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38" name="Google Shape;2338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39" name="Google Shape;2339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0" name="Google Shape;2340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41" name="Google Shape;2341;g101be01f4cc_0_1774"/>
              <p:cNvGrpSpPr/>
              <p:nvPr/>
            </p:nvGrpSpPr>
            <p:grpSpPr>
              <a:xfrm>
                <a:off x="1464216" y="2507397"/>
                <a:ext cx="469383" cy="476250"/>
                <a:chOff x="2949" y="2425"/>
                <a:chExt cx="300" cy="300"/>
              </a:xfrm>
            </p:grpSpPr>
            <p:sp>
              <p:nvSpPr>
                <p:cNvPr id="2342" name="Google Shape;2342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3" name="Google Shape;2343;g101be01f4cc_0_1774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344" name="Google Shape;2344;g101be01f4cc_0_1774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2345" name="Google Shape;2345;g101be01f4cc_0_1774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346" name="Google Shape;2346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347" name="Google Shape;2347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48" name="Google Shape;2348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49" name="Google Shape;2349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50" name="Google Shape;2350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1" name="Google Shape;2351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52" name="Google Shape;2352;g101be01f4cc_0_1774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353" name="Google Shape;2353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4" name="Google Shape;2354;g101be01f4cc_0_1774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55" name="Google Shape;2355;g101be01f4cc_0_1774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356" name="Google Shape;2356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357" name="Google Shape;2357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58" name="Google Shape;2358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59" name="Google Shape;2359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60" name="Google Shape;2360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1" name="Google Shape;2361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62" name="Google Shape;2362;g101be01f4cc_0_1774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363" name="Google Shape;2363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4" name="Google Shape;2364;g101be01f4cc_0_1774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65" name="Google Shape;2365;g101be01f4cc_0_1774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2366" name="Google Shape;2366;g101be01f4cc_0_1774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367" name="Google Shape;2367;g101be01f4cc_0_1774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68" name="Google Shape;2368;g101be01f4cc_0_1774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69" name="Google Shape;2369;g101be01f4cc_0_1774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70" name="Google Shape;2370;g101be01f4cc_0_1774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1" name="Google Shape;2371;g101be01f4cc_0_1774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72" name="Google Shape;2372;g101be01f4cc_0_1774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2373" name="Google Shape;2373;g101be01f4cc_0_1774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4" name="Google Shape;2374;g101be01f4cc_0_1774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375" name="Google Shape;2375;g101be01f4cc_0_1774"/>
          <p:cNvGrpSpPr/>
          <p:nvPr/>
        </p:nvGrpSpPr>
        <p:grpSpPr>
          <a:xfrm>
            <a:off x="8740877" y="219997"/>
            <a:ext cx="2045100" cy="2667900"/>
            <a:chOff x="8740877" y="219997"/>
            <a:chExt cx="2045100" cy="2667900"/>
          </a:xfrm>
        </p:grpSpPr>
        <p:sp>
          <p:nvSpPr>
            <p:cNvPr id="2376" name="Google Shape;2376;g101be01f4cc_0_1774"/>
            <p:cNvSpPr/>
            <p:nvPr/>
          </p:nvSpPr>
          <p:spPr>
            <a:xfrm>
              <a:off x="8740877" y="247036"/>
              <a:ext cx="924331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77" name="Google Shape;2377;g101be01f4cc_0_1774"/>
            <p:cNvGrpSpPr/>
            <p:nvPr/>
          </p:nvGrpSpPr>
          <p:grpSpPr>
            <a:xfrm>
              <a:off x="9636528" y="219997"/>
              <a:ext cx="1149449" cy="2667900"/>
              <a:chOff x="9764348" y="1447800"/>
              <a:chExt cx="1149449" cy="2667900"/>
            </a:xfrm>
          </p:grpSpPr>
          <p:sp>
            <p:nvSpPr>
              <p:cNvPr id="2378" name="Google Shape;2378;g101be01f4cc_0_1774"/>
              <p:cNvSpPr/>
              <p:nvPr/>
            </p:nvSpPr>
            <p:spPr>
              <a:xfrm>
                <a:off x="9783097" y="1447800"/>
                <a:ext cx="1130700" cy="2426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79" name="Google Shape;2379;g101be01f4cc_0_1774"/>
              <p:cNvGrpSpPr/>
              <p:nvPr/>
            </p:nvGrpSpPr>
            <p:grpSpPr>
              <a:xfrm>
                <a:off x="9764348" y="1447800"/>
                <a:ext cx="1130209" cy="2667900"/>
                <a:chOff x="9472119" y="702026"/>
                <a:chExt cx="1130209" cy="2667900"/>
              </a:xfrm>
            </p:grpSpPr>
            <p:sp>
              <p:nvSpPr>
                <p:cNvPr id="2380" name="Google Shape;2380;g101be01f4cc_0_1774"/>
                <p:cNvSpPr/>
                <p:nvPr/>
              </p:nvSpPr>
              <p:spPr>
                <a:xfrm>
                  <a:off x="9485428" y="706056"/>
                  <a:ext cx="11169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1" name="Google Shape;2381;g101be01f4cc_0_1774"/>
                <p:cNvSpPr txBox="1"/>
                <p:nvPr/>
              </p:nvSpPr>
              <p:spPr>
                <a:xfrm>
                  <a:off x="9472119" y="702026"/>
                  <a:ext cx="1088100" cy="266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382" name="Google Shape;2382;g101be01f4cc_0_1774"/>
                <p:cNvCxnSpPr/>
                <p:nvPr/>
              </p:nvCxnSpPr>
              <p:spPr>
                <a:xfrm>
                  <a:off x="9477371" y="107644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383" name="Google Shape;2383;g101be01f4cc_0_1774"/>
                <p:cNvSpPr/>
                <p:nvPr/>
              </p:nvSpPr>
              <p:spPr>
                <a:xfrm>
                  <a:off x="9479666" y="706055"/>
                  <a:ext cx="1122600" cy="26208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84" name="Google Shape;2384;g101be01f4cc_0_1774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5" name="Google Shape;2385;g101be01f4cc_0_1774"/>
          <p:cNvGrpSpPr/>
          <p:nvPr/>
        </p:nvGrpSpPr>
        <p:grpSpPr>
          <a:xfrm>
            <a:off x="9654637" y="3018176"/>
            <a:ext cx="1131437" cy="2675542"/>
            <a:chOff x="9762792" y="4031226"/>
            <a:chExt cx="1131437" cy="2675542"/>
          </a:xfrm>
        </p:grpSpPr>
        <p:sp>
          <p:nvSpPr>
            <p:cNvPr id="2386" name="Google Shape;2386;g101be01f4cc_0_1774"/>
            <p:cNvSpPr/>
            <p:nvPr/>
          </p:nvSpPr>
          <p:spPr>
            <a:xfrm>
              <a:off x="9792929" y="4031226"/>
              <a:ext cx="1101300" cy="238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87" name="Google Shape;2387;g101be01f4cc_0_1774"/>
            <p:cNvGrpSpPr/>
            <p:nvPr/>
          </p:nvGrpSpPr>
          <p:grpSpPr>
            <a:xfrm>
              <a:off x="9762792" y="4038868"/>
              <a:ext cx="1130210" cy="2667900"/>
              <a:chOff x="9472118" y="702026"/>
              <a:chExt cx="1130210" cy="2667900"/>
            </a:xfrm>
          </p:grpSpPr>
          <p:sp>
            <p:nvSpPr>
              <p:cNvPr id="2388" name="Google Shape;2388;g101be01f4cc_0_1774"/>
              <p:cNvSpPr/>
              <p:nvPr/>
            </p:nvSpPr>
            <p:spPr>
              <a:xfrm>
                <a:off x="9485428" y="706056"/>
                <a:ext cx="1116900" cy="3705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9" name="Google Shape;2389;g101be01f4cc_0_1774"/>
              <p:cNvSpPr txBox="1"/>
              <p:nvPr/>
            </p:nvSpPr>
            <p:spPr>
              <a:xfrm>
                <a:off x="9472118" y="702026"/>
                <a:ext cx="1117200" cy="266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90" name="Google Shape;2390;g101be01f4cc_0_1774"/>
              <p:cNvCxnSpPr/>
              <p:nvPr/>
            </p:nvCxnSpPr>
            <p:spPr>
              <a:xfrm>
                <a:off x="9477371" y="1076444"/>
                <a:ext cx="11238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391" name="Google Shape;2391;g101be01f4cc_0_1774"/>
              <p:cNvSpPr/>
              <p:nvPr/>
            </p:nvSpPr>
            <p:spPr>
              <a:xfrm>
                <a:off x="9479666" y="706055"/>
                <a:ext cx="1122600" cy="26190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92" name="Google Shape;2392;g101be01f4cc_0_1774"/>
          <p:cNvSpPr/>
          <p:nvPr/>
        </p:nvSpPr>
        <p:spPr>
          <a:xfrm>
            <a:off x="6977380" y="192782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g101be01f4cc_0_1948"/>
          <p:cNvSpPr txBox="1"/>
          <p:nvPr>
            <p:ph type="title"/>
          </p:nvPr>
        </p:nvSpPr>
        <p:spPr>
          <a:xfrm>
            <a:off x="826624" y="174028"/>
            <a:ext cx="108933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cxnSp>
        <p:nvCxnSpPr>
          <p:cNvPr id="2399" name="Google Shape;2399;g101be01f4cc_0_1948"/>
          <p:cNvCxnSpPr>
            <a:stCxn id="2400" idx="2"/>
            <a:endCxn id="2400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01" name="Google Shape;2401;g101be01f4cc_0_1948"/>
          <p:cNvCxnSpPr>
            <a:stCxn id="2400" idx="1"/>
            <a:endCxn id="2400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00" name="Google Shape;2400;g101be01f4cc_0_1948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g101be01f4cc_0_1948"/>
          <p:cNvSpPr/>
          <p:nvPr/>
        </p:nvSpPr>
        <p:spPr>
          <a:xfrm>
            <a:off x="8380337" y="222079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3" name="Google Shape;2403;g101be01f4cc_0_1948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2404" name="Google Shape;2404;g101be01f4cc_0_194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405" name="Google Shape;2405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406" name="Google Shape;2406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07" name="Google Shape;2407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08" name="Google Shape;2408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09" name="Google Shape;2409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0" name="Google Shape;2410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11" name="Google Shape;2411;g101be01f4cc_0_194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412" name="Google Shape;2412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3" name="Google Shape;2413;g101be01f4cc_0_194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14" name="Google Shape;2414;g101be01f4cc_0_194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415" name="Google Shape;2415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416" name="Google Shape;2416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17" name="Google Shape;2417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18" name="Google Shape;2418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19" name="Google Shape;2419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0" name="Google Shape;2420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21" name="Google Shape;2421;g101be01f4cc_0_194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422" name="Google Shape;2422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3" name="Google Shape;2423;g101be01f4cc_0_194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24" name="Google Shape;2424;g101be01f4cc_0_1948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2425" name="Google Shape;2425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426" name="Google Shape;2426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27" name="Google Shape;2427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28" name="Google Shape;2428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29" name="Google Shape;2429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0" name="Google Shape;2430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31" name="Google Shape;2431;g101be01f4cc_0_1948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2432" name="Google Shape;2432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3" name="Google Shape;2433;g101be01f4cc_0_1948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434" name="Google Shape;2434;g101be01f4cc_0_1948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g101be01f4cc_0_1948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g101be01f4cc_0_1948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g101be01f4cc_0_1948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8" name="Google Shape;2438;g101be01f4cc_0_1948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2439" name="Google Shape;2439;g101be01f4cc_0_1948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40" name="Google Shape;2440;g101be01f4cc_0_1948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2441" name="Google Shape;2441;g101be01f4cc_0_1948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42" name="Google Shape;2442;g101be01f4cc_0_1948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3" name="Google Shape;2443;g101be01f4cc_0_1948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4" name="Google Shape;2444;g101be01f4cc_0_1948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5" name="Google Shape;2445;g101be01f4cc_0_1948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6" name="Google Shape;2446;g101be01f4cc_0_1948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7" name="Google Shape;2447;g101be01f4cc_0_1948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8" name="Google Shape;2448;g101be01f4cc_0_1948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9" name="Google Shape;2449;g101be01f4cc_0_1948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0" name="Google Shape;2450;g101be01f4cc_0_1948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1" name="Google Shape;2451;g101be01f4cc_0_1948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2" name="Google Shape;2452;g101be01f4cc_0_1948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3" name="Google Shape;2453;g101be01f4cc_0_1948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454" name="Google Shape;2454;g101be01f4cc_0_1948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455" name="Google Shape;2455;g101be01f4cc_0_1948"/>
          <p:cNvCxnSpPr/>
          <p:nvPr/>
        </p:nvCxnSpPr>
        <p:spPr>
          <a:xfrm>
            <a:off x="919556" y="1995948"/>
            <a:ext cx="0" cy="1959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6" name="Google Shape;2456;g101be01f4cc_0_1948"/>
          <p:cNvSpPr/>
          <p:nvPr/>
        </p:nvSpPr>
        <p:spPr>
          <a:xfrm>
            <a:off x="6626942" y="275303"/>
            <a:ext cx="3038100" cy="6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7" name="Google Shape;2457;g101be01f4cc_0_1948"/>
          <p:cNvGrpSpPr/>
          <p:nvPr/>
        </p:nvGrpSpPr>
        <p:grpSpPr>
          <a:xfrm>
            <a:off x="6656438" y="235974"/>
            <a:ext cx="2492988" cy="1917291"/>
            <a:chOff x="7010400" y="108155"/>
            <a:chExt cx="2492988" cy="1917291"/>
          </a:xfrm>
        </p:grpSpPr>
        <p:sp>
          <p:nvSpPr>
            <p:cNvPr id="2458" name="Google Shape;2458;g101be01f4cc_0_1948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9" name="Google Shape;2459;g101be01f4cc_0_1948"/>
            <p:cNvGrpSpPr/>
            <p:nvPr/>
          </p:nvGrpSpPr>
          <p:grpSpPr>
            <a:xfrm>
              <a:off x="7323884" y="108155"/>
              <a:ext cx="2179504" cy="1445311"/>
              <a:chOff x="7323884" y="108155"/>
              <a:chExt cx="2179504" cy="1445311"/>
            </a:xfrm>
          </p:grpSpPr>
          <p:sp>
            <p:nvSpPr>
              <p:cNvPr id="2460" name="Google Shape;2460;g101be01f4cc_0_1948"/>
              <p:cNvSpPr/>
              <p:nvPr/>
            </p:nvSpPr>
            <p:spPr>
              <a:xfrm>
                <a:off x="7413523" y="108155"/>
                <a:ext cx="1937100" cy="143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61" name="Google Shape;2461;g101be01f4cc_0_1948"/>
              <p:cNvGrpSpPr/>
              <p:nvPr/>
            </p:nvGrpSpPr>
            <p:grpSpPr>
              <a:xfrm>
                <a:off x="7323884" y="120836"/>
                <a:ext cx="2179504" cy="1432630"/>
                <a:chOff x="7323884" y="120836"/>
                <a:chExt cx="2179504" cy="1432630"/>
              </a:xfrm>
            </p:grpSpPr>
            <p:sp>
              <p:nvSpPr>
                <p:cNvPr id="2462" name="Google Shape;2462;g101be01f4cc_0_1948"/>
                <p:cNvSpPr/>
                <p:nvPr/>
              </p:nvSpPr>
              <p:spPr>
                <a:xfrm>
                  <a:off x="7409951" y="124866"/>
                  <a:ext cx="19404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3" name="Google Shape;2463;g101be01f4cc_0_1948"/>
                <p:cNvSpPr txBox="1"/>
                <p:nvPr/>
              </p:nvSpPr>
              <p:spPr>
                <a:xfrm>
                  <a:off x="7799764" y="120836"/>
                  <a:ext cx="1117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64" name="Google Shape;2464;g101be01f4cc_0_1948"/>
                <p:cNvCxnSpPr/>
                <p:nvPr/>
              </p:nvCxnSpPr>
              <p:spPr>
                <a:xfrm>
                  <a:off x="7401895" y="49525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465" name="Google Shape;2465;g101be01f4cc_0_1948"/>
                <p:cNvSpPr/>
                <p:nvPr/>
              </p:nvSpPr>
              <p:spPr>
                <a:xfrm>
                  <a:off x="7404189" y="124866"/>
                  <a:ext cx="1936500" cy="1428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6" name="Google Shape;2466;g101be01f4cc_0_1948"/>
                <p:cNvSpPr txBox="1"/>
                <p:nvPr/>
              </p:nvSpPr>
              <p:spPr>
                <a:xfrm>
                  <a:off x="8392488" y="560500"/>
                  <a:ext cx="11109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7" name="Google Shape;2467;g101be01f4cc_0_1948"/>
                <p:cNvSpPr txBox="1"/>
                <p:nvPr/>
              </p:nvSpPr>
              <p:spPr>
                <a:xfrm>
                  <a:off x="7323884" y="557387"/>
                  <a:ext cx="11172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468" name="Google Shape;2468;g101be01f4cc_0_1948"/>
          <p:cNvSpPr txBox="1"/>
          <p:nvPr/>
        </p:nvSpPr>
        <p:spPr>
          <a:xfrm flipH="1">
            <a:off x="348740" y="3078991"/>
            <a:ext cx="2195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receives DVs from b computes: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9" name="Google Shape;2469;g101be01f4cc_0_1948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2470" name="Google Shape;2470;g101be01f4cc_0_194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471" name="Google Shape;2471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472" name="Google Shape;2472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73" name="Google Shape;2473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74" name="Google Shape;2474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75" name="Google Shape;2475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6" name="Google Shape;2476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77" name="Google Shape;2477;g101be01f4cc_0_194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478" name="Google Shape;2478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9" name="Google Shape;2479;g101be01f4cc_0_194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80" name="Google Shape;2480;g101be01f4cc_0_194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481" name="Google Shape;2481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482" name="Google Shape;2482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83" name="Google Shape;2483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84" name="Google Shape;2484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85" name="Google Shape;2485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6" name="Google Shape;2486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87" name="Google Shape;2487;g101be01f4cc_0_194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488" name="Google Shape;2488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9" name="Google Shape;2489;g101be01f4cc_0_194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90" name="Google Shape;2490;g101be01f4cc_0_1948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2491" name="Google Shape;2491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492" name="Google Shape;2492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93" name="Google Shape;2493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94" name="Google Shape;2494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95" name="Google Shape;2495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6" name="Google Shape;2496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97" name="Google Shape;2497;g101be01f4cc_0_1948"/>
              <p:cNvGrpSpPr/>
              <p:nvPr/>
            </p:nvGrpSpPr>
            <p:grpSpPr>
              <a:xfrm>
                <a:off x="1464216" y="2507397"/>
                <a:ext cx="469383" cy="476250"/>
                <a:chOff x="2949" y="2425"/>
                <a:chExt cx="300" cy="300"/>
              </a:xfrm>
            </p:grpSpPr>
            <p:sp>
              <p:nvSpPr>
                <p:cNvPr id="2498" name="Google Shape;2498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9" name="Google Shape;2499;g101be01f4cc_0_1948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00" name="Google Shape;2500;g101be01f4cc_0_1948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2501" name="Google Shape;2501;g101be01f4cc_0_1948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502" name="Google Shape;2502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503" name="Google Shape;2503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04" name="Google Shape;2504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05" name="Google Shape;2505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506" name="Google Shape;2506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7" name="Google Shape;2507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8" name="Google Shape;2508;g101be01f4cc_0_1948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509" name="Google Shape;2509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0" name="Google Shape;2510;g101be01f4cc_0_1948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11" name="Google Shape;2511;g101be01f4cc_0_1948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512" name="Google Shape;2512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513" name="Google Shape;2513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14" name="Google Shape;2514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15" name="Google Shape;2515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516" name="Google Shape;2516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7" name="Google Shape;2517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8" name="Google Shape;2518;g101be01f4cc_0_1948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519" name="Google Shape;2519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0" name="Google Shape;2520;g101be01f4cc_0_1948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21" name="Google Shape;2521;g101be01f4cc_0_1948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2522" name="Google Shape;2522;g101be01f4cc_0_1948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523" name="Google Shape;2523;g101be01f4cc_0_1948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24" name="Google Shape;2524;g101be01f4cc_0_1948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25" name="Google Shape;2525;g101be01f4cc_0_1948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526" name="Google Shape;2526;g101be01f4cc_0_1948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7" name="Google Shape;2527;g101be01f4cc_0_1948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8" name="Google Shape;2528;g101be01f4cc_0_1948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2529" name="Google Shape;2529;g101be01f4cc_0_1948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0" name="Google Shape;2530;g101be01f4cc_0_1948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31" name="Google Shape;2531;g101be01f4cc_0_1948"/>
          <p:cNvGrpSpPr/>
          <p:nvPr/>
        </p:nvGrpSpPr>
        <p:grpSpPr>
          <a:xfrm>
            <a:off x="8740877" y="219997"/>
            <a:ext cx="2045100" cy="2667900"/>
            <a:chOff x="8740877" y="219997"/>
            <a:chExt cx="2045100" cy="2667900"/>
          </a:xfrm>
        </p:grpSpPr>
        <p:sp>
          <p:nvSpPr>
            <p:cNvPr id="2532" name="Google Shape;2532;g101be01f4cc_0_1948"/>
            <p:cNvSpPr/>
            <p:nvPr/>
          </p:nvSpPr>
          <p:spPr>
            <a:xfrm>
              <a:off x="8740877" y="247036"/>
              <a:ext cx="924331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3" name="Google Shape;2533;g101be01f4cc_0_1948"/>
            <p:cNvGrpSpPr/>
            <p:nvPr/>
          </p:nvGrpSpPr>
          <p:grpSpPr>
            <a:xfrm>
              <a:off x="9636528" y="219997"/>
              <a:ext cx="1149449" cy="2667900"/>
              <a:chOff x="9764348" y="1447800"/>
              <a:chExt cx="1149449" cy="2667900"/>
            </a:xfrm>
          </p:grpSpPr>
          <p:sp>
            <p:nvSpPr>
              <p:cNvPr id="2534" name="Google Shape;2534;g101be01f4cc_0_1948"/>
              <p:cNvSpPr/>
              <p:nvPr/>
            </p:nvSpPr>
            <p:spPr>
              <a:xfrm>
                <a:off x="9783097" y="1447800"/>
                <a:ext cx="1130700" cy="2426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35" name="Google Shape;2535;g101be01f4cc_0_1948"/>
              <p:cNvGrpSpPr/>
              <p:nvPr/>
            </p:nvGrpSpPr>
            <p:grpSpPr>
              <a:xfrm>
                <a:off x="9764348" y="1447800"/>
                <a:ext cx="1130209" cy="2667900"/>
                <a:chOff x="9472119" y="702026"/>
                <a:chExt cx="1130209" cy="2667900"/>
              </a:xfrm>
            </p:grpSpPr>
            <p:sp>
              <p:nvSpPr>
                <p:cNvPr id="2536" name="Google Shape;2536;g101be01f4cc_0_1948"/>
                <p:cNvSpPr/>
                <p:nvPr/>
              </p:nvSpPr>
              <p:spPr>
                <a:xfrm>
                  <a:off x="9485428" y="706056"/>
                  <a:ext cx="11169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7" name="Google Shape;2537;g101be01f4cc_0_1948"/>
                <p:cNvSpPr txBox="1"/>
                <p:nvPr/>
              </p:nvSpPr>
              <p:spPr>
                <a:xfrm>
                  <a:off x="9472119" y="702026"/>
                  <a:ext cx="1088100" cy="266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538" name="Google Shape;2538;g101be01f4cc_0_1948"/>
                <p:cNvCxnSpPr/>
                <p:nvPr/>
              </p:nvCxnSpPr>
              <p:spPr>
                <a:xfrm>
                  <a:off x="9477371" y="107644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539" name="Google Shape;2539;g101be01f4cc_0_1948"/>
                <p:cNvSpPr/>
                <p:nvPr/>
              </p:nvSpPr>
              <p:spPr>
                <a:xfrm>
                  <a:off x="9479666" y="706055"/>
                  <a:ext cx="1122600" cy="26208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540" name="Google Shape;2540;g101be01f4cc_0_1948"/>
          <p:cNvSpPr/>
          <p:nvPr/>
        </p:nvSpPr>
        <p:spPr>
          <a:xfrm>
            <a:off x="6977380" y="1927827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g101be01f4cc_0_1948"/>
          <p:cNvSpPr/>
          <p:nvPr/>
        </p:nvSpPr>
        <p:spPr>
          <a:xfrm>
            <a:off x="3281678" y="1747520"/>
            <a:ext cx="5919426" cy="4988560"/>
          </a:xfrm>
          <a:custGeom>
            <a:rect b="b" l="l" r="r" t="t"/>
            <a:pathLst>
              <a:path extrusionOk="0" h="4988560" w="5760999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g101be01f4cc_0_1948"/>
          <p:cNvSpPr/>
          <p:nvPr/>
        </p:nvSpPr>
        <p:spPr>
          <a:xfrm>
            <a:off x="3068320" y="3810000"/>
            <a:ext cx="3535800" cy="271260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g101be01f4cc_0_1948"/>
          <p:cNvSpPr txBox="1"/>
          <p:nvPr/>
        </p:nvSpPr>
        <p:spPr>
          <a:xfrm>
            <a:off x="3180080" y="3889494"/>
            <a:ext cx="335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(a}} = 1 + 8 = 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4" name="Google Shape;2544;g101be01f4cc_0_1948"/>
          <p:cNvSpPr txBox="1"/>
          <p:nvPr/>
        </p:nvSpPr>
        <p:spPr>
          <a:xfrm>
            <a:off x="3180080" y="4214614"/>
            <a:ext cx="335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(b)} = 1 + 0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g101be01f4cc_0_1948"/>
          <p:cNvSpPr txBox="1"/>
          <p:nvPr/>
        </p:nvSpPr>
        <p:spPr>
          <a:xfrm>
            <a:off x="3169920" y="4539734"/>
            <a:ext cx="344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g101be01f4cc_0_1948"/>
          <p:cNvSpPr txBox="1"/>
          <p:nvPr/>
        </p:nvSpPr>
        <p:spPr>
          <a:xfrm>
            <a:off x="3180080" y="4844534"/>
            <a:ext cx="327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(e)} = 1 + 1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g101be01f4cc_0_1948"/>
          <p:cNvSpPr txBox="1"/>
          <p:nvPr/>
        </p:nvSpPr>
        <p:spPr>
          <a:xfrm>
            <a:off x="3169920" y="5169654"/>
            <a:ext cx="336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g101be01f4cc_0_1948"/>
          <p:cNvSpPr txBox="1"/>
          <p:nvPr/>
        </p:nvSpPr>
        <p:spPr>
          <a:xfrm>
            <a:off x="3180080" y="5484614"/>
            <a:ext cx="322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9" name="Google Shape;2549;g101be01f4cc_0_1948"/>
          <p:cNvSpPr txBox="1"/>
          <p:nvPr/>
        </p:nvSpPr>
        <p:spPr>
          <a:xfrm>
            <a:off x="3180080" y="6112748"/>
            <a:ext cx="337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g101be01f4cc_0_1948"/>
          <p:cNvSpPr txBox="1"/>
          <p:nvPr/>
        </p:nvSpPr>
        <p:spPr>
          <a:xfrm>
            <a:off x="3169920" y="5807948"/>
            <a:ext cx="338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1" name="Google Shape;2551;g101be01f4cc_0_1948"/>
          <p:cNvSpPr/>
          <p:nvPr/>
        </p:nvSpPr>
        <p:spPr>
          <a:xfrm rot="-5400000">
            <a:off x="6704390" y="5410595"/>
            <a:ext cx="339600" cy="5607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2" name="Google Shape;2552;g101be01f4cc_0_1948"/>
          <p:cNvGrpSpPr/>
          <p:nvPr/>
        </p:nvGrpSpPr>
        <p:grpSpPr>
          <a:xfrm>
            <a:off x="7147328" y="3969037"/>
            <a:ext cx="1149449" cy="2667900"/>
            <a:chOff x="9764348" y="1447800"/>
            <a:chExt cx="1149449" cy="2667900"/>
          </a:xfrm>
        </p:grpSpPr>
        <p:sp>
          <p:nvSpPr>
            <p:cNvPr id="2553" name="Google Shape;2553;g101be01f4cc_0_1948"/>
            <p:cNvSpPr/>
            <p:nvPr/>
          </p:nvSpPr>
          <p:spPr>
            <a:xfrm>
              <a:off x="9783097" y="1447800"/>
              <a:ext cx="1130700" cy="242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54" name="Google Shape;2554;g101be01f4cc_0_1948"/>
            <p:cNvGrpSpPr/>
            <p:nvPr/>
          </p:nvGrpSpPr>
          <p:grpSpPr>
            <a:xfrm>
              <a:off x="9764348" y="1447800"/>
              <a:ext cx="1130209" cy="2667900"/>
              <a:chOff x="9472119" y="702026"/>
              <a:chExt cx="1130209" cy="2667900"/>
            </a:xfrm>
          </p:grpSpPr>
          <p:sp>
            <p:nvSpPr>
              <p:cNvPr id="2555" name="Google Shape;2555;g101be01f4cc_0_1948"/>
              <p:cNvSpPr/>
              <p:nvPr/>
            </p:nvSpPr>
            <p:spPr>
              <a:xfrm>
                <a:off x="9485428" y="706056"/>
                <a:ext cx="1116900" cy="3705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g101be01f4cc_0_1948"/>
              <p:cNvSpPr txBox="1"/>
              <p:nvPr/>
            </p:nvSpPr>
            <p:spPr>
              <a:xfrm>
                <a:off x="9472119" y="702026"/>
                <a:ext cx="1088100" cy="266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c: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9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2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57" name="Google Shape;2557;g101be01f4cc_0_1948"/>
              <p:cNvCxnSpPr/>
              <p:nvPr/>
            </p:nvCxnSpPr>
            <p:spPr>
              <a:xfrm>
                <a:off x="9477371" y="1076444"/>
                <a:ext cx="11238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558" name="Google Shape;2558;g101be01f4cc_0_1948"/>
              <p:cNvSpPr/>
              <p:nvPr/>
            </p:nvSpPr>
            <p:spPr>
              <a:xfrm>
                <a:off x="9479666" y="706055"/>
                <a:ext cx="1122600" cy="26208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59" name="Google Shape;2559;g101be01f4cc_0_1948"/>
          <p:cNvSpPr/>
          <p:nvPr/>
        </p:nvSpPr>
        <p:spPr>
          <a:xfrm>
            <a:off x="3068320" y="2194560"/>
            <a:ext cx="5598160" cy="1625600"/>
          </a:xfrm>
          <a:custGeom>
            <a:rect b="b" l="l" r="r" t="t"/>
            <a:pathLst>
              <a:path extrusionOk="0" h="1625600" w="559816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DEAF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0" name="Google Shape;2560;g101be01f4cc_0_1948"/>
          <p:cNvGrpSpPr/>
          <p:nvPr/>
        </p:nvGrpSpPr>
        <p:grpSpPr>
          <a:xfrm>
            <a:off x="7868428" y="1698029"/>
            <a:ext cx="1198531" cy="1024796"/>
            <a:chOff x="9655277" y="2349909"/>
            <a:chExt cx="1198531" cy="1024796"/>
          </a:xfrm>
        </p:grpSpPr>
        <p:sp>
          <p:nvSpPr>
            <p:cNvPr id="2561" name="Google Shape;2561;g101be01f4cc_0_1948"/>
            <p:cNvSpPr/>
            <p:nvPr/>
          </p:nvSpPr>
          <p:spPr>
            <a:xfrm>
              <a:off x="9655277" y="2349909"/>
              <a:ext cx="1198531" cy="1024796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15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g101be01f4cc_0_1948"/>
            <p:cNvSpPr txBox="1"/>
            <p:nvPr/>
          </p:nvSpPr>
          <p:spPr>
            <a:xfrm>
              <a:off x="9753600" y="2635045"/>
              <a:ext cx="1020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3" name="Google Shape;2563;g101be01f4cc_0_1948"/>
          <p:cNvGrpSpPr/>
          <p:nvPr/>
        </p:nvGrpSpPr>
        <p:grpSpPr>
          <a:xfrm>
            <a:off x="7138737" y="3625516"/>
            <a:ext cx="1339800" cy="1983524"/>
            <a:chOff x="4892842" y="3994485"/>
            <a:chExt cx="1339800" cy="1983524"/>
          </a:xfrm>
        </p:grpSpPr>
        <p:sp>
          <p:nvSpPr>
            <p:cNvPr id="2564" name="Google Shape;2564;g101be01f4cc_0_1948"/>
            <p:cNvSpPr txBox="1"/>
            <p:nvPr/>
          </p:nvSpPr>
          <p:spPr>
            <a:xfrm>
              <a:off x="4892842" y="3994485"/>
              <a:ext cx="1339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New DV in 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g101be01f4cc_0_1948"/>
            <p:cNvSpPr/>
            <p:nvPr/>
          </p:nvSpPr>
          <p:spPr>
            <a:xfrm>
              <a:off x="5557685" y="4738736"/>
              <a:ext cx="275100" cy="263100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g101be01f4cc_0_1948"/>
            <p:cNvSpPr/>
            <p:nvPr/>
          </p:nvSpPr>
          <p:spPr>
            <a:xfrm>
              <a:off x="5556597" y="5714909"/>
              <a:ext cx="275100" cy="263100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101be01f4cc_0_2121"/>
          <p:cNvSpPr txBox="1"/>
          <p:nvPr>
            <p:ph type="title"/>
          </p:nvPr>
        </p:nvSpPr>
        <p:spPr>
          <a:xfrm>
            <a:off x="826624" y="174028"/>
            <a:ext cx="108933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cxnSp>
        <p:nvCxnSpPr>
          <p:cNvPr id="2573" name="Google Shape;2573;g101be01f4cc_0_2121"/>
          <p:cNvCxnSpPr>
            <a:stCxn id="2574" idx="2"/>
            <a:endCxn id="2574" idx="0"/>
          </p:cNvCxnSpPr>
          <p:nvPr/>
        </p:nvCxnSpPr>
        <p:spPr>
          <a:xfrm rot="10800000">
            <a:off x="6530320" y="2129120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75" name="Google Shape;2575;g101be01f4cc_0_2121"/>
          <p:cNvCxnSpPr>
            <a:stCxn id="2574" idx="1"/>
            <a:endCxn id="2574" idx="3"/>
          </p:cNvCxnSpPr>
          <p:nvPr/>
        </p:nvCxnSpPr>
        <p:spPr>
          <a:xfrm>
            <a:off x="4598770" y="4060670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4" name="Google Shape;2574;g101be01f4cc_0_2121"/>
          <p:cNvSpPr/>
          <p:nvPr/>
        </p:nvSpPr>
        <p:spPr>
          <a:xfrm>
            <a:off x="4598770" y="2129120"/>
            <a:ext cx="3863100" cy="3863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g101be01f4cc_0_2121"/>
          <p:cNvSpPr/>
          <p:nvPr/>
        </p:nvSpPr>
        <p:spPr>
          <a:xfrm>
            <a:off x="8380337" y="2200470"/>
            <a:ext cx="132600" cy="18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g101be01f4cc_0_2121"/>
          <p:cNvSpPr txBox="1"/>
          <p:nvPr/>
        </p:nvSpPr>
        <p:spPr>
          <a:xfrm>
            <a:off x="4305782" y="2870522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8" name="Google Shape;2578;g101be01f4cc_0_2121"/>
          <p:cNvSpPr txBox="1"/>
          <p:nvPr/>
        </p:nvSpPr>
        <p:spPr>
          <a:xfrm>
            <a:off x="6217534" y="2860877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g101be01f4cc_0_2121"/>
          <p:cNvSpPr txBox="1"/>
          <p:nvPr/>
        </p:nvSpPr>
        <p:spPr>
          <a:xfrm>
            <a:off x="4296138" y="488644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g101be01f4cc_0_2121"/>
          <p:cNvSpPr txBox="1"/>
          <p:nvPr/>
        </p:nvSpPr>
        <p:spPr>
          <a:xfrm>
            <a:off x="6231040" y="488837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g101be01f4cc_0_2121"/>
          <p:cNvSpPr txBox="1"/>
          <p:nvPr/>
        </p:nvSpPr>
        <p:spPr>
          <a:xfrm>
            <a:off x="8154365" y="4890306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g101be01f4cc_0_2121"/>
          <p:cNvSpPr txBox="1"/>
          <p:nvPr/>
        </p:nvSpPr>
        <p:spPr>
          <a:xfrm>
            <a:off x="5442030" y="4029920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g101be01f4cc_0_2121"/>
          <p:cNvSpPr txBox="1"/>
          <p:nvPr/>
        </p:nvSpPr>
        <p:spPr>
          <a:xfrm>
            <a:off x="7353782" y="4020275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4" name="Google Shape;2584;g101be01f4cc_0_2121"/>
          <p:cNvSpPr txBox="1"/>
          <p:nvPr/>
        </p:nvSpPr>
        <p:spPr>
          <a:xfrm>
            <a:off x="5443958" y="5953247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g101be01f4cc_0_2121"/>
          <p:cNvSpPr txBox="1"/>
          <p:nvPr/>
        </p:nvSpPr>
        <p:spPr>
          <a:xfrm>
            <a:off x="7355710" y="5943602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6" name="Google Shape;2586;g101be01f4cc_0_2121"/>
          <p:cNvSpPr txBox="1"/>
          <p:nvPr/>
        </p:nvSpPr>
        <p:spPr>
          <a:xfrm>
            <a:off x="5445886" y="2123956"/>
            <a:ext cx="3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g101be01f4cc_0_2121"/>
          <p:cNvSpPr txBox="1"/>
          <p:nvPr/>
        </p:nvSpPr>
        <p:spPr>
          <a:xfrm>
            <a:off x="7357638" y="2114311"/>
            <a:ext cx="28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8" name="Google Shape;2588;g101be01f4cc_0_2121"/>
          <p:cNvGrpSpPr/>
          <p:nvPr/>
        </p:nvGrpSpPr>
        <p:grpSpPr>
          <a:xfrm>
            <a:off x="584365" y="1859143"/>
            <a:ext cx="736200" cy="1229806"/>
            <a:chOff x="10030307" y="3444875"/>
            <a:chExt cx="736200" cy="1229806"/>
          </a:xfrm>
        </p:grpSpPr>
        <p:sp>
          <p:nvSpPr>
            <p:cNvPr id="2589" name="Google Shape;2589;g101be01f4cc_0_2121"/>
            <p:cNvSpPr txBox="1"/>
            <p:nvPr/>
          </p:nvSpPr>
          <p:spPr>
            <a:xfrm>
              <a:off x="10030307" y="4089681"/>
              <a:ext cx="73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0" name="Google Shape;2590;g101be01f4cc_0_2121"/>
            <p:cNvGrpSpPr/>
            <p:nvPr/>
          </p:nvGrpSpPr>
          <p:grpSpPr>
            <a:xfrm>
              <a:off x="10039551" y="3444875"/>
              <a:ext cx="671400" cy="682600"/>
              <a:chOff x="10039551" y="3444875"/>
              <a:chExt cx="671400" cy="682600"/>
            </a:xfrm>
          </p:grpSpPr>
          <p:sp>
            <p:nvSpPr>
              <p:cNvPr id="2591" name="Google Shape;2591;g101be01f4cc_0_2121"/>
              <p:cNvSpPr/>
              <p:nvPr/>
            </p:nvSpPr>
            <p:spPr>
              <a:xfrm>
                <a:off x="10039551" y="3449256"/>
                <a:ext cx="671400" cy="671400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92" name="Google Shape;2592;g101be01f4cc_0_2121"/>
              <p:cNvCxnSpPr/>
              <p:nvPr/>
            </p:nvCxnSpPr>
            <p:spPr>
              <a:xfrm>
                <a:off x="10372725" y="34448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93" name="Google Shape;2593;g101be01f4cc_0_2121"/>
              <p:cNvCxnSpPr/>
              <p:nvPr/>
            </p:nvCxnSpPr>
            <p:spPr>
              <a:xfrm>
                <a:off x="10372725" y="4067175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94" name="Google Shape;2594;g101be01f4cc_0_2121"/>
              <p:cNvCxnSpPr/>
              <p:nvPr/>
            </p:nvCxnSpPr>
            <p:spPr>
              <a:xfrm rot="10800000">
                <a:off x="10064751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95" name="Google Shape;2595;g101be01f4cc_0_2121"/>
              <p:cNvCxnSpPr/>
              <p:nvPr/>
            </p:nvCxnSpPr>
            <p:spPr>
              <a:xfrm rot="10800000">
                <a:off x="10687053" y="3756050"/>
                <a:ext cx="0" cy="603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96" name="Google Shape;2596;g101be01f4cc_0_2121"/>
              <p:cNvCxnSpPr/>
              <p:nvPr/>
            </p:nvCxnSpPr>
            <p:spPr>
              <a:xfrm>
                <a:off x="10523542" y="40370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97" name="Google Shape;2597;g101be01f4cc_0_2121"/>
              <p:cNvCxnSpPr/>
              <p:nvPr/>
            </p:nvCxnSpPr>
            <p:spPr>
              <a:xfrm>
                <a:off x="10202867" y="3490913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98" name="Google Shape;2598;g101be01f4cc_0_2121"/>
              <p:cNvCxnSpPr/>
              <p:nvPr/>
            </p:nvCxnSpPr>
            <p:spPr>
              <a:xfrm flipH="1">
                <a:off x="10196500" y="40338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99" name="Google Shape;2599;g101be01f4cc_0_2121"/>
              <p:cNvCxnSpPr/>
              <p:nvPr/>
            </p:nvCxnSpPr>
            <p:spPr>
              <a:xfrm flipH="1">
                <a:off x="10517175" y="3487738"/>
                <a:ext cx="27000" cy="429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00" name="Google Shape;2600;g101be01f4cc_0_2121"/>
              <p:cNvCxnSpPr/>
              <p:nvPr/>
            </p:nvCxnSpPr>
            <p:spPr>
              <a:xfrm flipH="1">
                <a:off x="10631400" y="36115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01" name="Google Shape;2601;g101be01f4cc_0_2121"/>
              <p:cNvCxnSpPr/>
              <p:nvPr/>
            </p:nvCxnSpPr>
            <p:spPr>
              <a:xfrm flipH="1">
                <a:off x="10085300" y="392906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02" name="Google Shape;2602;g101be01f4cc_0_2121"/>
              <p:cNvCxnSpPr/>
              <p:nvPr/>
            </p:nvCxnSpPr>
            <p:spPr>
              <a:xfrm rot="10800000">
                <a:off x="10094825" y="36147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03" name="Google Shape;2603;g101be01f4cc_0_2121"/>
              <p:cNvCxnSpPr/>
              <p:nvPr/>
            </p:nvCxnSpPr>
            <p:spPr>
              <a:xfrm rot="10800000">
                <a:off x="10631400" y="3932225"/>
                <a:ext cx="36600" cy="27000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604" name="Google Shape;2604;g101be01f4cc_0_2121"/>
              <p:cNvSpPr/>
              <p:nvPr/>
            </p:nvSpPr>
            <p:spPr>
              <a:xfrm>
                <a:off x="10331450" y="3743325"/>
                <a:ext cx="82500" cy="87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605" name="Google Shape;2605;g101be01f4cc_0_2121"/>
          <p:cNvCxnSpPr/>
          <p:nvPr/>
        </p:nvCxnSpPr>
        <p:spPr>
          <a:xfrm>
            <a:off x="919556" y="1995948"/>
            <a:ext cx="0" cy="1959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6" name="Google Shape;2606;g101be01f4cc_0_2121"/>
          <p:cNvSpPr/>
          <p:nvPr/>
        </p:nvSpPr>
        <p:spPr>
          <a:xfrm>
            <a:off x="6626942" y="275303"/>
            <a:ext cx="3038100" cy="6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7" name="Google Shape;2607;g101be01f4cc_0_2121"/>
          <p:cNvGrpSpPr/>
          <p:nvPr/>
        </p:nvGrpSpPr>
        <p:grpSpPr>
          <a:xfrm>
            <a:off x="6656438" y="235974"/>
            <a:ext cx="2492988" cy="1917291"/>
            <a:chOff x="7010400" y="108155"/>
            <a:chExt cx="2492988" cy="1917291"/>
          </a:xfrm>
        </p:grpSpPr>
        <p:sp>
          <p:nvSpPr>
            <p:cNvPr id="2608" name="Google Shape;2608;g101be01f4cc_0_2121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09" name="Google Shape;2609;g101be01f4cc_0_2121"/>
            <p:cNvGrpSpPr/>
            <p:nvPr/>
          </p:nvGrpSpPr>
          <p:grpSpPr>
            <a:xfrm>
              <a:off x="7323884" y="108155"/>
              <a:ext cx="2179504" cy="1445311"/>
              <a:chOff x="7323884" y="108155"/>
              <a:chExt cx="2179504" cy="1445311"/>
            </a:xfrm>
          </p:grpSpPr>
          <p:sp>
            <p:nvSpPr>
              <p:cNvPr id="2610" name="Google Shape;2610;g101be01f4cc_0_2121"/>
              <p:cNvSpPr/>
              <p:nvPr/>
            </p:nvSpPr>
            <p:spPr>
              <a:xfrm>
                <a:off x="7413523" y="108155"/>
                <a:ext cx="1937100" cy="143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11" name="Google Shape;2611;g101be01f4cc_0_2121"/>
              <p:cNvGrpSpPr/>
              <p:nvPr/>
            </p:nvGrpSpPr>
            <p:grpSpPr>
              <a:xfrm>
                <a:off x="7323884" y="120836"/>
                <a:ext cx="2179504" cy="1432630"/>
                <a:chOff x="7323884" y="120836"/>
                <a:chExt cx="2179504" cy="1432630"/>
              </a:xfrm>
            </p:grpSpPr>
            <p:sp>
              <p:nvSpPr>
                <p:cNvPr id="2612" name="Google Shape;2612;g101be01f4cc_0_2121"/>
                <p:cNvSpPr/>
                <p:nvPr/>
              </p:nvSpPr>
              <p:spPr>
                <a:xfrm>
                  <a:off x="7409951" y="124866"/>
                  <a:ext cx="1940400" cy="3705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3" name="Google Shape;2613;g101be01f4cc_0_2121"/>
                <p:cNvSpPr txBox="1"/>
                <p:nvPr/>
              </p:nvSpPr>
              <p:spPr>
                <a:xfrm>
                  <a:off x="7799764" y="120836"/>
                  <a:ext cx="1117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14" name="Google Shape;2614;g101be01f4cc_0_2121"/>
                <p:cNvCxnSpPr/>
                <p:nvPr/>
              </p:nvCxnSpPr>
              <p:spPr>
                <a:xfrm>
                  <a:off x="7401895" y="495254"/>
                  <a:ext cx="11238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615" name="Google Shape;2615;g101be01f4cc_0_2121"/>
                <p:cNvSpPr/>
                <p:nvPr/>
              </p:nvSpPr>
              <p:spPr>
                <a:xfrm>
                  <a:off x="7404189" y="124866"/>
                  <a:ext cx="1936500" cy="142860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6" name="Google Shape;2616;g101be01f4cc_0_2121"/>
                <p:cNvSpPr txBox="1"/>
                <p:nvPr/>
              </p:nvSpPr>
              <p:spPr>
                <a:xfrm>
                  <a:off x="8392488" y="560500"/>
                  <a:ext cx="11109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7" name="Google Shape;2617;g101be01f4cc_0_2121"/>
                <p:cNvSpPr txBox="1"/>
                <p:nvPr/>
              </p:nvSpPr>
              <p:spPr>
                <a:xfrm>
                  <a:off x="7323884" y="557387"/>
                  <a:ext cx="1117200" cy="97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618" name="Google Shape;2618;g101be01f4cc_0_2121"/>
          <p:cNvSpPr txBox="1"/>
          <p:nvPr/>
        </p:nvSpPr>
        <p:spPr>
          <a:xfrm flipH="1">
            <a:off x="348740" y="3078991"/>
            <a:ext cx="2195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receives DVs from b, d, f,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9" name="Google Shape;2619;g101be01f4cc_0_2121"/>
          <p:cNvGrpSpPr/>
          <p:nvPr/>
        </p:nvGrpSpPr>
        <p:grpSpPr>
          <a:xfrm>
            <a:off x="4333946" y="1906007"/>
            <a:ext cx="4395356" cy="454892"/>
            <a:chOff x="4333946" y="5772157"/>
            <a:chExt cx="4395356" cy="454892"/>
          </a:xfrm>
        </p:grpSpPr>
        <p:grpSp>
          <p:nvGrpSpPr>
            <p:cNvPr id="2620" name="Google Shape;2620;g101be01f4cc_0_2121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621" name="Google Shape;2621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622" name="Google Shape;2622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23" name="Google Shape;2623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24" name="Google Shape;2624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625" name="Google Shape;2625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6" name="Google Shape;2626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27" name="Google Shape;2627;g101be01f4cc_0_2121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628" name="Google Shape;2628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9" name="Google Shape;2629;g101be01f4cc_0_2121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30" name="Google Shape;2630;g101be01f4cc_0_2121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631" name="Google Shape;2631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632" name="Google Shape;2632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33" name="Google Shape;2633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34" name="Google Shape;2634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635" name="Google Shape;2635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6" name="Google Shape;2636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37" name="Google Shape;2637;g101be01f4cc_0_2121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638" name="Google Shape;2638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9" name="Google Shape;2639;g101be01f4cc_0_2121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40" name="Google Shape;2640;g101be01f4cc_0_2121"/>
            <p:cNvGrpSpPr/>
            <p:nvPr/>
          </p:nvGrpSpPr>
          <p:grpSpPr>
            <a:xfrm>
              <a:off x="8197476" y="5805214"/>
              <a:ext cx="531826" cy="419386"/>
              <a:chOff x="1348543" y="2507397"/>
              <a:chExt cx="603936" cy="476250"/>
            </a:xfrm>
          </p:grpSpPr>
          <p:grpSp>
            <p:nvGrpSpPr>
              <p:cNvPr id="2641" name="Google Shape;2641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642" name="Google Shape;2642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43" name="Google Shape;2643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44" name="Google Shape;2644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645" name="Google Shape;2645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6" name="Google Shape;2646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47" name="Google Shape;2647;g101be01f4cc_0_2121"/>
              <p:cNvGrpSpPr/>
              <p:nvPr/>
            </p:nvGrpSpPr>
            <p:grpSpPr>
              <a:xfrm>
                <a:off x="1464216" y="2507397"/>
                <a:ext cx="469383" cy="476250"/>
                <a:chOff x="2949" y="2425"/>
                <a:chExt cx="300" cy="300"/>
              </a:xfrm>
            </p:grpSpPr>
            <p:sp>
              <p:nvSpPr>
                <p:cNvPr id="2648" name="Google Shape;2648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9" name="Google Shape;2649;g101be01f4cc_0_2121"/>
                <p:cNvSpPr txBox="1"/>
                <p:nvPr/>
              </p:nvSpPr>
              <p:spPr>
                <a:xfrm>
                  <a:off x="2949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50" name="Google Shape;2650;g101be01f4cc_0_2121"/>
          <p:cNvSpPr/>
          <p:nvPr/>
        </p:nvSpPr>
        <p:spPr>
          <a:xfrm>
            <a:off x="6774755" y="1106458"/>
            <a:ext cx="2967758" cy="3014570"/>
          </a:xfrm>
          <a:custGeom>
            <a:rect b="b" l="l" r="r" t="t"/>
            <a:pathLst>
              <a:path extrusionOk="0" h="3014570" w="2967758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1" name="Google Shape;2651;g101be01f4cc_0_2121"/>
          <p:cNvSpPr/>
          <p:nvPr/>
        </p:nvSpPr>
        <p:spPr>
          <a:xfrm>
            <a:off x="8446236" y="3874156"/>
            <a:ext cx="1239324" cy="2428567"/>
          </a:xfrm>
          <a:custGeom>
            <a:rect b="b" l="l" r="r" t="t"/>
            <a:pathLst>
              <a:path extrusionOk="0" h="2428567" w="1568765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2" name="Google Shape;2652;g101be01f4cc_0_2121"/>
          <p:cNvGrpSpPr/>
          <p:nvPr/>
        </p:nvGrpSpPr>
        <p:grpSpPr>
          <a:xfrm>
            <a:off x="9656848" y="3847117"/>
            <a:ext cx="1149449" cy="2667900"/>
            <a:chOff x="9764348" y="1447800"/>
            <a:chExt cx="1149449" cy="2667900"/>
          </a:xfrm>
        </p:grpSpPr>
        <p:sp>
          <p:nvSpPr>
            <p:cNvPr id="2653" name="Google Shape;2653;g101be01f4cc_0_2121"/>
            <p:cNvSpPr/>
            <p:nvPr/>
          </p:nvSpPr>
          <p:spPr>
            <a:xfrm>
              <a:off x="9783097" y="1447800"/>
              <a:ext cx="1130700" cy="242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4" name="Google Shape;2654;g101be01f4cc_0_2121"/>
            <p:cNvGrpSpPr/>
            <p:nvPr/>
          </p:nvGrpSpPr>
          <p:grpSpPr>
            <a:xfrm>
              <a:off x="9764348" y="1447800"/>
              <a:ext cx="1130209" cy="2667900"/>
              <a:chOff x="9472119" y="702026"/>
              <a:chExt cx="1130209" cy="2667900"/>
            </a:xfrm>
          </p:grpSpPr>
          <p:sp>
            <p:nvSpPr>
              <p:cNvPr id="2655" name="Google Shape;2655;g101be01f4cc_0_2121"/>
              <p:cNvSpPr/>
              <p:nvPr/>
            </p:nvSpPr>
            <p:spPr>
              <a:xfrm>
                <a:off x="9485428" y="706056"/>
                <a:ext cx="1116900" cy="3705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g101be01f4cc_0_2121"/>
              <p:cNvSpPr txBox="1"/>
              <p:nvPr/>
            </p:nvSpPr>
            <p:spPr>
              <a:xfrm>
                <a:off x="9472119" y="702026"/>
                <a:ext cx="1088100" cy="266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f: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57" name="Google Shape;2657;g101be01f4cc_0_2121"/>
              <p:cNvCxnSpPr/>
              <p:nvPr/>
            </p:nvCxnSpPr>
            <p:spPr>
              <a:xfrm>
                <a:off x="9477371" y="1076444"/>
                <a:ext cx="11238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658" name="Google Shape;2658;g101be01f4cc_0_2121"/>
              <p:cNvSpPr/>
              <p:nvPr/>
            </p:nvSpPr>
            <p:spPr>
              <a:xfrm>
                <a:off x="9479666" y="706055"/>
                <a:ext cx="1122600" cy="26208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59" name="Google Shape;2659;g101be01f4cc_0_2121"/>
          <p:cNvGrpSpPr/>
          <p:nvPr/>
        </p:nvGrpSpPr>
        <p:grpSpPr>
          <a:xfrm>
            <a:off x="9685117" y="1067456"/>
            <a:ext cx="1155737" cy="2675542"/>
            <a:chOff x="10325197" y="813456"/>
            <a:chExt cx="1155737" cy="2675542"/>
          </a:xfrm>
        </p:grpSpPr>
        <p:sp>
          <p:nvSpPr>
            <p:cNvPr id="2660" name="Google Shape;2660;g101be01f4cc_0_2121"/>
            <p:cNvSpPr/>
            <p:nvPr/>
          </p:nvSpPr>
          <p:spPr>
            <a:xfrm>
              <a:off x="10355334" y="813456"/>
              <a:ext cx="1125600" cy="263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1" name="Google Shape;2661;g101be01f4cc_0_2121"/>
            <p:cNvSpPr/>
            <p:nvPr/>
          </p:nvSpPr>
          <p:spPr>
            <a:xfrm>
              <a:off x="10338507" y="825123"/>
              <a:ext cx="1141500" cy="4077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g101be01f4cc_0_2121"/>
            <p:cNvSpPr txBox="1"/>
            <p:nvPr/>
          </p:nvSpPr>
          <p:spPr>
            <a:xfrm>
              <a:off x="10325197" y="821098"/>
              <a:ext cx="1117200" cy="26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DV in e: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(a) = 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(b) = 1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(c) = ∞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(d) =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(e) = 0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(f) = 1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(g) = ∞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(h) = 1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(i) = ∞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63" name="Google Shape;2663;g101be01f4cc_0_2121"/>
            <p:cNvCxnSpPr/>
            <p:nvPr/>
          </p:nvCxnSpPr>
          <p:spPr>
            <a:xfrm>
              <a:off x="10330450" y="1225636"/>
              <a:ext cx="11487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64" name="Google Shape;2664;g101be01f4cc_0_2121"/>
            <p:cNvSpPr/>
            <p:nvPr/>
          </p:nvSpPr>
          <p:spPr>
            <a:xfrm>
              <a:off x="10332745" y="825123"/>
              <a:ext cx="1122600" cy="26166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5" name="Google Shape;2665;g101be01f4cc_0_2121"/>
          <p:cNvGrpSpPr/>
          <p:nvPr/>
        </p:nvGrpSpPr>
        <p:grpSpPr>
          <a:xfrm>
            <a:off x="2595648" y="4070637"/>
            <a:ext cx="1149449" cy="2667900"/>
            <a:chOff x="9764348" y="1447800"/>
            <a:chExt cx="1149449" cy="2667900"/>
          </a:xfrm>
        </p:grpSpPr>
        <p:sp>
          <p:nvSpPr>
            <p:cNvPr id="2666" name="Google Shape;2666;g101be01f4cc_0_2121"/>
            <p:cNvSpPr/>
            <p:nvPr/>
          </p:nvSpPr>
          <p:spPr>
            <a:xfrm>
              <a:off x="9783097" y="1447800"/>
              <a:ext cx="1130700" cy="242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67" name="Google Shape;2667;g101be01f4cc_0_2121"/>
            <p:cNvGrpSpPr/>
            <p:nvPr/>
          </p:nvGrpSpPr>
          <p:grpSpPr>
            <a:xfrm>
              <a:off x="9764348" y="1447800"/>
              <a:ext cx="1130209" cy="2667900"/>
              <a:chOff x="9472119" y="702026"/>
              <a:chExt cx="1130209" cy="2667900"/>
            </a:xfrm>
          </p:grpSpPr>
          <p:sp>
            <p:nvSpPr>
              <p:cNvPr id="2668" name="Google Shape;2668;g101be01f4cc_0_2121"/>
              <p:cNvSpPr/>
              <p:nvPr/>
            </p:nvSpPr>
            <p:spPr>
              <a:xfrm>
                <a:off x="9485428" y="706056"/>
                <a:ext cx="1116900" cy="3705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9" name="Google Shape;2669;g101be01f4cc_0_2121"/>
              <p:cNvSpPr txBox="1"/>
              <p:nvPr/>
            </p:nvSpPr>
            <p:spPr>
              <a:xfrm>
                <a:off x="9472119" y="702026"/>
                <a:ext cx="1088100" cy="266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h: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70" name="Google Shape;2670;g101be01f4cc_0_2121"/>
              <p:cNvCxnSpPr/>
              <p:nvPr/>
            </p:nvCxnSpPr>
            <p:spPr>
              <a:xfrm>
                <a:off x="9477371" y="1076444"/>
                <a:ext cx="11238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671" name="Google Shape;2671;g101be01f4cc_0_2121"/>
              <p:cNvSpPr/>
              <p:nvPr/>
            </p:nvSpPr>
            <p:spPr>
              <a:xfrm>
                <a:off x="9479666" y="706055"/>
                <a:ext cx="1122600" cy="26208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72" name="Google Shape;2672;g101be01f4cc_0_2121"/>
          <p:cNvGrpSpPr/>
          <p:nvPr/>
        </p:nvGrpSpPr>
        <p:grpSpPr>
          <a:xfrm>
            <a:off x="2544848" y="1246157"/>
            <a:ext cx="1149449" cy="2667900"/>
            <a:chOff x="9764348" y="1447800"/>
            <a:chExt cx="1149449" cy="2667900"/>
          </a:xfrm>
        </p:grpSpPr>
        <p:sp>
          <p:nvSpPr>
            <p:cNvPr id="2673" name="Google Shape;2673;g101be01f4cc_0_2121"/>
            <p:cNvSpPr/>
            <p:nvPr/>
          </p:nvSpPr>
          <p:spPr>
            <a:xfrm>
              <a:off x="9783097" y="1447800"/>
              <a:ext cx="1130700" cy="242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74" name="Google Shape;2674;g101be01f4cc_0_2121"/>
            <p:cNvGrpSpPr/>
            <p:nvPr/>
          </p:nvGrpSpPr>
          <p:grpSpPr>
            <a:xfrm>
              <a:off x="9764348" y="1447800"/>
              <a:ext cx="1130209" cy="2667900"/>
              <a:chOff x="9472119" y="702026"/>
              <a:chExt cx="1130209" cy="2667900"/>
            </a:xfrm>
          </p:grpSpPr>
          <p:sp>
            <p:nvSpPr>
              <p:cNvPr id="2675" name="Google Shape;2675;g101be01f4cc_0_2121"/>
              <p:cNvSpPr/>
              <p:nvPr/>
            </p:nvSpPr>
            <p:spPr>
              <a:xfrm>
                <a:off x="9485428" y="706056"/>
                <a:ext cx="1116900" cy="3705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6" name="Google Shape;2676;g101be01f4cc_0_2121"/>
              <p:cNvSpPr txBox="1"/>
              <p:nvPr/>
            </p:nvSpPr>
            <p:spPr>
              <a:xfrm>
                <a:off x="9472119" y="702026"/>
                <a:ext cx="1088100" cy="266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d: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 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77" name="Google Shape;2677;g101be01f4cc_0_2121"/>
              <p:cNvCxnSpPr/>
              <p:nvPr/>
            </p:nvCxnSpPr>
            <p:spPr>
              <a:xfrm>
                <a:off x="9477371" y="1076444"/>
                <a:ext cx="11238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678" name="Google Shape;2678;g101be01f4cc_0_2121"/>
              <p:cNvSpPr/>
              <p:nvPr/>
            </p:nvSpPr>
            <p:spPr>
              <a:xfrm>
                <a:off x="9479666" y="706055"/>
                <a:ext cx="1122600" cy="26208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79" name="Google Shape;2679;g101be01f4cc_0_2121"/>
          <p:cNvSpPr/>
          <p:nvPr/>
        </p:nvSpPr>
        <p:spPr>
          <a:xfrm>
            <a:off x="3677920" y="1280160"/>
            <a:ext cx="853440" cy="2824480"/>
          </a:xfrm>
          <a:custGeom>
            <a:rect b="b" l="l" r="r" t="t"/>
            <a:pathLst>
              <a:path extrusionOk="0" h="2824480" w="85344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0" name="Google Shape;2680;g101be01f4cc_0_2121"/>
          <p:cNvGrpSpPr/>
          <p:nvPr/>
        </p:nvGrpSpPr>
        <p:grpSpPr>
          <a:xfrm>
            <a:off x="4336619" y="3833734"/>
            <a:ext cx="4403523" cy="454892"/>
            <a:chOff x="4333946" y="5772157"/>
            <a:chExt cx="4403523" cy="454892"/>
          </a:xfrm>
        </p:grpSpPr>
        <p:grpSp>
          <p:nvGrpSpPr>
            <p:cNvPr id="2681" name="Google Shape;2681;g101be01f4cc_0_2121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682" name="Google Shape;2682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683" name="Google Shape;2683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84" name="Google Shape;2684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85" name="Google Shape;2685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686" name="Google Shape;2686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7" name="Google Shape;2687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88" name="Google Shape;2688;g101be01f4cc_0_2121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689" name="Google Shape;2689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0" name="Google Shape;2690;g101be01f4cc_0_2121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91" name="Google Shape;2691;g101be01f4cc_0_2121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692" name="Google Shape;2692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693" name="Google Shape;2693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94" name="Google Shape;2694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95" name="Google Shape;2695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696" name="Google Shape;2696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7" name="Google Shape;2697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98" name="Google Shape;2698;g101be01f4cc_0_2121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699" name="Google Shape;2699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0" name="Google Shape;2700;g101be01f4cc_0_2121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01" name="Google Shape;2701;g101be01f4cc_0_2121"/>
            <p:cNvGrpSpPr/>
            <p:nvPr/>
          </p:nvGrpSpPr>
          <p:grpSpPr>
            <a:xfrm>
              <a:off x="8197476" y="5805214"/>
              <a:ext cx="539993" cy="419386"/>
              <a:chOff x="1348543" y="2507397"/>
              <a:chExt cx="613211" cy="476250"/>
            </a:xfrm>
          </p:grpSpPr>
          <p:grpSp>
            <p:nvGrpSpPr>
              <p:cNvPr id="2702" name="Google Shape;2702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703" name="Google Shape;2703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04" name="Google Shape;2704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05" name="Google Shape;2705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706" name="Google Shape;2706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7" name="Google Shape;2707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08" name="Google Shape;2708;g101be01f4cc_0_2121"/>
              <p:cNvGrpSpPr/>
              <p:nvPr/>
            </p:nvGrpSpPr>
            <p:grpSpPr>
              <a:xfrm>
                <a:off x="1492372" y="2507397"/>
                <a:ext cx="469382" cy="476250"/>
                <a:chOff x="2967" y="2425"/>
                <a:chExt cx="300" cy="300"/>
              </a:xfrm>
            </p:grpSpPr>
            <p:sp>
              <p:nvSpPr>
                <p:cNvPr id="2709" name="Google Shape;2709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0" name="Google Shape;2710;g101be01f4cc_0_2121"/>
                <p:cNvSpPr txBox="1"/>
                <p:nvPr/>
              </p:nvSpPr>
              <p:spPr>
                <a:xfrm>
                  <a:off x="2967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711" name="Google Shape;2711;g101be01f4cc_0_2121"/>
          <p:cNvSpPr/>
          <p:nvPr/>
        </p:nvSpPr>
        <p:spPr>
          <a:xfrm>
            <a:off x="3728720" y="4114800"/>
            <a:ext cx="2722880" cy="2560320"/>
          </a:xfrm>
          <a:custGeom>
            <a:rect b="b" l="l" r="r" t="t"/>
            <a:pathLst>
              <a:path extrusionOk="0" h="2560320" w="272288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2" name="Google Shape;2712;g101be01f4cc_0_2121"/>
          <p:cNvGrpSpPr/>
          <p:nvPr/>
        </p:nvGrpSpPr>
        <p:grpSpPr>
          <a:xfrm>
            <a:off x="4333946" y="5772157"/>
            <a:ext cx="4410413" cy="454892"/>
            <a:chOff x="4333946" y="5772157"/>
            <a:chExt cx="4410413" cy="454892"/>
          </a:xfrm>
        </p:grpSpPr>
        <p:grpSp>
          <p:nvGrpSpPr>
            <p:cNvPr id="2713" name="Google Shape;2713;g101be01f4cc_0_2121"/>
            <p:cNvGrpSpPr/>
            <p:nvPr/>
          </p:nvGrpSpPr>
          <p:grpSpPr>
            <a:xfrm>
              <a:off x="4333946" y="5772157"/>
              <a:ext cx="531826" cy="419386"/>
              <a:chOff x="1348543" y="2475647"/>
              <a:chExt cx="603936" cy="476250"/>
            </a:xfrm>
          </p:grpSpPr>
          <p:grpSp>
            <p:nvGrpSpPr>
              <p:cNvPr id="2714" name="Google Shape;2714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715" name="Google Shape;2715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16" name="Google Shape;2716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17" name="Google Shape;2717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718" name="Google Shape;2718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9" name="Google Shape;2719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20" name="Google Shape;2720;g101be01f4cc_0_2121"/>
              <p:cNvGrpSpPr/>
              <p:nvPr/>
            </p:nvGrpSpPr>
            <p:grpSpPr>
              <a:xfrm>
                <a:off x="1456374" y="2475647"/>
                <a:ext cx="469381" cy="476250"/>
                <a:chOff x="2944" y="2405"/>
                <a:chExt cx="300" cy="300"/>
              </a:xfrm>
            </p:grpSpPr>
            <p:sp>
              <p:nvSpPr>
                <p:cNvPr id="2721" name="Google Shape;2721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2" name="Google Shape;2722;g101be01f4cc_0_2121"/>
                <p:cNvSpPr txBox="1"/>
                <p:nvPr/>
              </p:nvSpPr>
              <p:spPr>
                <a:xfrm>
                  <a:off x="2944" y="240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23" name="Google Shape;2723;g101be01f4cc_0_2121"/>
            <p:cNvGrpSpPr/>
            <p:nvPr/>
          </p:nvGrpSpPr>
          <p:grpSpPr>
            <a:xfrm>
              <a:off x="6264110" y="5807663"/>
              <a:ext cx="531826" cy="419386"/>
              <a:chOff x="1348543" y="2507397"/>
              <a:chExt cx="603936" cy="476250"/>
            </a:xfrm>
          </p:grpSpPr>
          <p:grpSp>
            <p:nvGrpSpPr>
              <p:cNvPr id="2724" name="Google Shape;2724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725" name="Google Shape;2725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26" name="Google Shape;2726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27" name="Google Shape;2727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728" name="Google Shape;2728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9" name="Google Shape;2729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30" name="Google Shape;2730;g101be01f4cc_0_2121"/>
              <p:cNvGrpSpPr/>
              <p:nvPr/>
            </p:nvGrpSpPr>
            <p:grpSpPr>
              <a:xfrm>
                <a:off x="1456374" y="2507397"/>
                <a:ext cx="469381" cy="476250"/>
                <a:chOff x="2944" y="2425"/>
                <a:chExt cx="300" cy="300"/>
              </a:xfrm>
            </p:grpSpPr>
            <p:sp>
              <p:nvSpPr>
                <p:cNvPr id="2731" name="Google Shape;2731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2" name="Google Shape;2732;g101be01f4cc_0_2121"/>
                <p:cNvSpPr txBox="1"/>
                <p:nvPr/>
              </p:nvSpPr>
              <p:spPr>
                <a:xfrm>
                  <a:off x="2944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33" name="Google Shape;2733;g101be01f4cc_0_2121"/>
            <p:cNvGrpSpPr/>
            <p:nvPr/>
          </p:nvGrpSpPr>
          <p:grpSpPr>
            <a:xfrm>
              <a:off x="8197476" y="5805214"/>
              <a:ext cx="546883" cy="419386"/>
              <a:chOff x="1348543" y="2507397"/>
              <a:chExt cx="621035" cy="476250"/>
            </a:xfrm>
          </p:grpSpPr>
          <p:grpSp>
            <p:nvGrpSpPr>
              <p:cNvPr id="2734" name="Google Shape;2734;g101be01f4cc_0_2121"/>
              <p:cNvGrpSpPr/>
              <p:nvPr/>
            </p:nvGrpSpPr>
            <p:grpSpPr>
              <a:xfrm>
                <a:off x="1348543" y="2555709"/>
                <a:ext cx="603936" cy="309144"/>
                <a:chOff x="5278570" y="2983486"/>
                <a:chExt cx="501650" cy="233475"/>
              </a:xfrm>
            </p:grpSpPr>
            <p:sp>
              <p:nvSpPr>
                <p:cNvPr id="2735" name="Google Shape;2735;g101be01f4cc_0_2121"/>
                <p:cNvSpPr/>
                <p:nvPr/>
              </p:nvSpPr>
              <p:spPr>
                <a:xfrm>
                  <a:off x="5283332" y="3088261"/>
                  <a:ext cx="496800" cy="1287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36" name="Google Shape;2736;g101be01f4cc_0_2121"/>
                <p:cNvCxnSpPr/>
                <p:nvPr/>
              </p:nvCxnSpPr>
              <p:spPr>
                <a:xfrm>
                  <a:off x="5283332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37" name="Google Shape;2737;g101be01f4cc_0_2121"/>
                <p:cNvCxnSpPr/>
                <p:nvPr/>
              </p:nvCxnSpPr>
              <p:spPr>
                <a:xfrm>
                  <a:off x="5780220" y="3077148"/>
                  <a:ext cx="0" cy="795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738" name="Google Shape;2738;g101be01f4cc_0_2121"/>
                <p:cNvSpPr/>
                <p:nvPr/>
              </p:nvSpPr>
              <p:spPr>
                <a:xfrm>
                  <a:off x="5283332" y="3077148"/>
                  <a:ext cx="492000" cy="7770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9" name="Google Shape;2739;g101be01f4cc_0_2121"/>
                <p:cNvSpPr/>
                <p:nvPr/>
              </p:nvSpPr>
              <p:spPr>
                <a:xfrm>
                  <a:off x="5278570" y="2983486"/>
                  <a:ext cx="496800" cy="150900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40" name="Google Shape;2740;g101be01f4cc_0_2121"/>
              <p:cNvGrpSpPr/>
              <p:nvPr/>
            </p:nvGrpSpPr>
            <p:grpSpPr>
              <a:xfrm>
                <a:off x="1500196" y="2507397"/>
                <a:ext cx="469382" cy="476250"/>
                <a:chOff x="2972" y="2425"/>
                <a:chExt cx="300" cy="300"/>
              </a:xfrm>
            </p:grpSpPr>
            <p:sp>
              <p:nvSpPr>
                <p:cNvPr id="2741" name="Google Shape;2741;g101be01f4cc_0_2121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2" name="Google Shape;2742;g101be01f4cc_0_2121"/>
                <p:cNvSpPr txBox="1"/>
                <p:nvPr/>
              </p:nvSpPr>
              <p:spPr>
                <a:xfrm>
                  <a:off x="2972" y="2425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743" name="Google Shape;2743;g101be01f4cc_0_2121"/>
          <p:cNvSpPr/>
          <p:nvPr/>
        </p:nvSpPr>
        <p:spPr>
          <a:xfrm>
            <a:off x="4765040" y="2611120"/>
            <a:ext cx="3535800" cy="64020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Q: what is new DV computed in e at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g101be01f4cc_0_2121"/>
          <p:cNvSpPr/>
          <p:nvPr/>
        </p:nvSpPr>
        <p:spPr>
          <a:xfrm flipH="1" rot="-5400000">
            <a:off x="6297550" y="3456049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5" name="Google Shape;2745;g101be01f4cc_0_2121"/>
          <p:cNvSpPr/>
          <p:nvPr/>
        </p:nvSpPr>
        <p:spPr>
          <a:xfrm flipH="1" rot="5400000">
            <a:off x="6312416" y="4454130"/>
            <a:ext cx="639000" cy="1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g101be01f4cc_0_2121"/>
          <p:cNvSpPr/>
          <p:nvPr/>
        </p:nvSpPr>
        <p:spPr>
          <a:xfrm flipH="1" rot="10800000">
            <a:off x="5651998" y="3904625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7" name="Google Shape;2747;g101be01f4cc_0_2121"/>
          <p:cNvSpPr/>
          <p:nvPr/>
        </p:nvSpPr>
        <p:spPr>
          <a:xfrm flipH="1">
            <a:off x="6833168" y="3912200"/>
            <a:ext cx="5751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8" name="Google Shape;2748;g101be01f4cc_0_2121"/>
          <p:cNvGrpSpPr/>
          <p:nvPr/>
        </p:nvGrpSpPr>
        <p:grpSpPr>
          <a:xfrm>
            <a:off x="6039629" y="3567469"/>
            <a:ext cx="1198531" cy="1024796"/>
            <a:chOff x="9655277" y="2349909"/>
            <a:chExt cx="1198531" cy="1024796"/>
          </a:xfrm>
        </p:grpSpPr>
        <p:sp>
          <p:nvSpPr>
            <p:cNvPr id="2749" name="Google Shape;2749;g101be01f4cc_0_2121"/>
            <p:cNvSpPr/>
            <p:nvPr/>
          </p:nvSpPr>
          <p:spPr>
            <a:xfrm>
              <a:off x="9655277" y="2349909"/>
              <a:ext cx="1198531" cy="1024796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15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g101be01f4cc_0_2121"/>
            <p:cNvSpPr txBox="1"/>
            <p:nvPr/>
          </p:nvSpPr>
          <p:spPr>
            <a:xfrm>
              <a:off x="9753600" y="2635045"/>
              <a:ext cx="1020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g101be01f4cc_0_2304"/>
          <p:cNvSpPr txBox="1"/>
          <p:nvPr>
            <p:ph type="title"/>
          </p:nvPr>
        </p:nvSpPr>
        <p:spPr>
          <a:xfrm>
            <a:off x="826625" y="17402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state information diffusion</a:t>
            </a:r>
            <a:endParaRPr/>
          </a:p>
        </p:txBody>
      </p:sp>
      <p:grpSp>
        <p:nvGrpSpPr>
          <p:cNvPr id="2757" name="Google Shape;2757;g101be01f4cc_0_2304"/>
          <p:cNvGrpSpPr/>
          <p:nvPr/>
        </p:nvGrpSpPr>
        <p:grpSpPr>
          <a:xfrm>
            <a:off x="664085" y="1850804"/>
            <a:ext cx="4433504" cy="371245"/>
            <a:chOff x="664085" y="1925960"/>
            <a:chExt cx="4433504" cy="371245"/>
          </a:xfrm>
        </p:grpSpPr>
        <p:grpSp>
          <p:nvGrpSpPr>
            <p:cNvPr id="2758" name="Google Shape;2758;g101be01f4cc_0_2304"/>
            <p:cNvGrpSpPr/>
            <p:nvPr/>
          </p:nvGrpSpPr>
          <p:grpSpPr>
            <a:xfrm>
              <a:off x="664085" y="1927187"/>
              <a:ext cx="915474" cy="370018"/>
              <a:chOff x="1100106" y="2174236"/>
              <a:chExt cx="915474" cy="370018"/>
            </a:xfrm>
          </p:grpSpPr>
          <p:sp>
            <p:nvSpPr>
              <p:cNvPr id="2759" name="Google Shape;2759;g101be01f4cc_0_2304"/>
              <p:cNvSpPr txBox="1"/>
              <p:nvPr/>
            </p:nvSpPr>
            <p:spPr>
              <a:xfrm>
                <a:off x="1521480" y="2174954"/>
                <a:ext cx="494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60" name="Google Shape;2760;g101be01f4cc_0_2304"/>
              <p:cNvGrpSpPr/>
              <p:nvPr/>
            </p:nvGrpSpPr>
            <p:grpSpPr>
              <a:xfrm>
                <a:off x="1100106" y="2174236"/>
                <a:ext cx="386405" cy="364061"/>
                <a:chOff x="1100473" y="2174236"/>
                <a:chExt cx="431400" cy="364061"/>
              </a:xfrm>
            </p:grpSpPr>
            <p:sp>
              <p:nvSpPr>
                <p:cNvPr id="2761" name="Google Shape;2761;g101be01f4cc_0_2304"/>
                <p:cNvSpPr/>
                <p:nvPr/>
              </p:nvSpPr>
              <p:spPr>
                <a:xfrm>
                  <a:off x="1100473" y="2176595"/>
                  <a:ext cx="431400" cy="361500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762" name="Google Shape;2762;g101be01f4cc_0_2304"/>
                <p:cNvCxnSpPr/>
                <p:nvPr/>
              </p:nvCxnSpPr>
              <p:spPr>
                <a:xfrm>
                  <a:off x="1314533" y="2174236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63" name="Google Shape;2763;g101be01f4cc_0_2304"/>
                <p:cNvCxnSpPr/>
                <p:nvPr/>
              </p:nvCxnSpPr>
              <p:spPr>
                <a:xfrm>
                  <a:off x="1314533" y="2505897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64" name="Google Shape;2764;g101be01f4cc_0_2304"/>
                <p:cNvCxnSpPr/>
                <p:nvPr/>
              </p:nvCxnSpPr>
              <p:spPr>
                <a:xfrm rot="10800000">
                  <a:off x="1116663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65" name="Google Shape;2765;g101be01f4cc_0_2304"/>
                <p:cNvCxnSpPr/>
                <p:nvPr/>
              </p:nvCxnSpPr>
              <p:spPr>
                <a:xfrm rot="10800000">
                  <a:off x="1516484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66" name="Google Shape;2766;g101be01f4cc_0_2304"/>
                <p:cNvCxnSpPr/>
                <p:nvPr/>
              </p:nvCxnSpPr>
              <p:spPr>
                <a:xfrm>
                  <a:off x="1411431" y="249304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67" name="Google Shape;2767;g101be01f4cc_0_2304"/>
                <p:cNvCxnSpPr/>
                <p:nvPr/>
              </p:nvCxnSpPr>
              <p:spPr>
                <a:xfrm>
                  <a:off x="1205401" y="2199023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68" name="Google Shape;2768;g101be01f4cc_0_2304"/>
                <p:cNvCxnSpPr/>
                <p:nvPr/>
              </p:nvCxnSpPr>
              <p:spPr>
                <a:xfrm flipH="1">
                  <a:off x="1201257" y="249133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69" name="Google Shape;2769;g101be01f4cc_0_2304"/>
                <p:cNvCxnSpPr/>
                <p:nvPr/>
              </p:nvCxnSpPr>
              <p:spPr>
                <a:xfrm flipH="1">
                  <a:off x="1407287" y="2197314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70" name="Google Shape;2770;g101be01f4cc_0_2304"/>
                <p:cNvCxnSpPr/>
                <p:nvPr/>
              </p:nvCxnSpPr>
              <p:spPr>
                <a:xfrm flipH="1">
                  <a:off x="1480843" y="2263982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71" name="Google Shape;2771;g101be01f4cc_0_2304"/>
                <p:cNvCxnSpPr/>
                <p:nvPr/>
              </p:nvCxnSpPr>
              <p:spPr>
                <a:xfrm flipH="1">
                  <a:off x="1129981" y="2434925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72" name="Google Shape;2772;g101be01f4cc_0_2304"/>
                <p:cNvCxnSpPr/>
                <p:nvPr/>
              </p:nvCxnSpPr>
              <p:spPr>
                <a:xfrm rot="10800000">
                  <a:off x="1136100" y="2265821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73" name="Google Shape;2773;g101be01f4cc_0_2304"/>
                <p:cNvCxnSpPr/>
                <p:nvPr/>
              </p:nvCxnSpPr>
              <p:spPr>
                <a:xfrm rot="10800000">
                  <a:off x="1480843" y="2436764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774" name="Google Shape;2774;g101be01f4cc_0_2304"/>
                <p:cNvSpPr/>
                <p:nvPr/>
              </p:nvSpPr>
              <p:spPr>
                <a:xfrm>
                  <a:off x="1288014" y="2334922"/>
                  <a:ext cx="53100" cy="468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775" name="Google Shape;2775;g101be01f4cc_0_2304"/>
                <p:cNvCxnSpPr/>
                <p:nvPr/>
              </p:nvCxnSpPr>
              <p:spPr>
                <a:xfrm>
                  <a:off x="1314533" y="2230033"/>
                  <a:ext cx="0" cy="1116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2776" name="Google Shape;2776;g101be01f4cc_0_2304"/>
            <p:cNvSpPr txBox="1"/>
            <p:nvPr/>
          </p:nvSpPr>
          <p:spPr>
            <a:xfrm flipH="1">
              <a:off x="1653889" y="1925960"/>
              <a:ext cx="3443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is at c only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7" name="Google Shape;2777;g101be01f4cc_0_2304"/>
          <p:cNvGrpSpPr/>
          <p:nvPr/>
        </p:nvGrpSpPr>
        <p:grpSpPr>
          <a:xfrm>
            <a:off x="7171418" y="2007607"/>
            <a:ext cx="4448221" cy="4385940"/>
            <a:chOff x="6907258" y="1814567"/>
            <a:chExt cx="4448221" cy="4385940"/>
          </a:xfrm>
        </p:grpSpPr>
        <p:cxnSp>
          <p:nvCxnSpPr>
            <p:cNvPr id="2778" name="Google Shape;2778;g101be01f4cc_0_2304"/>
            <p:cNvCxnSpPr>
              <a:stCxn id="2779" idx="2"/>
              <a:endCxn id="2779" idx="0"/>
            </p:cNvCxnSpPr>
            <p:nvPr/>
          </p:nvCxnSpPr>
          <p:spPr>
            <a:xfrm rot="10800000">
              <a:off x="9141440" y="2037680"/>
              <a:ext cx="0" cy="3863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80" name="Google Shape;2780;g101be01f4cc_0_2304"/>
            <p:cNvCxnSpPr>
              <a:stCxn id="2779" idx="1"/>
              <a:endCxn id="2779" idx="3"/>
            </p:cNvCxnSpPr>
            <p:nvPr/>
          </p:nvCxnSpPr>
          <p:spPr>
            <a:xfrm>
              <a:off x="7209890" y="3969230"/>
              <a:ext cx="3863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79" name="Google Shape;2779;g101be01f4cc_0_2304"/>
            <p:cNvSpPr/>
            <p:nvPr/>
          </p:nvSpPr>
          <p:spPr>
            <a:xfrm>
              <a:off x="7209890" y="2037680"/>
              <a:ext cx="3863100" cy="38631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g101be01f4cc_0_2304"/>
            <p:cNvSpPr/>
            <p:nvPr/>
          </p:nvSpPr>
          <p:spPr>
            <a:xfrm>
              <a:off x="10991457" y="2109030"/>
              <a:ext cx="132600" cy="185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2" name="Google Shape;2782;g101be01f4cc_0_2304"/>
            <p:cNvGrpSpPr/>
            <p:nvPr/>
          </p:nvGrpSpPr>
          <p:grpSpPr>
            <a:xfrm>
              <a:off x="6945066" y="5680717"/>
              <a:ext cx="4410413" cy="454892"/>
              <a:chOff x="4333946" y="5772157"/>
              <a:chExt cx="4410413" cy="454892"/>
            </a:xfrm>
          </p:grpSpPr>
          <p:grpSp>
            <p:nvGrpSpPr>
              <p:cNvPr id="2783" name="Google Shape;2783;g101be01f4cc_0_2304"/>
              <p:cNvGrpSpPr/>
              <p:nvPr/>
            </p:nvGrpSpPr>
            <p:grpSpPr>
              <a:xfrm>
                <a:off x="4333946" y="5772157"/>
                <a:ext cx="531826" cy="419386"/>
                <a:chOff x="1348543" y="2475647"/>
                <a:chExt cx="603936" cy="476250"/>
              </a:xfrm>
            </p:grpSpPr>
            <p:grpSp>
              <p:nvGrpSpPr>
                <p:cNvPr id="2784" name="Google Shape;2784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785" name="Google Shape;2785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786" name="Google Shape;2786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87" name="Google Shape;2787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788" name="Google Shape;2788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89" name="Google Shape;2789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790" name="Google Shape;2790;g101be01f4cc_0_2304"/>
                <p:cNvGrpSpPr/>
                <p:nvPr/>
              </p:nvGrpSpPr>
              <p:grpSpPr>
                <a:xfrm>
                  <a:off x="1456374" y="2475647"/>
                  <a:ext cx="469381" cy="476250"/>
                  <a:chOff x="2944" y="2405"/>
                  <a:chExt cx="300" cy="300"/>
                </a:xfrm>
              </p:grpSpPr>
              <p:sp>
                <p:nvSpPr>
                  <p:cNvPr id="2791" name="Google Shape;2791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92" name="Google Shape;2792;g101be01f4cc_0_2304"/>
                  <p:cNvSpPr txBox="1"/>
                  <p:nvPr/>
                </p:nvSpPr>
                <p:spPr>
                  <a:xfrm>
                    <a:off x="2944" y="240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g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793" name="Google Shape;2793;g101be01f4cc_0_2304"/>
              <p:cNvGrpSpPr/>
              <p:nvPr/>
            </p:nvGrpSpPr>
            <p:grpSpPr>
              <a:xfrm>
                <a:off x="6264110" y="5807663"/>
                <a:ext cx="531826" cy="419386"/>
                <a:chOff x="1348543" y="2507397"/>
                <a:chExt cx="603936" cy="476250"/>
              </a:xfrm>
            </p:grpSpPr>
            <p:grpSp>
              <p:nvGrpSpPr>
                <p:cNvPr id="2794" name="Google Shape;2794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795" name="Google Shape;2795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796" name="Google Shape;2796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97" name="Google Shape;2797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798" name="Google Shape;2798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99" name="Google Shape;2799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00" name="Google Shape;2800;g101be01f4cc_0_2304"/>
                <p:cNvGrpSpPr/>
                <p:nvPr/>
              </p:nvGrpSpPr>
              <p:grpSpPr>
                <a:xfrm>
                  <a:off x="1456374" y="2507397"/>
                  <a:ext cx="469381" cy="476250"/>
                  <a:chOff x="2944" y="2425"/>
                  <a:chExt cx="300" cy="300"/>
                </a:xfrm>
              </p:grpSpPr>
              <p:sp>
                <p:nvSpPr>
                  <p:cNvPr id="2801" name="Google Shape;2801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02" name="Google Shape;2802;g101be01f4cc_0_2304"/>
                  <p:cNvSpPr txBox="1"/>
                  <p:nvPr/>
                </p:nvSpPr>
                <p:spPr>
                  <a:xfrm>
                    <a:off x="2944" y="242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803" name="Google Shape;2803;g101be01f4cc_0_2304"/>
              <p:cNvGrpSpPr/>
              <p:nvPr/>
            </p:nvGrpSpPr>
            <p:grpSpPr>
              <a:xfrm>
                <a:off x="8197476" y="5805214"/>
                <a:ext cx="546883" cy="419386"/>
                <a:chOff x="1348543" y="2507397"/>
                <a:chExt cx="621035" cy="476250"/>
              </a:xfrm>
            </p:grpSpPr>
            <p:grpSp>
              <p:nvGrpSpPr>
                <p:cNvPr id="2804" name="Google Shape;2804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805" name="Google Shape;2805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806" name="Google Shape;2806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07" name="Google Shape;2807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808" name="Google Shape;2808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09" name="Google Shape;2809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10" name="Google Shape;2810;g101be01f4cc_0_2304"/>
                <p:cNvGrpSpPr/>
                <p:nvPr/>
              </p:nvGrpSpPr>
              <p:grpSpPr>
                <a:xfrm>
                  <a:off x="1500196" y="2507397"/>
                  <a:ext cx="469382" cy="476250"/>
                  <a:chOff x="2972" y="2425"/>
                  <a:chExt cx="300" cy="300"/>
                </a:xfrm>
              </p:grpSpPr>
              <p:sp>
                <p:nvSpPr>
                  <p:cNvPr id="2811" name="Google Shape;2811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12" name="Google Shape;2812;g101be01f4cc_0_2304"/>
                  <p:cNvSpPr txBox="1"/>
                  <p:nvPr/>
                </p:nvSpPr>
                <p:spPr>
                  <a:xfrm>
                    <a:off x="2972" y="242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i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2813" name="Google Shape;2813;g101be01f4cc_0_2304"/>
            <p:cNvSpPr txBox="1"/>
            <p:nvPr/>
          </p:nvSpPr>
          <p:spPr>
            <a:xfrm>
              <a:off x="6916902" y="2779082"/>
              <a:ext cx="30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g101be01f4cc_0_2304"/>
            <p:cNvSpPr txBox="1"/>
            <p:nvPr/>
          </p:nvSpPr>
          <p:spPr>
            <a:xfrm>
              <a:off x="8828654" y="2769437"/>
              <a:ext cx="288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g101be01f4cc_0_2304"/>
            <p:cNvSpPr txBox="1"/>
            <p:nvPr/>
          </p:nvSpPr>
          <p:spPr>
            <a:xfrm>
              <a:off x="6907258" y="4795006"/>
              <a:ext cx="30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g101be01f4cc_0_2304"/>
            <p:cNvSpPr txBox="1"/>
            <p:nvPr/>
          </p:nvSpPr>
          <p:spPr>
            <a:xfrm>
              <a:off x="8842160" y="4796936"/>
              <a:ext cx="288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g101be01f4cc_0_2304"/>
            <p:cNvSpPr txBox="1"/>
            <p:nvPr/>
          </p:nvSpPr>
          <p:spPr>
            <a:xfrm>
              <a:off x="10765485" y="4798866"/>
              <a:ext cx="288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g101be01f4cc_0_2304"/>
            <p:cNvSpPr txBox="1"/>
            <p:nvPr/>
          </p:nvSpPr>
          <p:spPr>
            <a:xfrm>
              <a:off x="8053150" y="3938480"/>
              <a:ext cx="30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g101be01f4cc_0_2304"/>
            <p:cNvSpPr txBox="1"/>
            <p:nvPr/>
          </p:nvSpPr>
          <p:spPr>
            <a:xfrm>
              <a:off x="9964902" y="3928835"/>
              <a:ext cx="288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g101be01f4cc_0_2304"/>
            <p:cNvSpPr txBox="1"/>
            <p:nvPr/>
          </p:nvSpPr>
          <p:spPr>
            <a:xfrm>
              <a:off x="8055078" y="5861807"/>
              <a:ext cx="30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g101be01f4cc_0_2304"/>
            <p:cNvSpPr txBox="1"/>
            <p:nvPr/>
          </p:nvSpPr>
          <p:spPr>
            <a:xfrm>
              <a:off x="9966830" y="5852162"/>
              <a:ext cx="288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g101be01f4cc_0_2304"/>
            <p:cNvSpPr txBox="1"/>
            <p:nvPr/>
          </p:nvSpPr>
          <p:spPr>
            <a:xfrm>
              <a:off x="8057006" y="2032516"/>
              <a:ext cx="30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g101be01f4cc_0_2304"/>
            <p:cNvSpPr txBox="1"/>
            <p:nvPr/>
          </p:nvSpPr>
          <p:spPr>
            <a:xfrm>
              <a:off x="9968758" y="2022871"/>
              <a:ext cx="288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g101be01f4cc_0_2304"/>
            <p:cNvSpPr/>
            <p:nvPr/>
          </p:nvSpPr>
          <p:spPr>
            <a:xfrm rot="5400000">
              <a:off x="7011162" y="2469872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5" name="Google Shape;2825;g101be01f4cc_0_2304"/>
            <p:cNvSpPr/>
            <p:nvPr/>
          </p:nvSpPr>
          <p:spPr>
            <a:xfrm rot="-5400000">
              <a:off x="7006128" y="3379457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6" name="Google Shape;2826;g101be01f4cc_0_2304"/>
            <p:cNvSpPr/>
            <p:nvPr/>
          </p:nvSpPr>
          <p:spPr>
            <a:xfrm rot="5400000">
              <a:off x="8913702" y="2455126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7" name="Google Shape;2827;g101be01f4cc_0_2304"/>
            <p:cNvSpPr/>
            <p:nvPr/>
          </p:nvSpPr>
          <p:spPr>
            <a:xfrm rot="-5400000">
              <a:off x="8908670" y="3364709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8" name="Google Shape;2828;g101be01f4cc_0_2304"/>
            <p:cNvSpPr/>
            <p:nvPr/>
          </p:nvSpPr>
          <p:spPr>
            <a:xfrm rot="5400000">
              <a:off x="6981663" y="4367502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g101be01f4cc_0_2304"/>
            <p:cNvSpPr/>
            <p:nvPr/>
          </p:nvSpPr>
          <p:spPr>
            <a:xfrm rot="-5400000">
              <a:off x="6976630" y="5277086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g101be01f4cc_0_2304"/>
            <p:cNvSpPr/>
            <p:nvPr/>
          </p:nvSpPr>
          <p:spPr>
            <a:xfrm rot="5400000">
              <a:off x="8923537" y="4362591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g101be01f4cc_0_2304"/>
            <p:cNvSpPr/>
            <p:nvPr/>
          </p:nvSpPr>
          <p:spPr>
            <a:xfrm rot="-5400000">
              <a:off x="8918503" y="5272175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g101be01f4cc_0_2304"/>
            <p:cNvSpPr/>
            <p:nvPr/>
          </p:nvSpPr>
          <p:spPr>
            <a:xfrm rot="5400000">
              <a:off x="10865409" y="4357679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3" name="Google Shape;2833;g101be01f4cc_0_2304"/>
            <p:cNvSpPr/>
            <p:nvPr/>
          </p:nvSpPr>
          <p:spPr>
            <a:xfrm rot="-5400000">
              <a:off x="10860377" y="5267263"/>
              <a:ext cx="639000" cy="1572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g101be01f4cc_0_2304"/>
            <p:cNvSpPr/>
            <p:nvPr/>
          </p:nvSpPr>
          <p:spPr>
            <a:xfrm rot="10800000">
              <a:off x="10193605" y="5738239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5" name="Google Shape;2835;g101be01f4cc_0_2304"/>
            <p:cNvSpPr/>
            <p:nvPr/>
          </p:nvSpPr>
          <p:spPr>
            <a:xfrm>
              <a:off x="9430824" y="5743142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36" name="Google Shape;2836;g101be01f4cc_0_2304"/>
            <p:cNvGrpSpPr/>
            <p:nvPr/>
          </p:nvGrpSpPr>
          <p:grpSpPr>
            <a:xfrm>
              <a:off x="6947739" y="3742294"/>
              <a:ext cx="4403523" cy="454892"/>
              <a:chOff x="4333946" y="5772157"/>
              <a:chExt cx="4403523" cy="454892"/>
            </a:xfrm>
          </p:grpSpPr>
          <p:grpSp>
            <p:nvGrpSpPr>
              <p:cNvPr id="2837" name="Google Shape;2837;g101be01f4cc_0_2304"/>
              <p:cNvGrpSpPr/>
              <p:nvPr/>
            </p:nvGrpSpPr>
            <p:grpSpPr>
              <a:xfrm>
                <a:off x="4333946" y="5772157"/>
                <a:ext cx="531826" cy="419386"/>
                <a:chOff x="1348543" y="2475647"/>
                <a:chExt cx="603936" cy="476250"/>
              </a:xfrm>
            </p:grpSpPr>
            <p:grpSp>
              <p:nvGrpSpPr>
                <p:cNvPr id="2838" name="Google Shape;2838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839" name="Google Shape;2839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840" name="Google Shape;2840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41" name="Google Shape;2841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842" name="Google Shape;2842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3" name="Google Shape;2843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44" name="Google Shape;2844;g101be01f4cc_0_2304"/>
                <p:cNvGrpSpPr/>
                <p:nvPr/>
              </p:nvGrpSpPr>
              <p:grpSpPr>
                <a:xfrm>
                  <a:off x="1456374" y="2475647"/>
                  <a:ext cx="469381" cy="476250"/>
                  <a:chOff x="2944" y="2405"/>
                  <a:chExt cx="300" cy="300"/>
                </a:xfrm>
              </p:grpSpPr>
              <p:sp>
                <p:nvSpPr>
                  <p:cNvPr id="2845" name="Google Shape;2845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6" name="Google Shape;2846;g101be01f4cc_0_2304"/>
                  <p:cNvSpPr txBox="1"/>
                  <p:nvPr/>
                </p:nvSpPr>
                <p:spPr>
                  <a:xfrm>
                    <a:off x="2944" y="240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847" name="Google Shape;2847;g101be01f4cc_0_2304"/>
              <p:cNvGrpSpPr/>
              <p:nvPr/>
            </p:nvGrpSpPr>
            <p:grpSpPr>
              <a:xfrm>
                <a:off x="6264110" y="5807663"/>
                <a:ext cx="531826" cy="419386"/>
                <a:chOff x="1348543" y="2507397"/>
                <a:chExt cx="603936" cy="476250"/>
              </a:xfrm>
            </p:grpSpPr>
            <p:grpSp>
              <p:nvGrpSpPr>
                <p:cNvPr id="2848" name="Google Shape;2848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849" name="Google Shape;2849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850" name="Google Shape;2850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51" name="Google Shape;2851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852" name="Google Shape;2852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3" name="Google Shape;2853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54" name="Google Shape;2854;g101be01f4cc_0_2304"/>
                <p:cNvGrpSpPr/>
                <p:nvPr/>
              </p:nvGrpSpPr>
              <p:grpSpPr>
                <a:xfrm>
                  <a:off x="1456374" y="2507397"/>
                  <a:ext cx="469381" cy="476250"/>
                  <a:chOff x="2944" y="2425"/>
                  <a:chExt cx="300" cy="300"/>
                </a:xfrm>
              </p:grpSpPr>
              <p:sp>
                <p:nvSpPr>
                  <p:cNvPr id="2855" name="Google Shape;2855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6" name="Google Shape;2856;g101be01f4cc_0_2304"/>
                  <p:cNvSpPr txBox="1"/>
                  <p:nvPr/>
                </p:nvSpPr>
                <p:spPr>
                  <a:xfrm>
                    <a:off x="2944" y="242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e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857" name="Google Shape;2857;g101be01f4cc_0_2304"/>
              <p:cNvGrpSpPr/>
              <p:nvPr/>
            </p:nvGrpSpPr>
            <p:grpSpPr>
              <a:xfrm>
                <a:off x="8197476" y="5805214"/>
                <a:ext cx="539993" cy="419386"/>
                <a:chOff x="1348543" y="2507397"/>
                <a:chExt cx="613211" cy="476250"/>
              </a:xfrm>
            </p:grpSpPr>
            <p:grpSp>
              <p:nvGrpSpPr>
                <p:cNvPr id="2858" name="Google Shape;2858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859" name="Google Shape;2859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860" name="Google Shape;2860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61" name="Google Shape;2861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862" name="Google Shape;2862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3" name="Google Shape;2863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64" name="Google Shape;2864;g101be01f4cc_0_2304"/>
                <p:cNvGrpSpPr/>
                <p:nvPr/>
              </p:nvGrpSpPr>
              <p:grpSpPr>
                <a:xfrm>
                  <a:off x="1492372" y="2507397"/>
                  <a:ext cx="469382" cy="476250"/>
                  <a:chOff x="2967" y="2425"/>
                  <a:chExt cx="300" cy="300"/>
                </a:xfrm>
              </p:grpSpPr>
              <p:sp>
                <p:nvSpPr>
                  <p:cNvPr id="2865" name="Google Shape;2865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6" name="Google Shape;2866;g101be01f4cc_0_2304"/>
                  <p:cNvSpPr txBox="1"/>
                  <p:nvPr/>
                </p:nvSpPr>
                <p:spPr>
                  <a:xfrm>
                    <a:off x="2967" y="242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2867" name="Google Shape;2867;g101be01f4cc_0_2304"/>
            <p:cNvGrpSpPr/>
            <p:nvPr/>
          </p:nvGrpSpPr>
          <p:grpSpPr>
            <a:xfrm>
              <a:off x="6945066" y="1814567"/>
              <a:ext cx="4395356" cy="454892"/>
              <a:chOff x="4333946" y="5772157"/>
              <a:chExt cx="4395356" cy="454892"/>
            </a:xfrm>
          </p:grpSpPr>
          <p:grpSp>
            <p:nvGrpSpPr>
              <p:cNvPr id="2868" name="Google Shape;2868;g101be01f4cc_0_2304"/>
              <p:cNvGrpSpPr/>
              <p:nvPr/>
            </p:nvGrpSpPr>
            <p:grpSpPr>
              <a:xfrm>
                <a:off x="4333946" y="5772157"/>
                <a:ext cx="531826" cy="419386"/>
                <a:chOff x="1348543" y="2475647"/>
                <a:chExt cx="603936" cy="476250"/>
              </a:xfrm>
            </p:grpSpPr>
            <p:grpSp>
              <p:nvGrpSpPr>
                <p:cNvPr id="2869" name="Google Shape;2869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870" name="Google Shape;2870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871" name="Google Shape;2871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72" name="Google Shape;2872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873" name="Google Shape;2873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4" name="Google Shape;2874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75" name="Google Shape;2875;g101be01f4cc_0_2304"/>
                <p:cNvGrpSpPr/>
                <p:nvPr/>
              </p:nvGrpSpPr>
              <p:grpSpPr>
                <a:xfrm>
                  <a:off x="1456374" y="2475647"/>
                  <a:ext cx="469381" cy="476250"/>
                  <a:chOff x="2944" y="2405"/>
                  <a:chExt cx="300" cy="300"/>
                </a:xfrm>
              </p:grpSpPr>
              <p:sp>
                <p:nvSpPr>
                  <p:cNvPr id="2876" name="Google Shape;2876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7" name="Google Shape;2877;g101be01f4cc_0_2304"/>
                  <p:cNvSpPr txBox="1"/>
                  <p:nvPr/>
                </p:nvSpPr>
                <p:spPr>
                  <a:xfrm>
                    <a:off x="2944" y="240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878" name="Google Shape;2878;g101be01f4cc_0_2304"/>
              <p:cNvGrpSpPr/>
              <p:nvPr/>
            </p:nvGrpSpPr>
            <p:grpSpPr>
              <a:xfrm>
                <a:off x="6264110" y="5807663"/>
                <a:ext cx="531826" cy="419386"/>
                <a:chOff x="1348543" y="2507397"/>
                <a:chExt cx="603936" cy="476250"/>
              </a:xfrm>
            </p:grpSpPr>
            <p:grpSp>
              <p:nvGrpSpPr>
                <p:cNvPr id="2879" name="Google Shape;2879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880" name="Google Shape;2880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881" name="Google Shape;2881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82" name="Google Shape;2882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883" name="Google Shape;2883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4" name="Google Shape;2884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85" name="Google Shape;2885;g101be01f4cc_0_2304"/>
                <p:cNvGrpSpPr/>
                <p:nvPr/>
              </p:nvGrpSpPr>
              <p:grpSpPr>
                <a:xfrm>
                  <a:off x="1456374" y="2507397"/>
                  <a:ext cx="469381" cy="476250"/>
                  <a:chOff x="2944" y="2425"/>
                  <a:chExt cx="300" cy="300"/>
                </a:xfrm>
              </p:grpSpPr>
              <p:sp>
                <p:nvSpPr>
                  <p:cNvPr id="2886" name="Google Shape;2886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7" name="Google Shape;2887;g101be01f4cc_0_2304"/>
                  <p:cNvSpPr txBox="1"/>
                  <p:nvPr/>
                </p:nvSpPr>
                <p:spPr>
                  <a:xfrm>
                    <a:off x="2944" y="242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888" name="Google Shape;2888;g101be01f4cc_0_2304"/>
              <p:cNvGrpSpPr/>
              <p:nvPr/>
            </p:nvGrpSpPr>
            <p:grpSpPr>
              <a:xfrm>
                <a:off x="8197476" y="5805214"/>
                <a:ext cx="531826" cy="419386"/>
                <a:chOff x="1348543" y="2507397"/>
                <a:chExt cx="603936" cy="476250"/>
              </a:xfrm>
            </p:grpSpPr>
            <p:grpSp>
              <p:nvGrpSpPr>
                <p:cNvPr id="2889" name="Google Shape;2889;g101be01f4cc_0_2304"/>
                <p:cNvGrpSpPr/>
                <p:nvPr/>
              </p:nvGrpSpPr>
              <p:grpSpPr>
                <a:xfrm>
                  <a:off x="1348543" y="2555709"/>
                  <a:ext cx="603936" cy="309144"/>
                  <a:chOff x="5278570" y="2983486"/>
                  <a:chExt cx="501650" cy="233475"/>
                </a:xfrm>
              </p:grpSpPr>
              <p:sp>
                <p:nvSpPr>
                  <p:cNvPr id="2890" name="Google Shape;2890;g101be01f4cc_0_2304"/>
                  <p:cNvSpPr/>
                  <p:nvPr/>
                </p:nvSpPr>
                <p:spPr>
                  <a:xfrm>
                    <a:off x="5283332" y="3088261"/>
                    <a:ext cx="496800" cy="1287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891" name="Google Shape;2891;g101be01f4cc_0_2304"/>
                  <p:cNvCxnSpPr/>
                  <p:nvPr/>
                </p:nvCxnSpPr>
                <p:spPr>
                  <a:xfrm>
                    <a:off x="5283332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92" name="Google Shape;2892;g101be01f4cc_0_2304"/>
                  <p:cNvCxnSpPr/>
                  <p:nvPr/>
                </p:nvCxnSpPr>
                <p:spPr>
                  <a:xfrm>
                    <a:off x="5780220" y="3077148"/>
                    <a:ext cx="0" cy="795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893" name="Google Shape;2893;g101be01f4cc_0_2304"/>
                  <p:cNvSpPr/>
                  <p:nvPr/>
                </p:nvSpPr>
                <p:spPr>
                  <a:xfrm>
                    <a:off x="5283332" y="3077148"/>
                    <a:ext cx="492000" cy="7770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4" name="Google Shape;2894;g101be01f4cc_0_2304"/>
                  <p:cNvSpPr/>
                  <p:nvPr/>
                </p:nvSpPr>
                <p:spPr>
                  <a:xfrm>
                    <a:off x="5278570" y="2983486"/>
                    <a:ext cx="496800" cy="150900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95" name="Google Shape;2895;g101be01f4cc_0_2304"/>
                <p:cNvGrpSpPr/>
                <p:nvPr/>
              </p:nvGrpSpPr>
              <p:grpSpPr>
                <a:xfrm>
                  <a:off x="1464202" y="2507397"/>
                  <a:ext cx="469382" cy="476250"/>
                  <a:chOff x="2949" y="2425"/>
                  <a:chExt cx="300" cy="300"/>
                </a:xfrm>
              </p:grpSpPr>
              <p:sp>
                <p:nvSpPr>
                  <p:cNvPr id="2896" name="Google Shape;2896;g101be01f4cc_0_2304"/>
                  <p:cNvSpPr/>
                  <p:nvPr/>
                </p:nvSpPr>
                <p:spPr>
                  <a:xfrm>
                    <a:off x="2982" y="2490"/>
                    <a:ext cx="0" cy="0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7" name="Google Shape;2897;g101be01f4cc_0_2304"/>
                  <p:cNvSpPr txBox="1"/>
                  <p:nvPr/>
                </p:nvSpPr>
                <p:spPr>
                  <a:xfrm>
                    <a:off x="2949" y="2425"/>
                    <a:ext cx="300" cy="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2898" name="Google Shape;2898;g101be01f4cc_0_2304"/>
            <p:cNvSpPr/>
            <p:nvPr/>
          </p:nvSpPr>
          <p:spPr>
            <a:xfrm rot="10800000">
              <a:off x="8271227" y="5751607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9" name="Google Shape;2899;g101be01f4cc_0_2304"/>
            <p:cNvSpPr/>
            <p:nvPr/>
          </p:nvSpPr>
          <p:spPr>
            <a:xfrm>
              <a:off x="7508446" y="5756510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0" name="Google Shape;2900;g101be01f4cc_0_2304"/>
            <p:cNvSpPr/>
            <p:nvPr/>
          </p:nvSpPr>
          <p:spPr>
            <a:xfrm rot="10800000">
              <a:off x="8263208" y="3813185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g101be01f4cc_0_2304"/>
            <p:cNvSpPr/>
            <p:nvPr/>
          </p:nvSpPr>
          <p:spPr>
            <a:xfrm>
              <a:off x="7516468" y="3818088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g101be01f4cc_0_2304"/>
            <p:cNvSpPr/>
            <p:nvPr/>
          </p:nvSpPr>
          <p:spPr>
            <a:xfrm rot="10800000">
              <a:off x="8271230" y="1874763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g101be01f4cc_0_2304"/>
            <p:cNvSpPr/>
            <p:nvPr/>
          </p:nvSpPr>
          <p:spPr>
            <a:xfrm>
              <a:off x="7535184" y="1895707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g101be01f4cc_0_2304"/>
            <p:cNvSpPr/>
            <p:nvPr/>
          </p:nvSpPr>
          <p:spPr>
            <a:xfrm rot="10800000">
              <a:off x="10193609" y="1877436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g101be01f4cc_0_2304"/>
            <p:cNvSpPr/>
            <p:nvPr/>
          </p:nvSpPr>
          <p:spPr>
            <a:xfrm>
              <a:off x="9430828" y="1882339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g101be01f4cc_0_2304"/>
            <p:cNvSpPr/>
            <p:nvPr/>
          </p:nvSpPr>
          <p:spPr>
            <a:xfrm rot="10800000">
              <a:off x="10206979" y="3815857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g101be01f4cc_0_2304"/>
            <p:cNvSpPr/>
            <p:nvPr/>
          </p:nvSpPr>
          <p:spPr>
            <a:xfrm>
              <a:off x="9444198" y="3820760"/>
              <a:ext cx="575100" cy="15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8" name="Google Shape;2908;g101be01f4cc_0_2304"/>
          <p:cNvGrpSpPr/>
          <p:nvPr/>
        </p:nvGrpSpPr>
        <p:grpSpPr>
          <a:xfrm>
            <a:off x="660682" y="2400132"/>
            <a:ext cx="5730664" cy="978900"/>
            <a:chOff x="660682" y="2475288"/>
            <a:chExt cx="5730664" cy="978900"/>
          </a:xfrm>
        </p:grpSpPr>
        <p:sp>
          <p:nvSpPr>
            <p:cNvPr id="2909" name="Google Shape;2909;g101be01f4cc_0_2304"/>
            <p:cNvSpPr txBox="1"/>
            <p:nvPr/>
          </p:nvSpPr>
          <p:spPr>
            <a:xfrm flipH="1">
              <a:off x="1644446" y="2475288"/>
              <a:ext cx="4746900" cy="9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has propagated to b, and may influence distance vector computations up to </a:t>
              </a:r>
              <a:r>
                <a:rPr b="1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hop away, i.e., at 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0" name="Google Shape;2910;g101be01f4cc_0_2304"/>
            <p:cNvGrpSpPr/>
            <p:nvPr/>
          </p:nvGrpSpPr>
          <p:grpSpPr>
            <a:xfrm>
              <a:off x="660682" y="2750299"/>
              <a:ext cx="915474" cy="370018"/>
              <a:chOff x="1100106" y="2174236"/>
              <a:chExt cx="915474" cy="370018"/>
            </a:xfrm>
          </p:grpSpPr>
          <p:sp>
            <p:nvSpPr>
              <p:cNvPr id="2911" name="Google Shape;2911;g101be01f4cc_0_2304"/>
              <p:cNvSpPr txBox="1"/>
              <p:nvPr/>
            </p:nvSpPr>
            <p:spPr>
              <a:xfrm>
                <a:off x="1521480" y="2174954"/>
                <a:ext cx="494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12" name="Google Shape;2912;g101be01f4cc_0_2304"/>
              <p:cNvGrpSpPr/>
              <p:nvPr/>
            </p:nvGrpSpPr>
            <p:grpSpPr>
              <a:xfrm>
                <a:off x="1100106" y="2174236"/>
                <a:ext cx="386405" cy="364061"/>
                <a:chOff x="1100473" y="2174236"/>
                <a:chExt cx="431400" cy="364061"/>
              </a:xfrm>
            </p:grpSpPr>
            <p:sp>
              <p:nvSpPr>
                <p:cNvPr id="2913" name="Google Shape;2913;g101be01f4cc_0_2304"/>
                <p:cNvSpPr/>
                <p:nvPr/>
              </p:nvSpPr>
              <p:spPr>
                <a:xfrm>
                  <a:off x="1100473" y="2176595"/>
                  <a:ext cx="431400" cy="361500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14" name="Google Shape;2914;g101be01f4cc_0_2304"/>
                <p:cNvCxnSpPr/>
                <p:nvPr/>
              </p:nvCxnSpPr>
              <p:spPr>
                <a:xfrm>
                  <a:off x="1314533" y="2174236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15" name="Google Shape;2915;g101be01f4cc_0_2304"/>
                <p:cNvCxnSpPr/>
                <p:nvPr/>
              </p:nvCxnSpPr>
              <p:spPr>
                <a:xfrm>
                  <a:off x="1314533" y="2505897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16" name="Google Shape;2916;g101be01f4cc_0_2304"/>
                <p:cNvCxnSpPr/>
                <p:nvPr/>
              </p:nvCxnSpPr>
              <p:spPr>
                <a:xfrm rot="10800000">
                  <a:off x="1116663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17" name="Google Shape;2917;g101be01f4cc_0_2304"/>
                <p:cNvCxnSpPr/>
                <p:nvPr/>
              </p:nvCxnSpPr>
              <p:spPr>
                <a:xfrm rot="10800000">
                  <a:off x="1516484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18" name="Google Shape;2918;g101be01f4cc_0_2304"/>
                <p:cNvCxnSpPr/>
                <p:nvPr/>
              </p:nvCxnSpPr>
              <p:spPr>
                <a:xfrm>
                  <a:off x="1411431" y="249304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19" name="Google Shape;2919;g101be01f4cc_0_2304"/>
                <p:cNvCxnSpPr/>
                <p:nvPr/>
              </p:nvCxnSpPr>
              <p:spPr>
                <a:xfrm>
                  <a:off x="1205401" y="2199023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20" name="Google Shape;2920;g101be01f4cc_0_2304"/>
                <p:cNvCxnSpPr/>
                <p:nvPr/>
              </p:nvCxnSpPr>
              <p:spPr>
                <a:xfrm flipH="1">
                  <a:off x="1201257" y="249133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21" name="Google Shape;2921;g101be01f4cc_0_2304"/>
                <p:cNvCxnSpPr/>
                <p:nvPr/>
              </p:nvCxnSpPr>
              <p:spPr>
                <a:xfrm flipH="1">
                  <a:off x="1407287" y="2197314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22" name="Google Shape;2922;g101be01f4cc_0_2304"/>
                <p:cNvCxnSpPr/>
                <p:nvPr/>
              </p:nvCxnSpPr>
              <p:spPr>
                <a:xfrm flipH="1">
                  <a:off x="1480843" y="2263982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23" name="Google Shape;2923;g101be01f4cc_0_2304"/>
                <p:cNvCxnSpPr/>
                <p:nvPr/>
              </p:nvCxnSpPr>
              <p:spPr>
                <a:xfrm flipH="1">
                  <a:off x="1129981" y="2434925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24" name="Google Shape;2924;g101be01f4cc_0_2304"/>
                <p:cNvCxnSpPr/>
                <p:nvPr/>
              </p:nvCxnSpPr>
              <p:spPr>
                <a:xfrm rot="10800000">
                  <a:off x="1136100" y="2265821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25" name="Google Shape;2925;g101be01f4cc_0_2304"/>
                <p:cNvCxnSpPr/>
                <p:nvPr/>
              </p:nvCxnSpPr>
              <p:spPr>
                <a:xfrm rot="10800000">
                  <a:off x="1480843" y="2436764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926" name="Google Shape;2926;g101be01f4cc_0_2304"/>
                <p:cNvSpPr/>
                <p:nvPr/>
              </p:nvSpPr>
              <p:spPr>
                <a:xfrm>
                  <a:off x="1288014" y="2334922"/>
                  <a:ext cx="53100" cy="468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27" name="Google Shape;2927;g101be01f4cc_0_2304"/>
                <p:cNvCxnSpPr/>
                <p:nvPr/>
              </p:nvCxnSpPr>
              <p:spPr>
                <a:xfrm flipH="1">
                  <a:off x="1318065" y="2243337"/>
                  <a:ext cx="79800" cy="1110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2928" name="Google Shape;2928;g101be01f4cc_0_2304"/>
          <p:cNvGrpSpPr/>
          <p:nvPr/>
        </p:nvGrpSpPr>
        <p:grpSpPr>
          <a:xfrm>
            <a:off x="647347" y="3464640"/>
            <a:ext cx="5837273" cy="978900"/>
            <a:chOff x="647347" y="3539796"/>
            <a:chExt cx="5837273" cy="978900"/>
          </a:xfrm>
        </p:grpSpPr>
        <p:sp>
          <p:nvSpPr>
            <p:cNvPr id="2929" name="Google Shape;2929;g101be01f4cc_0_2304"/>
            <p:cNvSpPr txBox="1"/>
            <p:nvPr/>
          </p:nvSpPr>
          <p:spPr>
            <a:xfrm flipH="1">
              <a:off x="1638720" y="3539796"/>
              <a:ext cx="4845900" cy="9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now influence distance vector computations up to </a:t>
              </a:r>
              <a:r>
                <a:rPr b="1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hops away, i.e., at b and now at a, e as well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30" name="Google Shape;2930;g101be01f4cc_0_2304"/>
            <p:cNvGrpSpPr/>
            <p:nvPr/>
          </p:nvGrpSpPr>
          <p:grpSpPr>
            <a:xfrm>
              <a:off x="647347" y="3789159"/>
              <a:ext cx="915474" cy="370018"/>
              <a:chOff x="1100106" y="2174236"/>
              <a:chExt cx="915474" cy="370018"/>
            </a:xfrm>
          </p:grpSpPr>
          <p:sp>
            <p:nvSpPr>
              <p:cNvPr id="2931" name="Google Shape;2931;g101be01f4cc_0_2304"/>
              <p:cNvSpPr txBox="1"/>
              <p:nvPr/>
            </p:nvSpPr>
            <p:spPr>
              <a:xfrm>
                <a:off x="1521480" y="2174954"/>
                <a:ext cx="494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32" name="Google Shape;2932;g101be01f4cc_0_2304"/>
              <p:cNvGrpSpPr/>
              <p:nvPr/>
            </p:nvGrpSpPr>
            <p:grpSpPr>
              <a:xfrm>
                <a:off x="1100106" y="2174236"/>
                <a:ext cx="386405" cy="364061"/>
                <a:chOff x="1100473" y="2174236"/>
                <a:chExt cx="431400" cy="364061"/>
              </a:xfrm>
            </p:grpSpPr>
            <p:sp>
              <p:nvSpPr>
                <p:cNvPr id="2933" name="Google Shape;2933;g101be01f4cc_0_2304"/>
                <p:cNvSpPr/>
                <p:nvPr/>
              </p:nvSpPr>
              <p:spPr>
                <a:xfrm>
                  <a:off x="1100473" y="2176595"/>
                  <a:ext cx="431400" cy="361500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34" name="Google Shape;2934;g101be01f4cc_0_2304"/>
                <p:cNvCxnSpPr/>
                <p:nvPr/>
              </p:nvCxnSpPr>
              <p:spPr>
                <a:xfrm>
                  <a:off x="1314533" y="2174236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35" name="Google Shape;2935;g101be01f4cc_0_2304"/>
                <p:cNvCxnSpPr/>
                <p:nvPr/>
              </p:nvCxnSpPr>
              <p:spPr>
                <a:xfrm>
                  <a:off x="1314533" y="2505897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36" name="Google Shape;2936;g101be01f4cc_0_2304"/>
                <p:cNvCxnSpPr/>
                <p:nvPr/>
              </p:nvCxnSpPr>
              <p:spPr>
                <a:xfrm rot="10800000">
                  <a:off x="1116663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37" name="Google Shape;2937;g101be01f4cc_0_2304"/>
                <p:cNvCxnSpPr/>
                <p:nvPr/>
              </p:nvCxnSpPr>
              <p:spPr>
                <a:xfrm rot="10800000">
                  <a:off x="1516484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38" name="Google Shape;2938;g101be01f4cc_0_2304"/>
                <p:cNvCxnSpPr/>
                <p:nvPr/>
              </p:nvCxnSpPr>
              <p:spPr>
                <a:xfrm>
                  <a:off x="1411431" y="249304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39" name="Google Shape;2939;g101be01f4cc_0_2304"/>
                <p:cNvCxnSpPr/>
                <p:nvPr/>
              </p:nvCxnSpPr>
              <p:spPr>
                <a:xfrm>
                  <a:off x="1205401" y="2199023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40" name="Google Shape;2940;g101be01f4cc_0_2304"/>
                <p:cNvCxnSpPr/>
                <p:nvPr/>
              </p:nvCxnSpPr>
              <p:spPr>
                <a:xfrm flipH="1">
                  <a:off x="1201257" y="249133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41" name="Google Shape;2941;g101be01f4cc_0_2304"/>
                <p:cNvCxnSpPr/>
                <p:nvPr/>
              </p:nvCxnSpPr>
              <p:spPr>
                <a:xfrm flipH="1">
                  <a:off x="1407287" y="2197314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42" name="Google Shape;2942;g101be01f4cc_0_2304"/>
                <p:cNvCxnSpPr/>
                <p:nvPr/>
              </p:nvCxnSpPr>
              <p:spPr>
                <a:xfrm flipH="1">
                  <a:off x="1480843" y="2263982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43" name="Google Shape;2943;g101be01f4cc_0_2304"/>
                <p:cNvCxnSpPr/>
                <p:nvPr/>
              </p:nvCxnSpPr>
              <p:spPr>
                <a:xfrm flipH="1">
                  <a:off x="1129981" y="2434925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44" name="Google Shape;2944;g101be01f4cc_0_2304"/>
                <p:cNvCxnSpPr/>
                <p:nvPr/>
              </p:nvCxnSpPr>
              <p:spPr>
                <a:xfrm rot="10800000">
                  <a:off x="1136100" y="2265821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45" name="Google Shape;2945;g101be01f4cc_0_2304"/>
                <p:cNvCxnSpPr/>
                <p:nvPr/>
              </p:nvCxnSpPr>
              <p:spPr>
                <a:xfrm rot="10800000">
                  <a:off x="1480843" y="2436764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946" name="Google Shape;2946;g101be01f4cc_0_2304"/>
                <p:cNvSpPr/>
                <p:nvPr/>
              </p:nvSpPr>
              <p:spPr>
                <a:xfrm>
                  <a:off x="1288014" y="2334922"/>
                  <a:ext cx="53100" cy="468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47" name="Google Shape;2947;g101be01f4cc_0_2304"/>
                <p:cNvCxnSpPr/>
                <p:nvPr/>
              </p:nvCxnSpPr>
              <p:spPr>
                <a:xfrm flipH="1">
                  <a:off x="1310877" y="2293502"/>
                  <a:ext cx="151500" cy="672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2948" name="Google Shape;2948;g101be01f4cc_0_2304"/>
          <p:cNvGrpSpPr/>
          <p:nvPr/>
        </p:nvGrpSpPr>
        <p:grpSpPr>
          <a:xfrm>
            <a:off x="660682" y="4629055"/>
            <a:ext cx="5996658" cy="702000"/>
            <a:chOff x="660682" y="4629055"/>
            <a:chExt cx="5996658" cy="702000"/>
          </a:xfrm>
        </p:grpSpPr>
        <p:sp>
          <p:nvSpPr>
            <p:cNvPr id="2949" name="Google Shape;2949;g101be01f4cc_0_2304"/>
            <p:cNvSpPr txBox="1"/>
            <p:nvPr/>
          </p:nvSpPr>
          <p:spPr>
            <a:xfrm flipH="1">
              <a:off x="1659040" y="4629055"/>
              <a:ext cx="49983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d, f, 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50" name="Google Shape;2950;g101be01f4cc_0_2304"/>
            <p:cNvGrpSpPr/>
            <p:nvPr/>
          </p:nvGrpSpPr>
          <p:grpSpPr>
            <a:xfrm>
              <a:off x="660682" y="4761979"/>
              <a:ext cx="915474" cy="370018"/>
              <a:chOff x="1100106" y="2174236"/>
              <a:chExt cx="915474" cy="370018"/>
            </a:xfrm>
          </p:grpSpPr>
          <p:sp>
            <p:nvSpPr>
              <p:cNvPr id="2951" name="Google Shape;2951;g101be01f4cc_0_2304"/>
              <p:cNvSpPr txBox="1"/>
              <p:nvPr/>
            </p:nvSpPr>
            <p:spPr>
              <a:xfrm>
                <a:off x="1521480" y="2174954"/>
                <a:ext cx="494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52" name="Google Shape;2952;g101be01f4cc_0_2304"/>
              <p:cNvGrpSpPr/>
              <p:nvPr/>
            </p:nvGrpSpPr>
            <p:grpSpPr>
              <a:xfrm>
                <a:off x="1100106" y="2174236"/>
                <a:ext cx="386405" cy="364061"/>
                <a:chOff x="1100473" y="2174236"/>
                <a:chExt cx="431400" cy="364061"/>
              </a:xfrm>
            </p:grpSpPr>
            <p:sp>
              <p:nvSpPr>
                <p:cNvPr id="2953" name="Google Shape;2953;g101be01f4cc_0_2304"/>
                <p:cNvSpPr/>
                <p:nvPr/>
              </p:nvSpPr>
              <p:spPr>
                <a:xfrm>
                  <a:off x="1100473" y="2176595"/>
                  <a:ext cx="431400" cy="361500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54" name="Google Shape;2954;g101be01f4cc_0_2304"/>
                <p:cNvCxnSpPr/>
                <p:nvPr/>
              </p:nvCxnSpPr>
              <p:spPr>
                <a:xfrm>
                  <a:off x="1314533" y="2174236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55" name="Google Shape;2955;g101be01f4cc_0_2304"/>
                <p:cNvCxnSpPr/>
                <p:nvPr/>
              </p:nvCxnSpPr>
              <p:spPr>
                <a:xfrm>
                  <a:off x="1314533" y="2505897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56" name="Google Shape;2956;g101be01f4cc_0_2304"/>
                <p:cNvCxnSpPr/>
                <p:nvPr/>
              </p:nvCxnSpPr>
              <p:spPr>
                <a:xfrm rot="10800000">
                  <a:off x="1116663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57" name="Google Shape;2957;g101be01f4cc_0_2304"/>
                <p:cNvCxnSpPr/>
                <p:nvPr/>
              </p:nvCxnSpPr>
              <p:spPr>
                <a:xfrm rot="10800000">
                  <a:off x="1516484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58" name="Google Shape;2958;g101be01f4cc_0_2304"/>
                <p:cNvCxnSpPr/>
                <p:nvPr/>
              </p:nvCxnSpPr>
              <p:spPr>
                <a:xfrm>
                  <a:off x="1411431" y="249304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59" name="Google Shape;2959;g101be01f4cc_0_2304"/>
                <p:cNvCxnSpPr/>
                <p:nvPr/>
              </p:nvCxnSpPr>
              <p:spPr>
                <a:xfrm>
                  <a:off x="1205401" y="2199023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60" name="Google Shape;2960;g101be01f4cc_0_2304"/>
                <p:cNvCxnSpPr/>
                <p:nvPr/>
              </p:nvCxnSpPr>
              <p:spPr>
                <a:xfrm flipH="1">
                  <a:off x="1201257" y="249133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61" name="Google Shape;2961;g101be01f4cc_0_2304"/>
                <p:cNvCxnSpPr/>
                <p:nvPr/>
              </p:nvCxnSpPr>
              <p:spPr>
                <a:xfrm flipH="1">
                  <a:off x="1407287" y="2197314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62" name="Google Shape;2962;g101be01f4cc_0_2304"/>
                <p:cNvCxnSpPr/>
                <p:nvPr/>
              </p:nvCxnSpPr>
              <p:spPr>
                <a:xfrm flipH="1">
                  <a:off x="1480843" y="2263982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63" name="Google Shape;2963;g101be01f4cc_0_2304"/>
                <p:cNvCxnSpPr/>
                <p:nvPr/>
              </p:nvCxnSpPr>
              <p:spPr>
                <a:xfrm flipH="1">
                  <a:off x="1129981" y="2434925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64" name="Google Shape;2964;g101be01f4cc_0_2304"/>
                <p:cNvCxnSpPr/>
                <p:nvPr/>
              </p:nvCxnSpPr>
              <p:spPr>
                <a:xfrm rot="10800000">
                  <a:off x="1136100" y="2265821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65" name="Google Shape;2965;g101be01f4cc_0_2304"/>
                <p:cNvCxnSpPr/>
                <p:nvPr/>
              </p:nvCxnSpPr>
              <p:spPr>
                <a:xfrm rot="10800000">
                  <a:off x="1480843" y="2436764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966" name="Google Shape;2966;g101be01f4cc_0_2304"/>
                <p:cNvSpPr/>
                <p:nvPr/>
              </p:nvSpPr>
              <p:spPr>
                <a:xfrm>
                  <a:off x="1288014" y="2334922"/>
                  <a:ext cx="53100" cy="468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67" name="Google Shape;2967;g101be01f4cc_0_2304"/>
                <p:cNvCxnSpPr/>
                <p:nvPr/>
              </p:nvCxnSpPr>
              <p:spPr>
                <a:xfrm rot="10800000">
                  <a:off x="1314557" y="2354460"/>
                  <a:ext cx="154200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2968" name="Google Shape;2968;g101be01f4cc_0_2304"/>
          <p:cNvGrpSpPr/>
          <p:nvPr/>
        </p:nvGrpSpPr>
        <p:grpSpPr>
          <a:xfrm>
            <a:off x="660682" y="5652999"/>
            <a:ext cx="5915318" cy="701700"/>
            <a:chOff x="660682" y="5627947"/>
            <a:chExt cx="5915318" cy="701700"/>
          </a:xfrm>
        </p:grpSpPr>
        <p:sp>
          <p:nvSpPr>
            <p:cNvPr id="2969" name="Google Shape;2969;g101be01f4cc_0_2304"/>
            <p:cNvSpPr/>
            <p:nvPr/>
          </p:nvSpPr>
          <p:spPr>
            <a:xfrm>
              <a:off x="1638300" y="5627947"/>
              <a:ext cx="4937700" cy="7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g, 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70" name="Google Shape;2970;g101be01f4cc_0_2304"/>
            <p:cNvGrpSpPr/>
            <p:nvPr/>
          </p:nvGrpSpPr>
          <p:grpSpPr>
            <a:xfrm>
              <a:off x="660682" y="5777979"/>
              <a:ext cx="915474" cy="370018"/>
              <a:chOff x="1100106" y="2174236"/>
              <a:chExt cx="915474" cy="370018"/>
            </a:xfrm>
          </p:grpSpPr>
          <p:sp>
            <p:nvSpPr>
              <p:cNvPr id="2971" name="Google Shape;2971;g101be01f4cc_0_2304"/>
              <p:cNvSpPr txBox="1"/>
              <p:nvPr/>
            </p:nvSpPr>
            <p:spPr>
              <a:xfrm>
                <a:off x="1521480" y="2174954"/>
                <a:ext cx="494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72" name="Google Shape;2972;g101be01f4cc_0_2304"/>
              <p:cNvGrpSpPr/>
              <p:nvPr/>
            </p:nvGrpSpPr>
            <p:grpSpPr>
              <a:xfrm>
                <a:off x="1100106" y="2174236"/>
                <a:ext cx="386405" cy="364061"/>
                <a:chOff x="1100473" y="2174236"/>
                <a:chExt cx="431400" cy="364061"/>
              </a:xfrm>
            </p:grpSpPr>
            <p:sp>
              <p:nvSpPr>
                <p:cNvPr id="2973" name="Google Shape;2973;g101be01f4cc_0_2304"/>
                <p:cNvSpPr/>
                <p:nvPr/>
              </p:nvSpPr>
              <p:spPr>
                <a:xfrm>
                  <a:off x="1100473" y="2176595"/>
                  <a:ext cx="431400" cy="361500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74" name="Google Shape;2974;g101be01f4cc_0_2304"/>
                <p:cNvCxnSpPr/>
                <p:nvPr/>
              </p:nvCxnSpPr>
              <p:spPr>
                <a:xfrm>
                  <a:off x="1314533" y="2174236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75" name="Google Shape;2975;g101be01f4cc_0_2304"/>
                <p:cNvCxnSpPr/>
                <p:nvPr/>
              </p:nvCxnSpPr>
              <p:spPr>
                <a:xfrm>
                  <a:off x="1314533" y="2505897"/>
                  <a:ext cx="0" cy="32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76" name="Google Shape;2976;g101be01f4cc_0_2304"/>
                <p:cNvCxnSpPr/>
                <p:nvPr/>
              </p:nvCxnSpPr>
              <p:spPr>
                <a:xfrm rot="10800000">
                  <a:off x="1116663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77" name="Google Shape;2977;g101be01f4cc_0_2304"/>
                <p:cNvCxnSpPr/>
                <p:nvPr/>
              </p:nvCxnSpPr>
              <p:spPr>
                <a:xfrm rot="10800000">
                  <a:off x="1516484" y="2338678"/>
                  <a:ext cx="0" cy="387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78" name="Google Shape;2978;g101be01f4cc_0_2304"/>
                <p:cNvCxnSpPr/>
                <p:nvPr/>
              </p:nvCxnSpPr>
              <p:spPr>
                <a:xfrm>
                  <a:off x="1411431" y="249304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79" name="Google Shape;2979;g101be01f4cc_0_2304"/>
                <p:cNvCxnSpPr/>
                <p:nvPr/>
              </p:nvCxnSpPr>
              <p:spPr>
                <a:xfrm>
                  <a:off x="1205401" y="2199023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80" name="Google Shape;2980;g101be01f4cc_0_2304"/>
                <p:cNvCxnSpPr/>
                <p:nvPr/>
              </p:nvCxnSpPr>
              <p:spPr>
                <a:xfrm flipH="1">
                  <a:off x="1201257" y="2491335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81" name="Google Shape;2981;g101be01f4cc_0_2304"/>
                <p:cNvCxnSpPr/>
                <p:nvPr/>
              </p:nvCxnSpPr>
              <p:spPr>
                <a:xfrm flipH="1">
                  <a:off x="1407287" y="2197314"/>
                  <a:ext cx="17400" cy="231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82" name="Google Shape;2982;g101be01f4cc_0_2304"/>
                <p:cNvCxnSpPr/>
                <p:nvPr/>
              </p:nvCxnSpPr>
              <p:spPr>
                <a:xfrm flipH="1">
                  <a:off x="1480843" y="2263982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83" name="Google Shape;2983;g101be01f4cc_0_2304"/>
                <p:cNvCxnSpPr/>
                <p:nvPr/>
              </p:nvCxnSpPr>
              <p:spPr>
                <a:xfrm flipH="1">
                  <a:off x="1129981" y="2434925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84" name="Google Shape;2984;g101be01f4cc_0_2304"/>
                <p:cNvCxnSpPr/>
                <p:nvPr/>
              </p:nvCxnSpPr>
              <p:spPr>
                <a:xfrm rot="10800000">
                  <a:off x="1136100" y="2265821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985" name="Google Shape;2985;g101be01f4cc_0_2304"/>
                <p:cNvCxnSpPr/>
                <p:nvPr/>
              </p:nvCxnSpPr>
              <p:spPr>
                <a:xfrm rot="10800000">
                  <a:off x="1480843" y="2436764"/>
                  <a:ext cx="23400" cy="144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986" name="Google Shape;2986;g101be01f4cc_0_2304"/>
                <p:cNvSpPr/>
                <p:nvPr/>
              </p:nvSpPr>
              <p:spPr>
                <a:xfrm>
                  <a:off x="1288014" y="2334922"/>
                  <a:ext cx="53100" cy="468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87" name="Google Shape;2987;g101be01f4cc_0_2304"/>
                <p:cNvCxnSpPr/>
                <p:nvPr/>
              </p:nvCxnSpPr>
              <p:spPr>
                <a:xfrm rot="10800000">
                  <a:off x="1310934" y="2351307"/>
                  <a:ext cx="140100" cy="711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2988" name="Google Shape;2988;g101be01f4cc_0_2304"/>
          <p:cNvSpPr txBox="1"/>
          <p:nvPr/>
        </p:nvSpPr>
        <p:spPr>
          <a:xfrm>
            <a:off x="802640" y="1188720"/>
            <a:ext cx="106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 communication, computation steps diffuses information through network: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9" name="Google Shape;2989;g101be01f4cc_0_2304"/>
          <p:cNvGrpSpPr/>
          <p:nvPr/>
        </p:nvGrpSpPr>
        <p:grpSpPr>
          <a:xfrm>
            <a:off x="8879399" y="1803748"/>
            <a:ext cx="2857489" cy="1596851"/>
            <a:chOff x="8879399" y="1803748"/>
            <a:chExt cx="2857489" cy="1596851"/>
          </a:xfrm>
        </p:grpSpPr>
        <p:sp>
          <p:nvSpPr>
            <p:cNvPr id="2990" name="Google Shape;2990;g101be01f4cc_0_2304"/>
            <p:cNvSpPr/>
            <p:nvPr/>
          </p:nvSpPr>
          <p:spPr>
            <a:xfrm>
              <a:off x="8879399" y="1803748"/>
              <a:ext cx="2857489" cy="1536065"/>
            </a:xfrm>
            <a:custGeom>
              <a:rect b="b" l="l" r="r" t="t"/>
              <a:pathLst>
                <a:path extrusionOk="0" h="1536065" w="2857489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g101be01f4cc_0_2304"/>
            <p:cNvSpPr txBox="1"/>
            <p:nvPr/>
          </p:nvSpPr>
          <p:spPr>
            <a:xfrm>
              <a:off x="11185743" y="3031299"/>
              <a:ext cx="546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2" name="Google Shape;2992;g101be01f4cc_0_2304"/>
          <p:cNvGrpSpPr/>
          <p:nvPr/>
        </p:nvGrpSpPr>
        <p:grpSpPr>
          <a:xfrm>
            <a:off x="7149513" y="1929521"/>
            <a:ext cx="4586431" cy="2600574"/>
            <a:chOff x="8907795" y="1814699"/>
            <a:chExt cx="2775617" cy="2600574"/>
          </a:xfrm>
        </p:grpSpPr>
        <p:sp>
          <p:nvSpPr>
            <p:cNvPr id="2993" name="Google Shape;2993;g101be01f4cc_0_2304"/>
            <p:cNvSpPr/>
            <p:nvPr/>
          </p:nvSpPr>
          <p:spPr>
            <a:xfrm>
              <a:off x="8907795" y="1814699"/>
              <a:ext cx="2744209" cy="2600574"/>
            </a:xfrm>
            <a:custGeom>
              <a:rect b="b" l="l" r="r" t="t"/>
              <a:pathLst>
                <a:path extrusionOk="0" h="2364158" w="2785999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g101be01f4cc_0_2304"/>
            <p:cNvSpPr txBox="1"/>
            <p:nvPr/>
          </p:nvSpPr>
          <p:spPr>
            <a:xfrm>
              <a:off x="11352512" y="3203511"/>
              <a:ext cx="330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5" name="Google Shape;2995;g101be01f4cc_0_2304"/>
          <p:cNvGrpSpPr/>
          <p:nvPr/>
        </p:nvGrpSpPr>
        <p:grpSpPr>
          <a:xfrm>
            <a:off x="7026343" y="1994238"/>
            <a:ext cx="4824424" cy="4367525"/>
            <a:chOff x="8907795" y="1814698"/>
            <a:chExt cx="2919647" cy="4367525"/>
          </a:xfrm>
        </p:grpSpPr>
        <p:sp>
          <p:nvSpPr>
            <p:cNvPr id="2996" name="Google Shape;2996;g101be01f4cc_0_2304"/>
            <p:cNvSpPr/>
            <p:nvPr/>
          </p:nvSpPr>
          <p:spPr>
            <a:xfrm>
              <a:off x="8907795" y="1814698"/>
              <a:ext cx="2804819" cy="4367525"/>
            </a:xfrm>
            <a:custGeom>
              <a:rect b="b" l="l" r="r" t="t"/>
              <a:pathLst>
                <a:path extrusionOk="0" h="3970477" w="2847532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g101be01f4cc_0_2304"/>
            <p:cNvSpPr txBox="1"/>
            <p:nvPr/>
          </p:nvSpPr>
          <p:spPr>
            <a:xfrm>
              <a:off x="11496542" y="4706635"/>
              <a:ext cx="330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8" name="Google Shape;2998;g101be01f4cc_0_2304"/>
          <p:cNvGrpSpPr/>
          <p:nvPr/>
        </p:nvGrpSpPr>
        <p:grpSpPr>
          <a:xfrm>
            <a:off x="6828529" y="2004127"/>
            <a:ext cx="5205843" cy="4487373"/>
            <a:chOff x="8907795" y="1823741"/>
            <a:chExt cx="2917746" cy="3238811"/>
          </a:xfrm>
        </p:grpSpPr>
        <p:sp>
          <p:nvSpPr>
            <p:cNvPr id="2999" name="Google Shape;2999;g101be01f4cc_0_2304"/>
            <p:cNvSpPr/>
            <p:nvPr/>
          </p:nvSpPr>
          <p:spPr>
            <a:xfrm>
              <a:off x="8907795" y="1823741"/>
              <a:ext cx="2804819" cy="3235964"/>
            </a:xfrm>
            <a:custGeom>
              <a:rect b="b" l="l" r="r" t="t"/>
              <a:pathLst>
                <a:path extrusionOk="0" h="2941785" w="2847532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g101be01f4cc_0_2304"/>
            <p:cNvSpPr txBox="1"/>
            <p:nvPr/>
          </p:nvSpPr>
          <p:spPr>
            <a:xfrm>
              <a:off x="11518941" y="4795852"/>
              <a:ext cx="306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4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g101be01f4cc_0_3147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DVR animation example</a:t>
            </a:r>
            <a:endParaRPr/>
          </a:p>
        </p:txBody>
      </p:sp>
      <p:sp>
        <p:nvSpPr>
          <p:cNvPr id="3006" name="Google Shape;3006;g101be01f4cc_0_3147"/>
          <p:cNvSpPr txBox="1"/>
          <p:nvPr>
            <p:ph idx="1" type="body"/>
          </p:nvPr>
        </p:nvSpPr>
        <p:spPr>
          <a:xfrm>
            <a:off x="415600" y="997067"/>
            <a:ext cx="113607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https://www.youtube.com/watch?v=q72LA1pXoiU</a:t>
            </a:r>
            <a:endParaRPr/>
          </a:p>
        </p:txBody>
      </p:sp>
      <p:sp>
        <p:nvSpPr>
          <p:cNvPr id="3007" name="Google Shape;3007;g101be01f4cc_0_31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g101be01f4cc_0_2553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3014" name="Google Shape;3014;g101be01f4cc_0_2553"/>
          <p:cNvSpPr txBox="1"/>
          <p:nvPr/>
        </p:nvSpPr>
        <p:spPr>
          <a:xfrm>
            <a:off x="488515" y="4245258"/>
            <a:ext cx="18414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“good news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travels fast”</a:t>
            </a:r>
            <a:endParaRPr b="0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g101be01f4cc_0_2553"/>
          <p:cNvSpPr/>
          <p:nvPr/>
        </p:nvSpPr>
        <p:spPr>
          <a:xfrm>
            <a:off x="2337453" y="3722449"/>
            <a:ext cx="9111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detects link-cost change, updates its DV, informs its neighbors.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6" name="Google Shape;3016;g101be01f4cc_0_2553"/>
          <p:cNvSpPr/>
          <p:nvPr/>
        </p:nvSpPr>
        <p:spPr>
          <a:xfrm>
            <a:off x="2350153" y="4231521"/>
            <a:ext cx="87102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receives update from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updates its DV, computes new least cost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, sends its neighbors its DV.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g101be01f4cc_0_2553"/>
          <p:cNvSpPr/>
          <p:nvPr/>
        </p:nvSpPr>
        <p:spPr>
          <a:xfrm>
            <a:off x="2322274" y="5064204"/>
            <a:ext cx="84501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receives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’s update, updates its DV. 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 least costs do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change,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does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send a message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8" name="Google Shape;3018;g101be01f4cc_0_2553"/>
          <p:cNvSpPr/>
          <p:nvPr/>
        </p:nvSpPr>
        <p:spPr>
          <a:xfrm>
            <a:off x="839244" y="1512909"/>
            <a:ext cx="80667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updates routing info, recalculates local DV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DV changes, notify neighbors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9" name="Google Shape;3019;g101be01f4cc_0_2553"/>
          <p:cNvGrpSpPr/>
          <p:nvPr/>
        </p:nvGrpSpPr>
        <p:grpSpPr>
          <a:xfrm>
            <a:off x="9120644" y="1471939"/>
            <a:ext cx="2184400" cy="1400175"/>
            <a:chOff x="3625" y="1076"/>
            <a:chExt cx="1376" cy="882"/>
          </a:xfrm>
        </p:grpSpPr>
        <p:sp>
          <p:nvSpPr>
            <p:cNvPr id="3020" name="Google Shape;3020;g101be01f4cc_0_2553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g101be01f4cc_0_2553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g101be01f4cc_0_2553"/>
            <p:cNvSpPr/>
            <p:nvPr/>
          </p:nvSpPr>
          <p:spPr>
            <a:xfrm>
              <a:off x="3724" y="1640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3" name="Google Shape;3023;g101be01f4cc_0_2553"/>
            <p:cNvCxnSpPr/>
            <p:nvPr/>
          </p:nvCxnSpPr>
          <p:spPr>
            <a:xfrm>
              <a:off x="3724" y="1633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4" name="Google Shape;3024;g101be01f4cc_0_2553"/>
            <p:cNvCxnSpPr/>
            <p:nvPr/>
          </p:nvCxnSpPr>
          <p:spPr>
            <a:xfrm>
              <a:off x="4037" y="1633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25" name="Google Shape;3025;g101be01f4cc_0_2553"/>
            <p:cNvSpPr/>
            <p:nvPr/>
          </p:nvSpPr>
          <p:spPr>
            <a:xfrm>
              <a:off x="3724" y="1633"/>
              <a:ext cx="30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6" name="Google Shape;3026;g101be01f4cc_0_2553"/>
            <p:cNvSpPr/>
            <p:nvPr/>
          </p:nvSpPr>
          <p:spPr>
            <a:xfrm>
              <a:off x="3721" y="1574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g101be01f4cc_0_2553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g101be01f4cc_0_2553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9" name="Google Shape;3029;g101be01f4cc_0_2553"/>
            <p:cNvGrpSpPr/>
            <p:nvPr/>
          </p:nvGrpSpPr>
          <p:grpSpPr>
            <a:xfrm>
              <a:off x="3770" y="1526"/>
              <a:ext cx="296" cy="300"/>
              <a:chOff x="2951" y="2429"/>
              <a:chExt cx="300" cy="300"/>
            </a:xfrm>
          </p:grpSpPr>
          <p:sp>
            <p:nvSpPr>
              <p:cNvPr id="3030" name="Google Shape;3030;g101be01f4cc_0_2553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1" name="Google Shape;3031;g101be01f4cc_0_2553"/>
              <p:cNvSpPr txBox="1"/>
              <p:nvPr/>
            </p:nvSpPr>
            <p:spPr>
              <a:xfrm>
                <a:off x="2951" y="2429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32" name="Google Shape;3032;g101be01f4cc_0_2553"/>
            <p:cNvGrpSpPr/>
            <p:nvPr/>
          </p:nvGrpSpPr>
          <p:grpSpPr>
            <a:xfrm>
              <a:off x="4566" y="1538"/>
              <a:ext cx="356" cy="300"/>
              <a:chOff x="1740" y="2306"/>
              <a:chExt cx="356" cy="300"/>
            </a:xfrm>
          </p:grpSpPr>
          <p:sp>
            <p:nvSpPr>
              <p:cNvPr id="3033" name="Google Shape;3033;g101be01f4cc_0_2553"/>
              <p:cNvSpPr/>
              <p:nvPr/>
            </p:nvSpPr>
            <p:spPr>
              <a:xfrm>
                <a:off x="1743" y="2420"/>
                <a:ext cx="300" cy="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34" name="Google Shape;3034;g101be01f4cc_0_2553"/>
              <p:cNvCxnSpPr/>
              <p:nvPr/>
            </p:nvCxnSpPr>
            <p:spPr>
              <a:xfrm>
                <a:off x="1743" y="2413"/>
                <a:ext cx="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5" name="Google Shape;3035;g101be01f4cc_0_2553"/>
              <p:cNvCxnSpPr/>
              <p:nvPr/>
            </p:nvCxnSpPr>
            <p:spPr>
              <a:xfrm>
                <a:off x="2056" y="2413"/>
                <a:ext cx="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36" name="Google Shape;3036;g101be01f4cc_0_2553"/>
              <p:cNvSpPr/>
              <p:nvPr/>
            </p:nvSpPr>
            <p:spPr>
              <a:xfrm>
                <a:off x="1743" y="2413"/>
                <a:ext cx="30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7" name="Google Shape;3037;g101be01f4cc_0_2553"/>
              <p:cNvSpPr/>
              <p:nvPr/>
            </p:nvSpPr>
            <p:spPr>
              <a:xfrm>
                <a:off x="1740" y="2354"/>
                <a:ext cx="300" cy="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38" name="Google Shape;3038;g101be01f4cc_0_2553"/>
              <p:cNvGrpSpPr/>
              <p:nvPr/>
            </p:nvGrpSpPr>
            <p:grpSpPr>
              <a:xfrm>
                <a:off x="1800" y="2306"/>
                <a:ext cx="296" cy="300"/>
                <a:chOff x="2955" y="2429"/>
                <a:chExt cx="300" cy="300"/>
              </a:xfrm>
            </p:grpSpPr>
            <p:sp>
              <p:nvSpPr>
                <p:cNvPr id="3039" name="Google Shape;3039;g101be01f4cc_0_2553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0" name="Google Shape;3040;g101be01f4cc_0_2553"/>
                <p:cNvSpPr txBox="1"/>
                <p:nvPr/>
              </p:nvSpPr>
              <p:spPr>
                <a:xfrm>
                  <a:off x="2955" y="2429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3041" name="Google Shape;3041;g101be01f4cc_0_2553"/>
            <p:cNvSpPr txBox="1"/>
            <p:nvPr/>
          </p:nvSpPr>
          <p:spPr>
            <a:xfrm>
              <a:off x="4469" y="132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2" name="Google Shape;3042;g101be01f4cc_0_2553"/>
            <p:cNvSpPr txBox="1"/>
            <p:nvPr/>
          </p:nvSpPr>
          <p:spPr>
            <a:xfrm>
              <a:off x="3930" y="132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3" name="Google Shape;3043;g101be01f4cc_0_2553"/>
            <p:cNvSpPr txBox="1"/>
            <p:nvPr/>
          </p:nvSpPr>
          <p:spPr>
            <a:xfrm>
              <a:off x="4171" y="165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044" name="Google Shape;3044;g101be01f4cc_0_2553"/>
            <p:cNvGrpSpPr/>
            <p:nvPr/>
          </p:nvGrpSpPr>
          <p:grpSpPr>
            <a:xfrm>
              <a:off x="4146" y="1214"/>
              <a:ext cx="358" cy="300"/>
              <a:chOff x="1740" y="2306"/>
              <a:chExt cx="358" cy="300"/>
            </a:xfrm>
          </p:grpSpPr>
          <p:sp>
            <p:nvSpPr>
              <p:cNvPr id="3045" name="Google Shape;3045;g101be01f4cc_0_2553"/>
              <p:cNvSpPr/>
              <p:nvPr/>
            </p:nvSpPr>
            <p:spPr>
              <a:xfrm>
                <a:off x="1743" y="2420"/>
                <a:ext cx="300" cy="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46" name="Google Shape;3046;g101be01f4cc_0_2553"/>
              <p:cNvCxnSpPr/>
              <p:nvPr/>
            </p:nvCxnSpPr>
            <p:spPr>
              <a:xfrm>
                <a:off x="1743" y="2413"/>
                <a:ext cx="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7" name="Google Shape;3047;g101be01f4cc_0_2553"/>
              <p:cNvCxnSpPr/>
              <p:nvPr/>
            </p:nvCxnSpPr>
            <p:spPr>
              <a:xfrm>
                <a:off x="2056" y="2413"/>
                <a:ext cx="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48" name="Google Shape;3048;g101be01f4cc_0_2553"/>
              <p:cNvSpPr/>
              <p:nvPr/>
            </p:nvSpPr>
            <p:spPr>
              <a:xfrm>
                <a:off x="1743" y="2413"/>
                <a:ext cx="30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9" name="Google Shape;3049;g101be01f4cc_0_2553"/>
              <p:cNvSpPr/>
              <p:nvPr/>
            </p:nvSpPr>
            <p:spPr>
              <a:xfrm>
                <a:off x="1740" y="2354"/>
                <a:ext cx="300" cy="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50" name="Google Shape;3050;g101be01f4cc_0_2553"/>
              <p:cNvGrpSpPr/>
              <p:nvPr/>
            </p:nvGrpSpPr>
            <p:grpSpPr>
              <a:xfrm>
                <a:off x="1802" y="2306"/>
                <a:ext cx="296" cy="300"/>
                <a:chOff x="2957" y="2429"/>
                <a:chExt cx="300" cy="300"/>
              </a:xfrm>
            </p:grpSpPr>
            <p:sp>
              <p:nvSpPr>
                <p:cNvPr id="3051" name="Google Shape;3051;g101be01f4cc_0_2553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2" name="Google Shape;3052;g101be01f4cc_0_2553"/>
                <p:cNvSpPr txBox="1"/>
                <p:nvPr/>
              </p:nvSpPr>
              <p:spPr>
                <a:xfrm>
                  <a:off x="2957" y="2429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3053" name="Google Shape;3053;g101be01f4cc_0_2553"/>
            <p:cNvSpPr txBox="1"/>
            <p:nvPr/>
          </p:nvSpPr>
          <p:spPr>
            <a:xfrm>
              <a:off x="3837" y="107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54" name="Google Shape;3054;g101be01f4cc_0_2553"/>
            <p:cNvCxnSpPr/>
            <p:nvPr/>
          </p:nvCxnSpPr>
          <p:spPr>
            <a:xfrm rot="10800000">
              <a:off x="4080" y="1200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9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g101be01f4cc_0_2599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3061" name="Google Shape;3061;g101be01f4cc_0_2599"/>
          <p:cNvSpPr/>
          <p:nvPr/>
        </p:nvSpPr>
        <p:spPr>
          <a:xfrm>
            <a:off x="839244" y="1512909"/>
            <a:ext cx="80667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“bad news travels slow”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count-to-infinity problem: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2" name="Google Shape;3062;g101be01f4cc_0_2599"/>
          <p:cNvGrpSpPr/>
          <p:nvPr/>
        </p:nvGrpSpPr>
        <p:grpSpPr>
          <a:xfrm>
            <a:off x="9120644" y="1471939"/>
            <a:ext cx="2184400" cy="1400175"/>
            <a:chOff x="3625" y="1076"/>
            <a:chExt cx="1376" cy="882"/>
          </a:xfrm>
        </p:grpSpPr>
        <p:sp>
          <p:nvSpPr>
            <p:cNvPr id="3063" name="Google Shape;3063;g101be01f4cc_0_2599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g101be01f4cc_0_2599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g101be01f4cc_0_2599"/>
            <p:cNvSpPr/>
            <p:nvPr/>
          </p:nvSpPr>
          <p:spPr>
            <a:xfrm>
              <a:off x="3724" y="1640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6" name="Google Shape;3066;g101be01f4cc_0_2599"/>
            <p:cNvCxnSpPr/>
            <p:nvPr/>
          </p:nvCxnSpPr>
          <p:spPr>
            <a:xfrm>
              <a:off x="3724" y="1633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67" name="Google Shape;3067;g101be01f4cc_0_2599"/>
            <p:cNvCxnSpPr/>
            <p:nvPr/>
          </p:nvCxnSpPr>
          <p:spPr>
            <a:xfrm>
              <a:off x="4037" y="1633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8" name="Google Shape;3068;g101be01f4cc_0_2599"/>
            <p:cNvSpPr/>
            <p:nvPr/>
          </p:nvSpPr>
          <p:spPr>
            <a:xfrm>
              <a:off x="3724" y="1633"/>
              <a:ext cx="30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9" name="Google Shape;3069;g101be01f4cc_0_2599"/>
            <p:cNvSpPr/>
            <p:nvPr/>
          </p:nvSpPr>
          <p:spPr>
            <a:xfrm>
              <a:off x="3721" y="1574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g101be01f4cc_0_2599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g101be01f4cc_0_2599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2" name="Google Shape;3072;g101be01f4cc_0_2599"/>
            <p:cNvGrpSpPr/>
            <p:nvPr/>
          </p:nvGrpSpPr>
          <p:grpSpPr>
            <a:xfrm>
              <a:off x="3770" y="1526"/>
              <a:ext cx="296" cy="300"/>
              <a:chOff x="2951" y="2429"/>
              <a:chExt cx="300" cy="300"/>
            </a:xfrm>
          </p:grpSpPr>
          <p:sp>
            <p:nvSpPr>
              <p:cNvPr id="3073" name="Google Shape;3073;g101be01f4cc_0_2599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4" name="Google Shape;3074;g101be01f4cc_0_2599"/>
              <p:cNvSpPr txBox="1"/>
              <p:nvPr/>
            </p:nvSpPr>
            <p:spPr>
              <a:xfrm>
                <a:off x="2951" y="2429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75" name="Google Shape;3075;g101be01f4cc_0_2599"/>
            <p:cNvGrpSpPr/>
            <p:nvPr/>
          </p:nvGrpSpPr>
          <p:grpSpPr>
            <a:xfrm>
              <a:off x="4566" y="1538"/>
              <a:ext cx="356" cy="300"/>
              <a:chOff x="1740" y="2306"/>
              <a:chExt cx="356" cy="300"/>
            </a:xfrm>
          </p:grpSpPr>
          <p:sp>
            <p:nvSpPr>
              <p:cNvPr id="3076" name="Google Shape;3076;g101be01f4cc_0_2599"/>
              <p:cNvSpPr/>
              <p:nvPr/>
            </p:nvSpPr>
            <p:spPr>
              <a:xfrm>
                <a:off x="1743" y="2420"/>
                <a:ext cx="300" cy="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77" name="Google Shape;3077;g101be01f4cc_0_2599"/>
              <p:cNvCxnSpPr/>
              <p:nvPr/>
            </p:nvCxnSpPr>
            <p:spPr>
              <a:xfrm>
                <a:off x="1743" y="2413"/>
                <a:ext cx="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8" name="Google Shape;3078;g101be01f4cc_0_2599"/>
              <p:cNvCxnSpPr/>
              <p:nvPr/>
            </p:nvCxnSpPr>
            <p:spPr>
              <a:xfrm>
                <a:off x="2056" y="2413"/>
                <a:ext cx="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79" name="Google Shape;3079;g101be01f4cc_0_2599"/>
              <p:cNvSpPr/>
              <p:nvPr/>
            </p:nvSpPr>
            <p:spPr>
              <a:xfrm>
                <a:off x="1743" y="2413"/>
                <a:ext cx="30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0" name="Google Shape;3080;g101be01f4cc_0_2599"/>
              <p:cNvSpPr/>
              <p:nvPr/>
            </p:nvSpPr>
            <p:spPr>
              <a:xfrm>
                <a:off x="1740" y="2354"/>
                <a:ext cx="300" cy="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81" name="Google Shape;3081;g101be01f4cc_0_2599"/>
              <p:cNvGrpSpPr/>
              <p:nvPr/>
            </p:nvGrpSpPr>
            <p:grpSpPr>
              <a:xfrm>
                <a:off x="1800" y="2306"/>
                <a:ext cx="296" cy="300"/>
                <a:chOff x="2955" y="2429"/>
                <a:chExt cx="300" cy="300"/>
              </a:xfrm>
            </p:grpSpPr>
            <p:sp>
              <p:nvSpPr>
                <p:cNvPr id="3082" name="Google Shape;3082;g101be01f4cc_0_2599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3" name="Google Shape;3083;g101be01f4cc_0_2599"/>
                <p:cNvSpPr txBox="1"/>
                <p:nvPr/>
              </p:nvSpPr>
              <p:spPr>
                <a:xfrm>
                  <a:off x="2955" y="2429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3084" name="Google Shape;3084;g101be01f4cc_0_2599"/>
            <p:cNvSpPr txBox="1"/>
            <p:nvPr/>
          </p:nvSpPr>
          <p:spPr>
            <a:xfrm>
              <a:off x="4469" y="132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5" name="Google Shape;3085;g101be01f4cc_0_2599"/>
            <p:cNvSpPr txBox="1"/>
            <p:nvPr/>
          </p:nvSpPr>
          <p:spPr>
            <a:xfrm>
              <a:off x="3930" y="132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6" name="Google Shape;3086;g101be01f4cc_0_2599"/>
            <p:cNvSpPr txBox="1"/>
            <p:nvPr/>
          </p:nvSpPr>
          <p:spPr>
            <a:xfrm>
              <a:off x="4171" y="165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087" name="Google Shape;3087;g101be01f4cc_0_2599"/>
            <p:cNvGrpSpPr/>
            <p:nvPr/>
          </p:nvGrpSpPr>
          <p:grpSpPr>
            <a:xfrm>
              <a:off x="4146" y="1214"/>
              <a:ext cx="358" cy="300"/>
              <a:chOff x="1740" y="2306"/>
              <a:chExt cx="358" cy="300"/>
            </a:xfrm>
          </p:grpSpPr>
          <p:sp>
            <p:nvSpPr>
              <p:cNvPr id="3088" name="Google Shape;3088;g101be01f4cc_0_2599"/>
              <p:cNvSpPr/>
              <p:nvPr/>
            </p:nvSpPr>
            <p:spPr>
              <a:xfrm>
                <a:off x="1743" y="2420"/>
                <a:ext cx="300" cy="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89" name="Google Shape;3089;g101be01f4cc_0_2599"/>
              <p:cNvCxnSpPr/>
              <p:nvPr/>
            </p:nvCxnSpPr>
            <p:spPr>
              <a:xfrm>
                <a:off x="1743" y="2413"/>
                <a:ext cx="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0" name="Google Shape;3090;g101be01f4cc_0_2599"/>
              <p:cNvCxnSpPr/>
              <p:nvPr/>
            </p:nvCxnSpPr>
            <p:spPr>
              <a:xfrm>
                <a:off x="2056" y="2413"/>
                <a:ext cx="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91" name="Google Shape;3091;g101be01f4cc_0_2599"/>
              <p:cNvSpPr/>
              <p:nvPr/>
            </p:nvSpPr>
            <p:spPr>
              <a:xfrm>
                <a:off x="1743" y="2413"/>
                <a:ext cx="30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2" name="Google Shape;3092;g101be01f4cc_0_2599"/>
              <p:cNvSpPr/>
              <p:nvPr/>
            </p:nvSpPr>
            <p:spPr>
              <a:xfrm>
                <a:off x="1740" y="2354"/>
                <a:ext cx="300" cy="0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93" name="Google Shape;3093;g101be01f4cc_0_2599"/>
              <p:cNvGrpSpPr/>
              <p:nvPr/>
            </p:nvGrpSpPr>
            <p:grpSpPr>
              <a:xfrm>
                <a:off x="1802" y="2306"/>
                <a:ext cx="296" cy="300"/>
                <a:chOff x="2957" y="2429"/>
                <a:chExt cx="300" cy="300"/>
              </a:xfrm>
            </p:grpSpPr>
            <p:sp>
              <p:nvSpPr>
                <p:cNvPr id="3094" name="Google Shape;3094;g101be01f4cc_0_2599"/>
                <p:cNvSpPr/>
                <p:nvPr/>
              </p:nvSpPr>
              <p:spPr>
                <a:xfrm>
                  <a:off x="2982" y="2490"/>
                  <a:ext cx="0" cy="0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5" name="Google Shape;3095;g101be01f4cc_0_2599"/>
                <p:cNvSpPr txBox="1"/>
                <p:nvPr/>
              </p:nvSpPr>
              <p:spPr>
                <a:xfrm>
                  <a:off x="2957" y="2429"/>
                  <a:ext cx="3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3096" name="Google Shape;3096;g101be01f4cc_0_2599"/>
            <p:cNvSpPr txBox="1"/>
            <p:nvPr/>
          </p:nvSpPr>
          <p:spPr>
            <a:xfrm>
              <a:off x="3781" y="107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60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97" name="Google Shape;3097;g101be01f4cc_0_2599"/>
            <p:cNvCxnSpPr/>
            <p:nvPr/>
          </p:nvCxnSpPr>
          <p:spPr>
            <a:xfrm rot="10800000">
              <a:off x="4080" y="1200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098" name="Google Shape;3098;g101be01f4cc_0_2599"/>
          <p:cNvSpPr/>
          <p:nvPr/>
        </p:nvSpPr>
        <p:spPr>
          <a:xfrm>
            <a:off x="1041747" y="2917913"/>
            <a:ext cx="105198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5" lvl="0" marL="34766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sees direct link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has new cost 60, but z has said it has a path at cost of 5.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computes “my new cost to x will be 6, via z); notifies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new cost of 6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9" name="Google Shape;3099;g101be01f4cc_0_2599"/>
          <p:cNvSpPr/>
          <p:nvPr/>
        </p:nvSpPr>
        <p:spPr>
          <a:xfrm>
            <a:off x="1043836" y="3596406"/>
            <a:ext cx="9931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5" lvl="0" marL="34766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new cost 6,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be 7 via y), notifies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new cost of 7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0" name="Google Shape;3100;g101be01f4cc_0_2599"/>
          <p:cNvSpPr/>
          <p:nvPr/>
        </p:nvSpPr>
        <p:spPr>
          <a:xfrm>
            <a:off x="1045923" y="4274900"/>
            <a:ext cx="9931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5" lvl="0" marL="34766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new cost 7,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be 8 via y), notifies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new cost of 8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1" name="Google Shape;3101;g101be01f4cc_0_2599"/>
          <p:cNvSpPr/>
          <p:nvPr/>
        </p:nvSpPr>
        <p:spPr>
          <a:xfrm>
            <a:off x="1020871" y="4963831"/>
            <a:ext cx="9931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5" lvl="0" marL="34766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new cost 8,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be 9 via y), notifies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new cost of 9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2" name="Google Shape;3102;g101be01f4cc_0_2599"/>
          <p:cNvSpPr txBox="1"/>
          <p:nvPr/>
        </p:nvSpPr>
        <p:spPr>
          <a:xfrm>
            <a:off x="1365337" y="5473616"/>
            <a:ext cx="43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3" name="Google Shape;3103;g101be01f4cc_0_2599"/>
          <p:cNvSpPr/>
          <p:nvPr/>
        </p:nvSpPr>
        <p:spPr>
          <a:xfrm>
            <a:off x="847596" y="6018756"/>
            <a:ext cx="99312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5" lvl="0" marL="34766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see text for solutions.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Distributed algorithms are tricky!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7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g101be01f4cc_0_3140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DVR: The Count-to-infinity problem</a:t>
            </a:r>
            <a:endParaRPr/>
          </a:p>
        </p:txBody>
      </p:sp>
      <p:sp>
        <p:nvSpPr>
          <p:cNvPr id="3109" name="Google Shape;3109;g101be01f4cc_0_31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10" name="Google Shape;3110;g101be01f4cc_0_3140"/>
          <p:cNvGrpSpPr/>
          <p:nvPr/>
        </p:nvGrpSpPr>
        <p:grpSpPr>
          <a:xfrm>
            <a:off x="1408101" y="1449928"/>
            <a:ext cx="9375804" cy="1216991"/>
            <a:chOff x="1761025" y="1523319"/>
            <a:chExt cx="5522976" cy="975231"/>
          </a:xfrm>
        </p:grpSpPr>
        <p:pic>
          <p:nvPicPr>
            <p:cNvPr id="3111" name="Google Shape;3111;g101be01f4cc_0_31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61025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2" name="Google Shape;3112;g101be01f4cc_0_31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97400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3" name="Google Shape;3113;g101be01f4cc_0_31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4800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14" name="Google Shape;3114;g101be01f4cc_0_3140"/>
            <p:cNvCxnSpPr>
              <a:endCxn id="3112" idx="1"/>
            </p:cNvCxnSpPr>
            <p:nvPr/>
          </p:nvCxnSpPr>
          <p:spPr>
            <a:xfrm>
              <a:off x="2710200" y="2034775"/>
              <a:ext cx="1387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cxnSp>
          <p:nvCxnSpPr>
            <p:cNvPr id="3115" name="Google Shape;3115;g101be01f4cc_0_3140"/>
            <p:cNvCxnSpPr>
              <a:stCxn id="3112" idx="3"/>
              <a:endCxn id="3113" idx="1"/>
            </p:cNvCxnSpPr>
            <p:nvPr/>
          </p:nvCxnSpPr>
          <p:spPr>
            <a:xfrm>
              <a:off x="5046601" y="2034775"/>
              <a:ext cx="1288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sp>
          <p:nvSpPr>
            <p:cNvPr id="3116" name="Google Shape;3116;g101be01f4cc_0_3140"/>
            <p:cNvSpPr txBox="1"/>
            <p:nvPr/>
          </p:nvSpPr>
          <p:spPr>
            <a:xfrm>
              <a:off x="2510600" y="15421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10.0.0.1/24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7" name="Google Shape;3117;g101be01f4cc_0_3140"/>
            <p:cNvSpPr txBox="1"/>
            <p:nvPr/>
          </p:nvSpPr>
          <p:spPr>
            <a:xfrm>
              <a:off x="3683250" y="15421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10.0.0.21/24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g101be01f4cc_0_3140"/>
            <p:cNvSpPr txBox="1"/>
            <p:nvPr/>
          </p:nvSpPr>
          <p:spPr>
            <a:xfrm>
              <a:off x="4855900" y="1523319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10.0.1.23/24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9" name="Google Shape;3119;g101be01f4cc_0_3140"/>
            <p:cNvSpPr txBox="1"/>
            <p:nvPr/>
          </p:nvSpPr>
          <p:spPr>
            <a:xfrm>
              <a:off x="5948600" y="15233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10.0.1.3/24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g101be01f4cc_0_3140"/>
            <p:cNvSpPr txBox="1"/>
            <p:nvPr/>
          </p:nvSpPr>
          <p:spPr>
            <a:xfrm>
              <a:off x="218150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g101be01f4cc_0_3140"/>
            <p:cNvSpPr txBox="1"/>
            <p:nvPr/>
          </p:nvSpPr>
          <p:spPr>
            <a:xfrm>
              <a:off x="451065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g101be01f4cc_0_3140"/>
            <p:cNvSpPr txBox="1"/>
            <p:nvPr/>
          </p:nvSpPr>
          <p:spPr>
            <a:xfrm>
              <a:off x="677600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123" name="Google Shape;3123;g101be01f4cc_0_3140"/>
          <p:cNvGraphicFramePr/>
          <p:nvPr/>
        </p:nvGraphicFramePr>
        <p:xfrm>
          <a:off x="1481450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24" name="Google Shape;3124;g101be01f4cc_0_3140"/>
          <p:cNvGraphicFramePr/>
          <p:nvPr/>
        </p:nvGraphicFramePr>
        <p:xfrm>
          <a:off x="54234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25" name="Google Shape;3125;g101be01f4cc_0_3140"/>
          <p:cNvGraphicFramePr/>
          <p:nvPr/>
        </p:nvGraphicFramePr>
        <p:xfrm>
          <a:off x="92065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26" name="Google Shape;3126;g101be01f4cc_0_3140"/>
          <p:cNvGraphicFramePr/>
          <p:nvPr/>
        </p:nvGraphicFramePr>
        <p:xfrm>
          <a:off x="2500125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27" name="Google Shape;3127;g101be01f4cc_0_3140"/>
          <p:cNvSpPr/>
          <p:nvPr/>
        </p:nvSpPr>
        <p:spPr>
          <a:xfrm>
            <a:off x="3518800" y="51234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28" name="Google Shape;3128;g101be01f4cc_0_3140"/>
          <p:cNvGraphicFramePr/>
          <p:nvPr/>
        </p:nvGraphicFramePr>
        <p:xfrm>
          <a:off x="5116675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29" name="Google Shape;3129;g101be01f4cc_0_3140"/>
          <p:cNvGraphicFramePr/>
          <p:nvPr/>
        </p:nvGraphicFramePr>
        <p:xfrm>
          <a:off x="6442150" y="46641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30" name="Google Shape;3130;g101be01f4cc_0_3140"/>
          <p:cNvSpPr/>
          <p:nvPr/>
        </p:nvSpPr>
        <p:spPr>
          <a:xfrm>
            <a:off x="7460825" y="5123475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g101be01f4cc_0_3140"/>
          <p:cNvSpPr/>
          <p:nvPr/>
        </p:nvSpPr>
        <p:spPr>
          <a:xfrm rot="10800000">
            <a:off x="4685875" y="51234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2" name="Google Shape;3132;g101be01f4cc_0_3140"/>
          <p:cNvGraphicFramePr/>
          <p:nvPr/>
        </p:nvGraphicFramePr>
        <p:xfrm>
          <a:off x="9039800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33" name="Google Shape;3133;g101be01f4cc_0_3140"/>
          <p:cNvSpPr/>
          <p:nvPr/>
        </p:nvSpPr>
        <p:spPr>
          <a:xfrm rot="10800000">
            <a:off x="8609000" y="5123450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4" name="Google Shape;3134;g101be01f4cc_0_3140"/>
          <p:cNvSpPr txBox="1"/>
          <p:nvPr/>
        </p:nvSpPr>
        <p:spPr>
          <a:xfrm>
            <a:off x="218875" y="852775"/>
            <a:ext cx="10226700" cy="5079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Routing Information Protocol (RIP) example: Metric is hop count; Therefore, distance to direct links is 1.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g101be01f4cc_0_3140"/>
          <p:cNvSpPr txBox="1"/>
          <p:nvPr/>
        </p:nvSpPr>
        <p:spPr>
          <a:xfrm>
            <a:off x="512673" y="6094500"/>
            <a:ext cx="8622000" cy="5079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the case of RIP, hop count = 16 implies that the destination is not reachable (infinity)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9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g101be01f4cc_0_3178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DVR: The Count-to-infinity problem</a:t>
            </a:r>
            <a:endParaRPr/>
          </a:p>
        </p:txBody>
      </p:sp>
      <p:sp>
        <p:nvSpPr>
          <p:cNvPr id="3141" name="Google Shape;3141;g101be01f4cc_0_31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42" name="Google Shape;3142;g101be01f4cc_0_3178"/>
          <p:cNvGrpSpPr/>
          <p:nvPr/>
        </p:nvGrpSpPr>
        <p:grpSpPr>
          <a:xfrm>
            <a:off x="1408101" y="1449928"/>
            <a:ext cx="9375804" cy="1216991"/>
            <a:chOff x="1761025" y="1523319"/>
            <a:chExt cx="5522976" cy="975231"/>
          </a:xfrm>
        </p:grpSpPr>
        <p:pic>
          <p:nvPicPr>
            <p:cNvPr id="3143" name="Google Shape;3143;g101be01f4cc_0_31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61025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4" name="Google Shape;3144;g101be01f4cc_0_31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97400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5" name="Google Shape;3145;g101be01f4cc_0_31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4800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46" name="Google Shape;3146;g101be01f4cc_0_3178"/>
            <p:cNvCxnSpPr>
              <a:endCxn id="3144" idx="1"/>
            </p:cNvCxnSpPr>
            <p:nvPr/>
          </p:nvCxnSpPr>
          <p:spPr>
            <a:xfrm>
              <a:off x="2710200" y="2034775"/>
              <a:ext cx="1387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cxnSp>
          <p:nvCxnSpPr>
            <p:cNvPr id="3147" name="Google Shape;3147;g101be01f4cc_0_3178"/>
            <p:cNvCxnSpPr>
              <a:stCxn id="3144" idx="3"/>
              <a:endCxn id="3145" idx="1"/>
            </p:cNvCxnSpPr>
            <p:nvPr/>
          </p:nvCxnSpPr>
          <p:spPr>
            <a:xfrm>
              <a:off x="5046601" y="2034775"/>
              <a:ext cx="1288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sp>
          <p:nvSpPr>
            <p:cNvPr id="3148" name="Google Shape;3148;g101be01f4cc_0_3178"/>
            <p:cNvSpPr txBox="1"/>
            <p:nvPr/>
          </p:nvSpPr>
          <p:spPr>
            <a:xfrm>
              <a:off x="2510600" y="15421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10.0.0.1/24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g101be01f4cc_0_3178"/>
            <p:cNvSpPr txBox="1"/>
            <p:nvPr/>
          </p:nvSpPr>
          <p:spPr>
            <a:xfrm>
              <a:off x="3683250" y="15421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10.0.0.21/24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g101be01f4cc_0_3178"/>
            <p:cNvSpPr txBox="1"/>
            <p:nvPr/>
          </p:nvSpPr>
          <p:spPr>
            <a:xfrm>
              <a:off x="4855900" y="1523319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10.0.1.23/24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g101be01f4cc_0_3178"/>
            <p:cNvSpPr txBox="1"/>
            <p:nvPr/>
          </p:nvSpPr>
          <p:spPr>
            <a:xfrm>
              <a:off x="5948600" y="15233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10.0.1.3/24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g101be01f4cc_0_3178"/>
            <p:cNvSpPr txBox="1"/>
            <p:nvPr/>
          </p:nvSpPr>
          <p:spPr>
            <a:xfrm>
              <a:off x="218150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g101be01f4cc_0_3178"/>
            <p:cNvSpPr txBox="1"/>
            <p:nvPr/>
          </p:nvSpPr>
          <p:spPr>
            <a:xfrm>
              <a:off x="451065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g101be01f4cc_0_3178"/>
            <p:cNvSpPr txBox="1"/>
            <p:nvPr/>
          </p:nvSpPr>
          <p:spPr>
            <a:xfrm>
              <a:off x="677600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155" name="Google Shape;3155;g101be01f4cc_0_3178"/>
          <p:cNvGraphicFramePr/>
          <p:nvPr/>
        </p:nvGraphicFramePr>
        <p:xfrm>
          <a:off x="1481450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56" name="Google Shape;3156;g101be01f4cc_0_3178"/>
          <p:cNvGraphicFramePr/>
          <p:nvPr/>
        </p:nvGraphicFramePr>
        <p:xfrm>
          <a:off x="54234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6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57" name="Google Shape;3157;g101be01f4cc_0_3178"/>
          <p:cNvGraphicFramePr/>
          <p:nvPr/>
        </p:nvGraphicFramePr>
        <p:xfrm>
          <a:off x="92065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58" name="Google Shape;3158;g101be01f4cc_0_3178"/>
          <p:cNvGraphicFramePr/>
          <p:nvPr/>
        </p:nvGraphicFramePr>
        <p:xfrm>
          <a:off x="2500125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59" name="Google Shape;3159;g101be01f4cc_0_3178"/>
          <p:cNvSpPr/>
          <p:nvPr/>
        </p:nvSpPr>
        <p:spPr>
          <a:xfrm>
            <a:off x="3518800" y="51234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0" name="Google Shape;3160;g101be01f4cc_0_3178"/>
          <p:cNvGraphicFramePr/>
          <p:nvPr/>
        </p:nvGraphicFramePr>
        <p:xfrm>
          <a:off x="5116675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C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61" name="Google Shape;3161;g101be01f4cc_0_3178"/>
          <p:cNvGraphicFramePr/>
          <p:nvPr/>
        </p:nvGraphicFramePr>
        <p:xfrm>
          <a:off x="6442150" y="46641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62" name="Google Shape;3162;g101be01f4cc_0_3178"/>
          <p:cNvSpPr/>
          <p:nvPr/>
        </p:nvSpPr>
        <p:spPr>
          <a:xfrm>
            <a:off x="7460825" y="5123475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3" name="Google Shape;3163;g101be01f4cc_0_3178"/>
          <p:cNvSpPr/>
          <p:nvPr/>
        </p:nvSpPr>
        <p:spPr>
          <a:xfrm rot="10800000">
            <a:off x="4685875" y="51234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4" name="Google Shape;3164;g101be01f4cc_0_3178"/>
          <p:cNvGraphicFramePr/>
          <p:nvPr/>
        </p:nvGraphicFramePr>
        <p:xfrm>
          <a:off x="9039800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65" name="Google Shape;3165;g101be01f4cc_0_3178"/>
          <p:cNvSpPr/>
          <p:nvPr/>
        </p:nvSpPr>
        <p:spPr>
          <a:xfrm rot="10800000">
            <a:off x="8609000" y="5123450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6" name="Google Shape;3166;g101be01f4cc_0_31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1622" y="1796068"/>
            <a:ext cx="52470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7" name="Google Shape;3167;g101be01f4cc_0_31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2047" y="4584303"/>
            <a:ext cx="52470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8" name="Google Shape;3168;g101be01f4cc_0_31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0822" y="4584293"/>
            <a:ext cx="524700" cy="524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9" name="Google Shape;3169;g101be01f4cc_0_3178"/>
          <p:cNvGraphicFramePr/>
          <p:nvPr/>
        </p:nvGraphicFramePr>
        <p:xfrm>
          <a:off x="54234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70" name="Google Shape;3170;g101be01f4cc_0_3178"/>
          <p:cNvGraphicFramePr/>
          <p:nvPr/>
        </p:nvGraphicFramePr>
        <p:xfrm>
          <a:off x="517222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b="1" sz="26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71" name="Google Shape;3171;g101be01f4cc_0_3178"/>
          <p:cNvGraphicFramePr/>
          <p:nvPr/>
        </p:nvGraphicFramePr>
        <p:xfrm>
          <a:off x="1633850" y="2717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B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72" name="Google Shape;3172;g101be01f4cc_0_3178"/>
          <p:cNvGraphicFramePr/>
          <p:nvPr/>
        </p:nvGraphicFramePr>
        <p:xfrm>
          <a:off x="2652525" y="48164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C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73" name="Google Shape;3173;g101be01f4cc_0_3178"/>
          <p:cNvSpPr/>
          <p:nvPr/>
        </p:nvSpPr>
        <p:spPr>
          <a:xfrm>
            <a:off x="3671200" y="52758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4" name="Google Shape;3174;g101be01f4cc_0_3178"/>
          <p:cNvGraphicFramePr/>
          <p:nvPr/>
        </p:nvGraphicFramePr>
        <p:xfrm>
          <a:off x="9353635" y="2632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75" name="Google Shape;3175;g101be01f4cc_0_3178"/>
          <p:cNvSpPr txBox="1"/>
          <p:nvPr/>
        </p:nvSpPr>
        <p:spPr>
          <a:xfrm>
            <a:off x="223425" y="6162075"/>
            <a:ext cx="11394000" cy="554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Routing loop between A &amp; B; will take long for cost to reach INFINITY; Slow convergence!!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9" name="Shape 3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" name="Google Shape;3180;g101be01f4cc_0_3218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Solution: Split horizon</a:t>
            </a:r>
            <a:endParaRPr/>
          </a:p>
        </p:txBody>
      </p:sp>
      <p:sp>
        <p:nvSpPr>
          <p:cNvPr id="3181" name="Google Shape;3181;g101be01f4cc_0_32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82" name="Google Shape;3182;g101be01f4cc_0_3218"/>
          <p:cNvGrpSpPr/>
          <p:nvPr/>
        </p:nvGrpSpPr>
        <p:grpSpPr>
          <a:xfrm>
            <a:off x="1408101" y="1449928"/>
            <a:ext cx="9375804" cy="1216991"/>
            <a:chOff x="1761025" y="1523319"/>
            <a:chExt cx="5522976" cy="975231"/>
          </a:xfrm>
        </p:grpSpPr>
        <p:pic>
          <p:nvPicPr>
            <p:cNvPr id="3183" name="Google Shape;3183;g101be01f4cc_0_32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61025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4" name="Google Shape;3184;g101be01f4cc_0_32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97400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5" name="Google Shape;3185;g101be01f4cc_0_32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4800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86" name="Google Shape;3186;g101be01f4cc_0_3218"/>
            <p:cNvCxnSpPr>
              <a:endCxn id="3184" idx="1"/>
            </p:cNvCxnSpPr>
            <p:nvPr/>
          </p:nvCxnSpPr>
          <p:spPr>
            <a:xfrm>
              <a:off x="2710200" y="2034775"/>
              <a:ext cx="1387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cxnSp>
          <p:nvCxnSpPr>
            <p:cNvPr id="3187" name="Google Shape;3187;g101be01f4cc_0_3218"/>
            <p:cNvCxnSpPr>
              <a:stCxn id="3184" idx="3"/>
              <a:endCxn id="3185" idx="1"/>
            </p:cNvCxnSpPr>
            <p:nvPr/>
          </p:nvCxnSpPr>
          <p:spPr>
            <a:xfrm>
              <a:off x="5046601" y="2034775"/>
              <a:ext cx="1288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sp>
          <p:nvSpPr>
            <p:cNvPr id="3188" name="Google Shape;3188;g101be01f4cc_0_3218"/>
            <p:cNvSpPr txBox="1"/>
            <p:nvPr/>
          </p:nvSpPr>
          <p:spPr>
            <a:xfrm>
              <a:off x="2510600" y="15421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10.0.0.1/24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g101be01f4cc_0_3218"/>
            <p:cNvSpPr txBox="1"/>
            <p:nvPr/>
          </p:nvSpPr>
          <p:spPr>
            <a:xfrm>
              <a:off x="3683250" y="15421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10.0.0.21/24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g101be01f4cc_0_3218"/>
            <p:cNvSpPr txBox="1"/>
            <p:nvPr/>
          </p:nvSpPr>
          <p:spPr>
            <a:xfrm>
              <a:off x="4855900" y="1523319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10.0.1.23/24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g101be01f4cc_0_3218"/>
            <p:cNvSpPr txBox="1"/>
            <p:nvPr/>
          </p:nvSpPr>
          <p:spPr>
            <a:xfrm>
              <a:off x="5948600" y="15233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10.0.1.3/24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g101be01f4cc_0_3218"/>
            <p:cNvSpPr txBox="1"/>
            <p:nvPr/>
          </p:nvSpPr>
          <p:spPr>
            <a:xfrm>
              <a:off x="218150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g101be01f4cc_0_3218"/>
            <p:cNvSpPr txBox="1"/>
            <p:nvPr/>
          </p:nvSpPr>
          <p:spPr>
            <a:xfrm>
              <a:off x="451065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g101be01f4cc_0_3218"/>
            <p:cNvSpPr txBox="1"/>
            <p:nvPr/>
          </p:nvSpPr>
          <p:spPr>
            <a:xfrm>
              <a:off x="677600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195" name="Google Shape;3195;g101be01f4cc_0_3218"/>
          <p:cNvGraphicFramePr/>
          <p:nvPr/>
        </p:nvGraphicFramePr>
        <p:xfrm>
          <a:off x="1481450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96" name="Google Shape;3196;g101be01f4cc_0_3218"/>
          <p:cNvGraphicFramePr/>
          <p:nvPr/>
        </p:nvGraphicFramePr>
        <p:xfrm>
          <a:off x="54234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6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97" name="Google Shape;3197;g101be01f4cc_0_3218"/>
          <p:cNvGraphicFramePr/>
          <p:nvPr/>
        </p:nvGraphicFramePr>
        <p:xfrm>
          <a:off x="92065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98" name="Google Shape;3198;g101be01f4cc_0_3218"/>
          <p:cNvGraphicFramePr/>
          <p:nvPr/>
        </p:nvGraphicFramePr>
        <p:xfrm>
          <a:off x="2500125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99" name="Google Shape;3199;g101be01f4cc_0_3218"/>
          <p:cNvSpPr/>
          <p:nvPr/>
        </p:nvSpPr>
        <p:spPr>
          <a:xfrm>
            <a:off x="3518800" y="51234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00" name="Google Shape;3200;g101be01f4cc_0_3218"/>
          <p:cNvGraphicFramePr/>
          <p:nvPr/>
        </p:nvGraphicFramePr>
        <p:xfrm>
          <a:off x="5116675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C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01" name="Google Shape;3201;g101be01f4cc_0_3218"/>
          <p:cNvGraphicFramePr/>
          <p:nvPr/>
        </p:nvGraphicFramePr>
        <p:xfrm>
          <a:off x="6442150" y="46641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02" name="Google Shape;3202;g101be01f4cc_0_3218"/>
          <p:cNvSpPr/>
          <p:nvPr/>
        </p:nvSpPr>
        <p:spPr>
          <a:xfrm>
            <a:off x="7460825" y="5123475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3" name="Google Shape;3203;g101be01f4cc_0_3218"/>
          <p:cNvSpPr/>
          <p:nvPr/>
        </p:nvSpPr>
        <p:spPr>
          <a:xfrm rot="10800000">
            <a:off x="4685875" y="51234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04" name="Google Shape;3204;g101be01f4cc_0_3218"/>
          <p:cNvGraphicFramePr/>
          <p:nvPr/>
        </p:nvGraphicFramePr>
        <p:xfrm>
          <a:off x="9039800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05" name="Google Shape;3205;g101be01f4cc_0_3218"/>
          <p:cNvSpPr/>
          <p:nvPr/>
        </p:nvSpPr>
        <p:spPr>
          <a:xfrm rot="10800000">
            <a:off x="8609000" y="5123450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6" name="Google Shape;3206;g101be01f4cc_0_32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1622" y="1796068"/>
            <a:ext cx="52470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7" name="Google Shape;3207;g101be01f4cc_0_32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2047" y="4584303"/>
            <a:ext cx="52470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8" name="Google Shape;3208;g101be01f4cc_0_32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0822" y="4584293"/>
            <a:ext cx="524700" cy="524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9" name="Google Shape;3209;g101be01f4cc_0_3218"/>
          <p:cNvGraphicFramePr/>
          <p:nvPr/>
        </p:nvGraphicFramePr>
        <p:xfrm>
          <a:off x="6043825" y="2535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10" name="Google Shape;3210;g101be01f4cc_0_3218"/>
          <p:cNvGraphicFramePr/>
          <p:nvPr/>
        </p:nvGraphicFramePr>
        <p:xfrm>
          <a:off x="4718362" y="2522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6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C0000"/>
                          </a:solidFill>
                        </a:rPr>
                        <a:t>-</a:t>
                      </a:r>
                      <a:endParaRPr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11" name="Google Shape;3211;g101be01f4cc_0_3218"/>
          <p:cNvGraphicFramePr/>
          <p:nvPr/>
        </p:nvGraphicFramePr>
        <p:xfrm>
          <a:off x="1633850" y="26374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-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12" name="Google Shape;3212;g101be01f4cc_0_3218"/>
          <p:cNvGraphicFramePr/>
          <p:nvPr/>
        </p:nvGraphicFramePr>
        <p:xfrm>
          <a:off x="2652525" y="48164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C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13" name="Google Shape;3213;g101be01f4cc_0_3218"/>
          <p:cNvSpPr/>
          <p:nvPr/>
        </p:nvSpPr>
        <p:spPr>
          <a:xfrm>
            <a:off x="3671200" y="52758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14" name="Google Shape;3214;g101be01f4cc_0_3218"/>
          <p:cNvGraphicFramePr/>
          <p:nvPr/>
        </p:nvGraphicFramePr>
        <p:xfrm>
          <a:off x="9353635" y="2632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15" name="Google Shape;3215;g101be01f4cc_0_3218"/>
          <p:cNvSpPr txBox="1"/>
          <p:nvPr/>
        </p:nvSpPr>
        <p:spPr>
          <a:xfrm>
            <a:off x="1567500" y="6036225"/>
            <a:ext cx="9057000" cy="554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Converged quickly! Fails if routing loops involve more than 1 hop :(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9" name="Shape 3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0" name="Google Shape;3220;g101be01f4cc_0_3295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Solution: Split horizon, Poisoned Reverse</a:t>
            </a:r>
            <a:endParaRPr/>
          </a:p>
        </p:txBody>
      </p:sp>
      <p:sp>
        <p:nvSpPr>
          <p:cNvPr id="3221" name="Google Shape;3221;g101be01f4cc_0_329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22" name="Google Shape;3222;g101be01f4cc_0_3295"/>
          <p:cNvGrpSpPr/>
          <p:nvPr/>
        </p:nvGrpSpPr>
        <p:grpSpPr>
          <a:xfrm>
            <a:off x="1408101" y="1449928"/>
            <a:ext cx="9375804" cy="1216991"/>
            <a:chOff x="1761025" y="1523319"/>
            <a:chExt cx="5522976" cy="975231"/>
          </a:xfrm>
        </p:grpSpPr>
        <p:pic>
          <p:nvPicPr>
            <p:cNvPr id="3223" name="Google Shape;3223;g101be01f4cc_0_32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61025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4" name="Google Shape;3224;g101be01f4cc_0_32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97400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5" name="Google Shape;3225;g101be01f4cc_0_32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4800" y="1786575"/>
              <a:ext cx="949201" cy="496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26" name="Google Shape;3226;g101be01f4cc_0_3295"/>
            <p:cNvCxnSpPr>
              <a:endCxn id="3224" idx="1"/>
            </p:cNvCxnSpPr>
            <p:nvPr/>
          </p:nvCxnSpPr>
          <p:spPr>
            <a:xfrm>
              <a:off x="2710200" y="2034775"/>
              <a:ext cx="1387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cxnSp>
          <p:nvCxnSpPr>
            <p:cNvPr id="3227" name="Google Shape;3227;g101be01f4cc_0_3295"/>
            <p:cNvCxnSpPr>
              <a:stCxn id="3224" idx="3"/>
              <a:endCxn id="3225" idx="1"/>
            </p:cNvCxnSpPr>
            <p:nvPr/>
          </p:nvCxnSpPr>
          <p:spPr>
            <a:xfrm>
              <a:off x="5046601" y="2034775"/>
              <a:ext cx="1288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sp>
          <p:nvSpPr>
            <p:cNvPr id="3228" name="Google Shape;3228;g101be01f4cc_0_3295"/>
            <p:cNvSpPr txBox="1"/>
            <p:nvPr/>
          </p:nvSpPr>
          <p:spPr>
            <a:xfrm>
              <a:off x="2510600" y="15421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10.0.0.1/24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g101be01f4cc_0_3295"/>
            <p:cNvSpPr txBox="1"/>
            <p:nvPr/>
          </p:nvSpPr>
          <p:spPr>
            <a:xfrm>
              <a:off x="3683250" y="15421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10.0.0.21/24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g101be01f4cc_0_3295"/>
            <p:cNvSpPr txBox="1"/>
            <p:nvPr/>
          </p:nvSpPr>
          <p:spPr>
            <a:xfrm>
              <a:off x="4855900" y="1523319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10.0.1.23/24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g101be01f4cc_0_3295"/>
            <p:cNvSpPr txBox="1"/>
            <p:nvPr/>
          </p:nvSpPr>
          <p:spPr>
            <a:xfrm>
              <a:off x="5948600" y="1523325"/>
              <a:ext cx="8274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10.0.1.3/24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g101be01f4cc_0_3295"/>
            <p:cNvSpPr txBox="1"/>
            <p:nvPr/>
          </p:nvSpPr>
          <p:spPr>
            <a:xfrm>
              <a:off x="218150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g101be01f4cc_0_3295"/>
            <p:cNvSpPr txBox="1"/>
            <p:nvPr/>
          </p:nvSpPr>
          <p:spPr>
            <a:xfrm>
              <a:off x="451065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g101be01f4cc_0_3295"/>
            <p:cNvSpPr txBox="1"/>
            <p:nvPr/>
          </p:nvSpPr>
          <p:spPr>
            <a:xfrm>
              <a:off x="6776000" y="2202450"/>
              <a:ext cx="3291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235" name="Google Shape;3235;g101be01f4cc_0_3295"/>
          <p:cNvGraphicFramePr/>
          <p:nvPr/>
        </p:nvGraphicFramePr>
        <p:xfrm>
          <a:off x="1481450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36" name="Google Shape;3236;g101be01f4cc_0_3295"/>
          <p:cNvGraphicFramePr/>
          <p:nvPr/>
        </p:nvGraphicFramePr>
        <p:xfrm>
          <a:off x="5359643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6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37" name="Google Shape;3237;g101be01f4cc_0_3295"/>
          <p:cNvGraphicFramePr/>
          <p:nvPr/>
        </p:nvGraphicFramePr>
        <p:xfrm>
          <a:off x="92065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38" name="Google Shape;3238;g101be01f4cc_0_3295"/>
          <p:cNvGraphicFramePr/>
          <p:nvPr/>
        </p:nvGraphicFramePr>
        <p:xfrm>
          <a:off x="2500125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18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39" name="Google Shape;3239;g101be01f4cc_0_3295"/>
          <p:cNvSpPr/>
          <p:nvPr/>
        </p:nvSpPr>
        <p:spPr>
          <a:xfrm>
            <a:off x="3518800" y="51234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40" name="Google Shape;3240;g101be01f4cc_0_3295"/>
          <p:cNvGraphicFramePr/>
          <p:nvPr/>
        </p:nvGraphicFramePr>
        <p:xfrm>
          <a:off x="5116675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</a:rPr>
                        <a:t>C</a:t>
                      </a:r>
                      <a:endParaRPr b="1" sz="18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6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41" name="Google Shape;3241;g101be01f4cc_0_3295"/>
          <p:cNvGraphicFramePr/>
          <p:nvPr/>
        </p:nvGraphicFramePr>
        <p:xfrm>
          <a:off x="6442150" y="46641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42" name="Google Shape;3242;g101be01f4cc_0_3295"/>
          <p:cNvSpPr/>
          <p:nvPr/>
        </p:nvSpPr>
        <p:spPr>
          <a:xfrm>
            <a:off x="7460825" y="5123475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g101be01f4cc_0_3295"/>
          <p:cNvSpPr/>
          <p:nvPr/>
        </p:nvSpPr>
        <p:spPr>
          <a:xfrm rot="10800000">
            <a:off x="4685875" y="5123463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44" name="Google Shape;3244;g101be01f4cc_0_3295"/>
          <p:cNvGraphicFramePr/>
          <p:nvPr/>
        </p:nvGraphicFramePr>
        <p:xfrm>
          <a:off x="9135549" y="4664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</a:tblGrid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sz="18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sz="18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45" name="Google Shape;3245;g101be01f4cc_0_3295"/>
          <p:cNvSpPr/>
          <p:nvPr/>
        </p:nvSpPr>
        <p:spPr>
          <a:xfrm rot="10800000">
            <a:off x="8704749" y="5123450"/>
            <a:ext cx="430800" cy="23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6" name="Google Shape;3246;g101be01f4cc_0_32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1622" y="1796068"/>
            <a:ext cx="52470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7" name="Google Shape;3247;g101be01f4cc_0_32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2047" y="4584303"/>
            <a:ext cx="52470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8" name="Google Shape;3248;g101be01f4cc_0_32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0822" y="4584293"/>
            <a:ext cx="524700" cy="524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49" name="Google Shape;3249;g101be01f4cc_0_3295"/>
          <p:cNvGraphicFramePr/>
          <p:nvPr/>
        </p:nvGraphicFramePr>
        <p:xfrm>
          <a:off x="542347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50" name="Google Shape;3250;g101be01f4cc_0_3295"/>
          <p:cNvGraphicFramePr/>
          <p:nvPr/>
        </p:nvGraphicFramePr>
        <p:xfrm>
          <a:off x="5172225" y="2564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6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CC0000"/>
                          </a:solidFill>
                        </a:rPr>
                        <a:t>-</a:t>
                      </a:r>
                      <a:endParaRPr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51" name="Google Shape;3251;g101be01f4cc_0_3295"/>
          <p:cNvGraphicFramePr/>
          <p:nvPr/>
        </p:nvGraphicFramePr>
        <p:xfrm>
          <a:off x="1633850" y="26374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C0000"/>
                          </a:solidFill>
                        </a:rPr>
                        <a:t>-</a:t>
                      </a:r>
                      <a:endParaRPr b="1" sz="2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52" name="Google Shape;3252;g101be01f4cc_0_3295"/>
          <p:cNvGraphicFramePr/>
          <p:nvPr/>
        </p:nvGraphicFramePr>
        <p:xfrm>
          <a:off x="9353635" y="2632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{ACEB59AF-EDB1-43BE-97F3-CC35B4BFDC8B}</a:tableStyleId>
              </a:tblPr>
              <a:tblGrid>
                <a:gridCol w="510575"/>
                <a:gridCol w="508100"/>
                <a:gridCol w="796625"/>
              </a:tblGrid>
              <a:tr h="5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Dest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Next hop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CC0000"/>
                          </a:solidFill>
                        </a:rPr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53" name="Google Shape;3253;g101be01f4cc_0_3295"/>
          <p:cNvSpPr txBox="1"/>
          <p:nvPr/>
        </p:nvSpPr>
        <p:spPr>
          <a:xfrm>
            <a:off x="1481450" y="6202925"/>
            <a:ext cx="9057000" cy="554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Converged quickly! Fails if routing loops involve more than 1 hop :(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8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g26092e82f57_0_0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Comparison of LS and DV algorithms</a:t>
            </a:r>
            <a:endParaRPr/>
          </a:p>
        </p:txBody>
      </p:sp>
      <p:sp>
        <p:nvSpPr>
          <p:cNvPr id="3260" name="Google Shape;3260;g26092e82f57_0_0"/>
          <p:cNvSpPr txBox="1"/>
          <p:nvPr/>
        </p:nvSpPr>
        <p:spPr>
          <a:xfrm>
            <a:off x="749342" y="1478070"/>
            <a:ext cx="51630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message complexity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47" lvl="1" marL="69691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routers,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messages sent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47" lvl="1" marL="69691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exchange between neighbors; convergence time varies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1" name="Google Shape;3261;g26092e82f57_0_0"/>
          <p:cNvSpPr txBox="1"/>
          <p:nvPr/>
        </p:nvSpPr>
        <p:spPr>
          <a:xfrm>
            <a:off x="738904" y="3382027"/>
            <a:ext cx="5060700" cy="23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speed of convergence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47" lvl="0" marL="6969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algorithm,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4" lvl="1" marL="6969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oscillations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47" lvl="0" marL="6969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convergence time varies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4" lvl="1" marL="6969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routing loops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4" lvl="1" marL="6969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count-to-infinity problem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2" name="Google Shape;3262;g26092e82f57_0_0"/>
          <p:cNvSpPr txBox="1"/>
          <p:nvPr/>
        </p:nvSpPr>
        <p:spPr>
          <a:xfrm>
            <a:off x="6087648" y="1498948"/>
            <a:ext cx="5574000" cy="4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robustness: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router malfunctions, or is compromised?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6" lvl="1" marL="52228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6" lvl="1" marL="52228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 computes only its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own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3837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 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 (“I have 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really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low-cost path to everywhere”):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black-holing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3837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router’s DV is used by others: error propagate thru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2020-04-18T15:23:50Z</dcterms:created>
  <dc:creator>James Kurose</dc:creator>
</cp:coreProperties>
</file>