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Tahoma"/>
      <p:regular r:id="rId25"/>
      <p:bold r:id="rId26"/>
    </p:embeddedFont>
    <p:embeddedFont>
      <p:font typeface="Gill Sans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656">
          <p15:clr>
            <a:srgbClr val="A4A3A4"/>
          </p15:clr>
        </p15:guide>
        <p15:guide id="2" orient="horz" pos="3312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29" roundtripDataSignature="AMtx7mio6pMAqsNiZuLwhsbGVARQYDtc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656"/>
        <p:guide pos="3312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Tahoma-bold.fntdata"/><Relationship Id="rId25" Type="http://schemas.openxmlformats.org/officeDocument/2006/relationships/font" Target="fonts/Tahoma-regular.fntdata"/><Relationship Id="rId28" Type="http://schemas.openxmlformats.org/officeDocument/2006/relationships/font" Target="fonts/GillSans-bold.fntdata"/><Relationship Id="rId27" Type="http://schemas.openxmlformats.org/officeDocument/2006/relationships/font" Target="fonts/Gill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02aee8ed9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5" name="Google Shape;35;g102aee8ed9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" name="Google Shape;45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" name="Google Shape;53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0" name="Google Shape;230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9" name="Google Shape;429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9" name="Google Shape;529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9" name="Google Shape;629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0" name="Google Shape;630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6" name="Google Shape;816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7" name="Google Shape;817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0" name="Google Shape;890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1" name="Google Shape;891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0" name="Google Shape;900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1" name="Google Shape;901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0" name="Google Shape;1090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1" name="Google Shape;1091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0" name="Google Shape;1290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1" name="Google Shape;1291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1" name="Google Shape;1451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2" name="Google Shape;1452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5" name="Google Shape;1535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6" name="Google Shape;1536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2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4" name="Google Shape;1654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5" name="Google Shape;1655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1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1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10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9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1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1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Network Layer: 4-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0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0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0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102aee8ed9b_0_0"/>
          <p:cNvSpPr txBox="1"/>
          <p:nvPr>
            <p:ph type="ctrTitle"/>
          </p:nvPr>
        </p:nvSpPr>
        <p:spPr>
          <a:xfrm>
            <a:off x="0" y="772735"/>
            <a:ext cx="12192000" cy="1922100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3600">
                <a:solidFill>
                  <a:schemeClr val="lt1"/>
                </a:solidFill>
              </a:rPr>
              <a:t>Lec 25A: </a:t>
            </a:r>
            <a:endParaRPr sz="36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3600">
                <a:solidFill>
                  <a:schemeClr val="lt1"/>
                </a:solidFill>
              </a:rPr>
              <a:t>Network devices &amp; switch self learning algorithm</a:t>
            </a:r>
            <a:endParaRPr sz="3400">
              <a:solidFill>
                <a:schemeClr val="lt1"/>
              </a:solidFill>
            </a:endParaRPr>
          </a:p>
        </p:txBody>
      </p:sp>
      <p:sp>
        <p:nvSpPr>
          <p:cNvPr id="38" name="Google Shape;38;g102aee8ed9b_0_0"/>
          <p:cNvSpPr txBox="1"/>
          <p:nvPr>
            <p:ph idx="1" type="subTitle"/>
          </p:nvPr>
        </p:nvSpPr>
        <p:spPr>
          <a:xfrm>
            <a:off x="0" y="2694667"/>
            <a:ext cx="12192000" cy="1293300"/>
          </a:xfrm>
          <a:prstGeom prst="rect">
            <a:avLst/>
          </a:prstGeom>
          <a:noFill/>
          <a:ln cap="flat" cmpd="sng" w="19050">
            <a:solidFill>
              <a:srgbClr val="0B53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b="1" lang="en-US" sz="2700">
                <a:solidFill>
                  <a:srgbClr val="1155CC"/>
                </a:solidFill>
              </a:rPr>
              <a:t>Computer Networks (CSE 232)</a:t>
            </a:r>
            <a:endParaRPr b="1" sz="2700">
              <a:solidFill>
                <a:srgbClr val="1155CC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300"/>
              </a:spcBef>
              <a:spcAft>
                <a:spcPts val="1300"/>
              </a:spcAft>
              <a:buSzPts val="800"/>
              <a:buNone/>
            </a:pPr>
            <a:r>
              <a:rPr b="1" lang="en-US" sz="2700">
                <a:solidFill>
                  <a:srgbClr val="1155CC"/>
                </a:solidFill>
              </a:rPr>
              <a:t>Rinku Shah</a:t>
            </a:r>
            <a:endParaRPr b="1" sz="2700">
              <a:solidFill>
                <a:srgbClr val="1155CC"/>
              </a:solidFill>
            </a:endParaRPr>
          </a:p>
        </p:txBody>
      </p:sp>
      <p:sp>
        <p:nvSpPr>
          <p:cNvPr id="39" name="Google Shape;39;g102aee8ed9b_0_0"/>
          <p:cNvSpPr txBox="1"/>
          <p:nvPr>
            <p:ph idx="1" type="subTitle"/>
          </p:nvPr>
        </p:nvSpPr>
        <p:spPr>
          <a:xfrm>
            <a:off x="415600" y="4803333"/>
            <a:ext cx="7428300" cy="17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b="1" lang="en-US" sz="1900"/>
              <a:t>These slides are inspired and adapted from:</a:t>
            </a:r>
            <a:r>
              <a:rPr lang="en-US" sz="1900"/>
              <a:t> </a:t>
            </a:r>
            <a:endParaRPr sz="1900"/>
          </a:p>
          <a:p>
            <a:pPr indent="-425450" lvl="0" marL="609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900"/>
              <a:buAutoNum type="arabicPeriod"/>
            </a:pPr>
            <a:r>
              <a:rPr i="1" lang="en-US" sz="1900">
                <a:solidFill>
                  <a:srgbClr val="0B5394"/>
                </a:solidFill>
              </a:rPr>
              <a:t>Computer Networking: A Top-Down Approach </a:t>
            </a:r>
            <a:endParaRPr i="1" sz="1900">
              <a:solidFill>
                <a:srgbClr val="0B5394"/>
              </a:solidFill>
            </a:endParaRPr>
          </a:p>
          <a:p>
            <a:pPr indent="6096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i="1" lang="en-US" sz="1900"/>
              <a:t>6th edition, Jim Kurose, Keith Ross, Pearson, 2017</a:t>
            </a:r>
            <a:endParaRPr i="1" sz="1500">
              <a:solidFill>
                <a:srgbClr val="0B5394"/>
              </a:solidFill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t/>
            </a:r>
            <a:endParaRPr i="1" sz="1500">
              <a:solidFill>
                <a:srgbClr val="0B5394"/>
              </a:solidFill>
            </a:endParaRPr>
          </a:p>
        </p:txBody>
      </p:sp>
      <p:pic>
        <p:nvPicPr>
          <p:cNvPr id="40" name="Google Shape;40;g102aee8ed9b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43800" y="5643704"/>
            <a:ext cx="3095550" cy="593375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g102aee8ed9b_0_0"/>
          <p:cNvSpPr txBox="1"/>
          <p:nvPr>
            <p:ph idx="12" type="sldNum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 fontScale="85000" lnSpcReduction="20000"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Ethernet switch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6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61"/>
          <p:cNvSpPr txBox="1"/>
          <p:nvPr/>
        </p:nvSpPr>
        <p:spPr>
          <a:xfrm>
            <a:off x="846268" y="1386357"/>
            <a:ext cx="10756119" cy="4909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3050" lvl="0" marL="4032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 is a </a:t>
            </a: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link-layer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device: takes an </a:t>
            </a:r>
            <a:r>
              <a:rPr b="0" i="1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active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role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store, forward Ethernet frames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examine incoming frame’s MAC address, </a:t>
            </a: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selectively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forward  frame to one-or-more outgoing links when frame is to be forwarded on segment, uses CSMA/CD to access segment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4032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"/>
              <a:buChar char="▪"/>
            </a:pPr>
            <a:r>
              <a:rPr b="0" i="0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transparent: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hosts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unaware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presence of switches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3050" lvl="0" marL="4032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"/>
              <a:buChar char="▪"/>
            </a:pPr>
            <a:r>
              <a:rPr b="0" i="0" lang="en-US" sz="32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plug-and-play, self-learning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switches do not need to be configured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2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Switch: multiple simultaneous transmissions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57" name="Google Shape;57;p62"/>
          <p:cNvGrpSpPr/>
          <p:nvPr/>
        </p:nvGrpSpPr>
        <p:grpSpPr>
          <a:xfrm>
            <a:off x="7160640" y="1920913"/>
            <a:ext cx="3884571" cy="3909974"/>
            <a:chOff x="7670306" y="1697644"/>
            <a:chExt cx="3884571" cy="3909974"/>
          </a:xfrm>
        </p:grpSpPr>
        <p:cxnSp>
          <p:nvCxnSpPr>
            <p:cNvPr id="58" name="Google Shape;58;p62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9" name="Google Shape;59;p62"/>
            <p:cNvSpPr txBox="1"/>
            <p:nvPr/>
          </p:nvSpPr>
          <p:spPr>
            <a:xfrm>
              <a:off x="8855012" y="4899732"/>
              <a:ext cx="2699865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switch with six interfaces (</a:t>
              </a:r>
              <a:r>
                <a:rPr b="0" i="0" lang="en-US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1,2,3,4,5,6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62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62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62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62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4" name="Google Shape;64;p62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62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6" name="Google Shape;66;p62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67" name="Google Shape;67;p6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8" name="Google Shape;68;p6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" name="Google Shape;69;p62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70" name="Google Shape;70;p6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1" name="Google Shape;71;p6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" name="Google Shape;72;p62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62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62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62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62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62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62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62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62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62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2" name="Google Shape;82;p62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83" name="Google Shape;83;p6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4" name="Google Shape;84;p6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85" name="Google Shape;85;p6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p62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7" name="Google Shape;87;p62"/>
            <p:cNvCxnSpPr>
              <a:stCxn id="78" idx="0"/>
              <a:endCxn id="81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8" name="Google Shape;88;p62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89" name="Google Shape;89;p62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62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" name="Google Shape;91;p62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92" name="Google Shape;92;p62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" name="Google Shape;93;p62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4" name="Google Shape;94;p62"/>
              <p:cNvGrpSpPr/>
              <p:nvPr/>
            </p:nvGrpSpPr>
            <p:grpSpPr>
              <a:xfrm>
                <a:off x="3941376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95" name="Google Shape;95;p62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" name="Google Shape;96;p62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" name="Google Shape;97;p62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" name="Google Shape;98;p62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9" name="Google Shape;99;p62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100" name="Google Shape;100;p6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1" name="Google Shape;101;p6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" name="Google Shape;102;p62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103" name="Google Shape;103;p6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4" name="Google Shape;104;p62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5" name="Google Shape;105;p62"/>
          <p:cNvSpPr txBox="1"/>
          <p:nvPr/>
        </p:nvSpPr>
        <p:spPr>
          <a:xfrm>
            <a:off x="929391" y="1533864"/>
            <a:ext cx="5846164" cy="3437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hosts have dedicated, direct connection to switch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switches buffer packets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 protocol used on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incoming link, so: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68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collisions; full duplex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link is its own collision domain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2"/>
          <p:cNvSpPr txBox="1"/>
          <p:nvPr/>
        </p:nvSpPr>
        <p:spPr>
          <a:xfrm>
            <a:off x="927244" y="4731250"/>
            <a:ext cx="6723621" cy="1489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switching: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A-to-A’ and B-to-B’ can transmit simultaneously, without collisions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2"/>
          <p:cNvSpPr/>
          <p:nvPr/>
        </p:nvSpPr>
        <p:spPr>
          <a:xfrm rot="5400000">
            <a:off x="8417537" y="3356139"/>
            <a:ext cx="1352278" cy="177922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2"/>
          <p:cNvSpPr/>
          <p:nvPr/>
        </p:nvSpPr>
        <p:spPr>
          <a:xfrm rot="9282253">
            <a:off x="8060403" y="3378664"/>
            <a:ext cx="1986794" cy="199277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Switch: multiple simultaneous transmissions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16" name="Google Shape;116;p63"/>
          <p:cNvGrpSpPr/>
          <p:nvPr/>
        </p:nvGrpSpPr>
        <p:grpSpPr>
          <a:xfrm>
            <a:off x="7160640" y="1920913"/>
            <a:ext cx="3884571" cy="3909974"/>
            <a:chOff x="7670306" y="1697644"/>
            <a:chExt cx="3884571" cy="3909974"/>
          </a:xfrm>
        </p:grpSpPr>
        <p:cxnSp>
          <p:nvCxnSpPr>
            <p:cNvPr id="117" name="Google Shape;117;p63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18" name="Google Shape;118;p63"/>
            <p:cNvSpPr txBox="1"/>
            <p:nvPr/>
          </p:nvSpPr>
          <p:spPr>
            <a:xfrm>
              <a:off x="8855012" y="4899732"/>
              <a:ext cx="2699865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switch with six interfaces (</a:t>
              </a:r>
              <a:r>
                <a:rPr b="0" i="0" lang="en-US" sz="20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1,2,3,4,5,6</a:t>
              </a:r>
              <a:r>
                <a:rPr b="0" i="0" lang="en-US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63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63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63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63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63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63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5" name="Google Shape;125;p63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26" name="Google Shape;126;p6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7" name="Google Shape;127;p6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" name="Google Shape;128;p63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29" name="Google Shape;129;p6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0" name="Google Shape;130;p6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1" name="Google Shape;131;p63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63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63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63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63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63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63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63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63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63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1" name="Google Shape;141;p63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142" name="Google Shape;142;p6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3" name="Google Shape;143;p6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144" name="Google Shape;144;p6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63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6" name="Google Shape;146;p63"/>
            <p:cNvCxnSpPr>
              <a:stCxn id="137" idx="0"/>
              <a:endCxn id="140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47" name="Google Shape;147;p63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48" name="Google Shape;148;p63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63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0" name="Google Shape;150;p63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151" name="Google Shape;151;p63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63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53" name="Google Shape;153;p63"/>
              <p:cNvGrpSpPr/>
              <p:nvPr/>
            </p:nvGrpSpPr>
            <p:grpSpPr>
              <a:xfrm>
                <a:off x="3941376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154" name="Google Shape;154;p63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5" name="Google Shape;155;p63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6" name="Google Shape;156;p63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7" name="Google Shape;157;p63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58" name="Google Shape;158;p63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159" name="Google Shape;159;p6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0" name="Google Shape;160;p6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1" name="Google Shape;161;p63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162" name="Google Shape;162;p6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3" name="Google Shape;163;p63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4" name="Google Shape;164;p63"/>
          <p:cNvSpPr txBox="1"/>
          <p:nvPr/>
        </p:nvSpPr>
        <p:spPr>
          <a:xfrm>
            <a:off x="929391" y="1533864"/>
            <a:ext cx="5846164" cy="3437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hosts have dedicated, direct connection to switch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switches buffer packets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68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 protocol used on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incoming link, so: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68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collisions; full duplex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link is its own collision domain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3"/>
          <p:cNvSpPr txBox="1"/>
          <p:nvPr/>
        </p:nvSpPr>
        <p:spPr>
          <a:xfrm>
            <a:off x="927244" y="4731249"/>
            <a:ext cx="6723621" cy="17505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368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switching: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A-to-A’ and B-to-B’ can transmit simultaneously, without collisions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368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A-to-A’ and C to A’ can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happen simultaneously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3"/>
          <p:cNvSpPr/>
          <p:nvPr/>
        </p:nvSpPr>
        <p:spPr>
          <a:xfrm rot="5400000">
            <a:off x="8324937" y="3356139"/>
            <a:ext cx="1352278" cy="177922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3"/>
          <p:cNvSpPr/>
          <p:nvPr/>
        </p:nvSpPr>
        <p:spPr>
          <a:xfrm>
            <a:off x="9120852" y="3472405"/>
            <a:ext cx="185194" cy="752354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63"/>
          <p:cNvCxnSpPr/>
          <p:nvPr/>
        </p:nvCxnSpPr>
        <p:spPr>
          <a:xfrm>
            <a:off x="9178725" y="3487837"/>
            <a:ext cx="717630" cy="366532"/>
          </a:xfrm>
          <a:prstGeom prst="straightConnector1">
            <a:avLst/>
          </a:prstGeom>
          <a:noFill/>
          <a:ln cap="flat" cmpd="sng" w="762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69" name="Google Shape;169;p63"/>
          <p:cNvPicPr preferRelativeResize="0"/>
          <p:nvPr/>
        </p:nvPicPr>
        <p:blipFill rotWithShape="1">
          <a:blip r:embed="rId5">
            <a:alphaModFix amt="81000"/>
          </a:blip>
          <a:srcRect b="0" l="0" r="0" t="0"/>
          <a:stretch/>
        </p:blipFill>
        <p:spPr>
          <a:xfrm>
            <a:off x="8310621" y="2697717"/>
            <a:ext cx="1577693" cy="1699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 forwarding table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7" name="Google Shape;177;p64"/>
          <p:cNvGrpSpPr/>
          <p:nvPr/>
        </p:nvGrpSpPr>
        <p:grpSpPr>
          <a:xfrm>
            <a:off x="7160640" y="1916920"/>
            <a:ext cx="3578613" cy="3064134"/>
            <a:chOff x="7670306" y="1697644"/>
            <a:chExt cx="3578613" cy="3064134"/>
          </a:xfrm>
        </p:grpSpPr>
        <p:cxnSp>
          <p:nvCxnSpPr>
            <p:cNvPr id="178" name="Google Shape;178;p64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79" name="Google Shape;179;p64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64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64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64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64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64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5" name="Google Shape;185;p64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86" name="Google Shape;186;p6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7" name="Google Shape;187;p6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8" name="Google Shape;188;p64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189" name="Google Shape;189;p6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0" name="Google Shape;190;p6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1" name="Google Shape;191;p64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64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64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64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64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64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64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64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64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64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01" name="Google Shape;201;p64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202" name="Google Shape;202;p6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3" name="Google Shape;203;p6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204" name="Google Shape;204;p6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5" name="Google Shape;205;p64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6" name="Google Shape;206;p64"/>
            <p:cNvCxnSpPr>
              <a:stCxn id="197" idx="0"/>
              <a:endCxn id="200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" name="Google Shape;207;p64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08" name="Google Shape;208;p64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64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0" name="Google Shape;210;p64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211" name="Google Shape;211;p64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64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13" name="Google Shape;213;p64"/>
              <p:cNvGrpSpPr/>
              <p:nvPr/>
            </p:nvGrpSpPr>
            <p:grpSpPr>
              <a:xfrm>
                <a:off x="3941376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214" name="Google Shape;214;p64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64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64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64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18" name="Google Shape;218;p64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219" name="Google Shape;219;p6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0" name="Google Shape;220;p6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" name="Google Shape;221;p64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222" name="Google Shape;222;p6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3" name="Google Shape;223;p64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24" name="Google Shape;224;p64"/>
          <p:cNvSpPr txBox="1"/>
          <p:nvPr/>
        </p:nvSpPr>
        <p:spPr>
          <a:xfrm>
            <a:off x="789457" y="1563480"/>
            <a:ext cx="6960458" cy="1374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8938" lvl="0" marL="403225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1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does switch know A’ reachable via interface 4, B’ reachable via interface 5?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4"/>
          <p:cNvSpPr txBox="1"/>
          <p:nvPr/>
        </p:nvSpPr>
        <p:spPr>
          <a:xfrm>
            <a:off x="1152393" y="2506650"/>
            <a:ext cx="5892981" cy="21320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None/>
            </a:pPr>
            <a:r>
              <a:rPr b="0" i="1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switch has a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switch table,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entry: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4163" lvl="1" marL="522288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(MAC address of host, interface to reach host, time stamp)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4163" lvl="1" marL="522288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looks like a routing table!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64"/>
          <p:cNvSpPr txBox="1"/>
          <p:nvPr/>
        </p:nvSpPr>
        <p:spPr>
          <a:xfrm>
            <a:off x="719530" y="4863228"/>
            <a:ext cx="6100996" cy="16874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3223" lvl="0" marL="46196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80"/>
              <a:buFont typeface="Noto Sans"/>
              <a:buNone/>
            </a:pPr>
            <a:r>
              <a:rPr b="0" i="1" lang="en-US" sz="32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are entries created, maintained in switch table?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4163" lvl="1" marL="8064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something like a routing protocol?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Switch: self-learning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34" name="Google Shape;234;p65"/>
          <p:cNvGrpSpPr/>
          <p:nvPr/>
        </p:nvGrpSpPr>
        <p:grpSpPr>
          <a:xfrm>
            <a:off x="7160640" y="1916920"/>
            <a:ext cx="3578613" cy="3064134"/>
            <a:chOff x="7670306" y="1697644"/>
            <a:chExt cx="3578613" cy="3064134"/>
          </a:xfrm>
        </p:grpSpPr>
        <p:cxnSp>
          <p:nvCxnSpPr>
            <p:cNvPr id="235" name="Google Shape;235;p65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36" name="Google Shape;236;p65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65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65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65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65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65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2" name="Google Shape;242;p65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243" name="Google Shape;243;p6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4" name="Google Shape;244;p6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5" name="Google Shape;245;p65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246" name="Google Shape;246;p65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7" name="Google Shape;247;p6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8" name="Google Shape;248;p65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65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65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65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65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65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65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65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65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65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8" name="Google Shape;258;p65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259" name="Google Shape;259;p6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0" name="Google Shape;260;p6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261" name="Google Shape;261;p6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2" name="Google Shape;262;p65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63" name="Google Shape;263;p65"/>
            <p:cNvCxnSpPr>
              <a:stCxn id="254" idx="0"/>
              <a:endCxn id="257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64" name="Google Shape;264;p65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265" name="Google Shape;265;p65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65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7" name="Google Shape;267;p65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268" name="Google Shape;268;p65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" name="Google Shape;269;p65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70" name="Google Shape;270;p65"/>
              <p:cNvGrpSpPr/>
              <p:nvPr/>
            </p:nvGrpSpPr>
            <p:grpSpPr>
              <a:xfrm>
                <a:off x="3941376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271" name="Google Shape;271;p65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2" name="Google Shape;272;p65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3" name="Google Shape;273;p65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74" name="Google Shape;274;p65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75" name="Google Shape;275;p65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276" name="Google Shape;276;p6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7" name="Google Shape;277;p6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8" name="Google Shape;278;p65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279" name="Google Shape;279;p65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0" name="Google Shape;280;p65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81" name="Google Shape;281;p65"/>
          <p:cNvSpPr txBox="1"/>
          <p:nvPr/>
        </p:nvSpPr>
        <p:spPr>
          <a:xfrm>
            <a:off x="976536" y="1261672"/>
            <a:ext cx="5123322" cy="4956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31775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Char char="▪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r>
              <a:rPr b="0" i="0" lang="en-US" sz="32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1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learns</a:t>
            </a: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which hosts can be reached through which interfaces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2" name="Google Shape;282;p65"/>
          <p:cNvGrpSpPr/>
          <p:nvPr/>
        </p:nvGrpSpPr>
        <p:grpSpPr>
          <a:xfrm>
            <a:off x="9401904" y="1700213"/>
            <a:ext cx="1428750" cy="369887"/>
            <a:chOff x="1750" y="3514"/>
            <a:chExt cx="900" cy="233"/>
          </a:xfrm>
        </p:grpSpPr>
        <p:sp>
          <p:nvSpPr>
            <p:cNvPr id="283" name="Google Shape;283;p65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65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5" name="Google Shape;285;p65"/>
            <p:cNvCxnSpPr/>
            <p:nvPr/>
          </p:nvCxnSpPr>
          <p:spPr>
            <a:xfrm>
              <a:off x="1936" y="354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6" name="Google Shape;286;p65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87" name="Google Shape;287;p65"/>
          <p:cNvGrpSpPr/>
          <p:nvPr/>
        </p:nvGrpSpPr>
        <p:grpSpPr>
          <a:xfrm>
            <a:off x="9617799" y="1001725"/>
            <a:ext cx="1610850" cy="731838"/>
            <a:chOff x="4406" y="331"/>
            <a:chExt cx="854" cy="461"/>
          </a:xfrm>
        </p:grpSpPr>
        <p:cxnSp>
          <p:nvCxnSpPr>
            <p:cNvPr id="288" name="Google Shape;288;p65"/>
            <p:cNvCxnSpPr/>
            <p:nvPr/>
          </p:nvCxnSpPr>
          <p:spPr>
            <a:xfrm flipH="1" rot="10800000">
              <a:off x="4406" y="439"/>
              <a:ext cx="252" cy="3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289" name="Google Shape;289;p65"/>
            <p:cNvCxnSpPr/>
            <p:nvPr/>
          </p:nvCxnSpPr>
          <p:spPr>
            <a:xfrm flipH="1" rot="10800000">
              <a:off x="4524" y="594"/>
              <a:ext cx="137" cy="1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290" name="Google Shape;290;p65"/>
            <p:cNvSpPr txBox="1"/>
            <p:nvPr/>
          </p:nvSpPr>
          <p:spPr>
            <a:xfrm>
              <a:off x="4643" y="331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65"/>
            <p:cNvSpPr txBox="1"/>
            <p:nvPr/>
          </p:nvSpPr>
          <p:spPr>
            <a:xfrm>
              <a:off x="4660" y="49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A’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92" name="Google Shape;292;p65"/>
          <p:cNvGrpSpPr/>
          <p:nvPr/>
        </p:nvGrpSpPr>
        <p:grpSpPr>
          <a:xfrm>
            <a:off x="6859613" y="5161978"/>
            <a:ext cx="3017838" cy="1444625"/>
            <a:chOff x="3441" y="3154"/>
            <a:chExt cx="1901" cy="910"/>
          </a:xfrm>
        </p:grpSpPr>
        <p:sp>
          <p:nvSpPr>
            <p:cNvPr id="293" name="Google Shape;293;p65"/>
            <p:cNvSpPr/>
            <p:nvPr/>
          </p:nvSpPr>
          <p:spPr>
            <a:xfrm>
              <a:off x="3449" y="3154"/>
              <a:ext cx="1893" cy="90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65"/>
            <p:cNvSpPr txBox="1"/>
            <p:nvPr/>
          </p:nvSpPr>
          <p:spPr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addr   interface    TTL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5" name="Google Shape;295;p65"/>
            <p:cNvCxnSpPr/>
            <p:nvPr/>
          </p:nvCxnSpPr>
          <p:spPr>
            <a:xfrm>
              <a:off x="4226" y="3154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6" name="Google Shape;296;p65"/>
            <p:cNvCxnSpPr/>
            <p:nvPr/>
          </p:nvCxnSpPr>
          <p:spPr>
            <a:xfrm>
              <a:off x="4963" y="3157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7" name="Google Shape;297;p65"/>
            <p:cNvCxnSpPr/>
            <p:nvPr/>
          </p:nvCxnSpPr>
          <p:spPr>
            <a:xfrm>
              <a:off x="3452" y="3397"/>
              <a:ext cx="188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98" name="Google Shape;298;p65"/>
          <p:cNvSpPr txBox="1"/>
          <p:nvPr/>
        </p:nvSpPr>
        <p:spPr>
          <a:xfrm>
            <a:off x="9971998" y="5026261"/>
            <a:ext cx="172402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 table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(initially empty)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99" name="Google Shape;299;p65"/>
          <p:cNvGrpSpPr/>
          <p:nvPr/>
        </p:nvGrpSpPr>
        <p:grpSpPr>
          <a:xfrm>
            <a:off x="7294588" y="5595366"/>
            <a:ext cx="2471738" cy="376237"/>
            <a:chOff x="2376" y="3383"/>
            <a:chExt cx="1557" cy="237"/>
          </a:xfrm>
        </p:grpSpPr>
        <p:sp>
          <p:nvSpPr>
            <p:cNvPr id="300" name="Google Shape;300;p65"/>
            <p:cNvSpPr txBox="1"/>
            <p:nvPr/>
          </p:nvSpPr>
          <p:spPr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65"/>
            <p:cNvSpPr txBox="1"/>
            <p:nvPr/>
          </p:nvSpPr>
          <p:spPr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65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3" name="Google Shape;303;p65"/>
          <p:cNvSpPr txBox="1"/>
          <p:nvPr/>
        </p:nvSpPr>
        <p:spPr>
          <a:xfrm>
            <a:off x="770121" y="2803034"/>
            <a:ext cx="5123322" cy="14101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3836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frame received, switch “learns”  location of sender: incoming LAN segment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65"/>
          <p:cNvSpPr txBox="1"/>
          <p:nvPr/>
        </p:nvSpPr>
        <p:spPr>
          <a:xfrm>
            <a:off x="783624" y="4101328"/>
            <a:ext cx="5123322" cy="10378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3836" lvl="1" marL="681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records sender/location pair in switch 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6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Switch: frame filtering/forwarding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6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2" name="Google Shape;312;p66"/>
          <p:cNvSpPr txBox="1"/>
          <p:nvPr/>
        </p:nvSpPr>
        <p:spPr>
          <a:xfrm>
            <a:off x="630237" y="1370013"/>
            <a:ext cx="10867219" cy="5095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 frame received at switch: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 incoming link, MAC address of sending host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index switch table using MAC destination address</a:t>
            </a:r>
            <a:endParaRPr b="1" i="0" sz="2800" u="none" cap="none" strike="noStrike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3. if</a:t>
            </a:r>
            <a:r>
              <a:rPr b="1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entry found for destination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then {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None/>
            </a:pPr>
            <a:r>
              <a:rPr b="1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r>
              <a:rPr b="1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destination on segment from which frame arrived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drop frame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forward frame on interface indicated by entry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</a:t>
            </a:r>
            <a:r>
              <a:rPr b="1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r>
              <a:rPr b="1" i="0" lang="en-US" sz="28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flood  /* forward on all interfaces except arriving interface */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3" marL="1600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67"/>
          <p:cNvGrpSpPr/>
          <p:nvPr/>
        </p:nvGrpSpPr>
        <p:grpSpPr>
          <a:xfrm>
            <a:off x="6860837" y="1886940"/>
            <a:ext cx="3578613" cy="3064134"/>
            <a:chOff x="7670306" y="1697644"/>
            <a:chExt cx="3578613" cy="3064134"/>
          </a:xfrm>
        </p:grpSpPr>
        <p:cxnSp>
          <p:nvCxnSpPr>
            <p:cNvPr id="319" name="Google Shape;319;p67"/>
            <p:cNvCxnSpPr/>
            <p:nvPr/>
          </p:nvCxnSpPr>
          <p:spPr>
            <a:xfrm>
              <a:off x="9587512" y="2387296"/>
              <a:ext cx="0" cy="164811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20" name="Google Shape;320;p67"/>
            <p:cNvSpPr txBox="1"/>
            <p:nvPr/>
          </p:nvSpPr>
          <p:spPr>
            <a:xfrm>
              <a:off x="9846148" y="1727551"/>
              <a:ext cx="362600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67"/>
            <p:cNvSpPr txBox="1"/>
            <p:nvPr/>
          </p:nvSpPr>
          <p:spPr>
            <a:xfrm>
              <a:off x="9844697" y="4149731"/>
              <a:ext cx="43954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67"/>
            <p:cNvSpPr txBox="1"/>
            <p:nvPr/>
          </p:nvSpPr>
          <p:spPr>
            <a:xfrm>
              <a:off x="10740738" y="2137677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67"/>
            <p:cNvSpPr txBox="1"/>
            <p:nvPr/>
          </p:nvSpPr>
          <p:spPr>
            <a:xfrm>
              <a:off x="8061935" y="3914988"/>
              <a:ext cx="42832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B’</a:t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67"/>
            <p:cNvSpPr txBox="1"/>
            <p:nvPr/>
          </p:nvSpPr>
          <p:spPr>
            <a:xfrm>
              <a:off x="10739721" y="3994819"/>
              <a:ext cx="348172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67"/>
            <p:cNvSpPr txBox="1"/>
            <p:nvPr/>
          </p:nvSpPr>
          <p:spPr>
            <a:xfrm>
              <a:off x="8044749" y="2060029"/>
              <a:ext cx="42511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6" name="Google Shape;326;p67"/>
            <p:cNvGrpSpPr/>
            <p:nvPr/>
          </p:nvGrpSpPr>
          <p:grpSpPr>
            <a:xfrm>
              <a:off x="7686715" y="242879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327" name="Google Shape;327;p6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28" name="Google Shape;328;p6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9" name="Google Shape;329;p67"/>
            <p:cNvGrpSpPr/>
            <p:nvPr/>
          </p:nvGrpSpPr>
          <p:grpSpPr>
            <a:xfrm>
              <a:off x="7670306" y="3312731"/>
              <a:ext cx="833957" cy="690324"/>
              <a:chOff x="-44" y="1473"/>
              <a:chExt cx="981" cy="1105"/>
            </a:xfrm>
          </p:grpSpPr>
          <p:pic>
            <p:nvPicPr>
              <p:cNvPr descr="desktop_computer_stylized_medium" id="330" name="Google Shape;330;p67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31" name="Google Shape;331;p6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2" name="Google Shape;332;p67"/>
            <p:cNvSpPr txBox="1"/>
            <p:nvPr/>
          </p:nvSpPr>
          <p:spPr>
            <a:xfrm>
              <a:off x="9340356" y="2722016"/>
              <a:ext cx="31273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67"/>
            <p:cNvSpPr txBox="1"/>
            <p:nvPr/>
          </p:nvSpPr>
          <p:spPr>
            <a:xfrm>
              <a:off x="9775745" y="2800425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67"/>
            <p:cNvSpPr txBox="1"/>
            <p:nvPr/>
          </p:nvSpPr>
          <p:spPr>
            <a:xfrm>
              <a:off x="9922900" y="3225116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67"/>
            <p:cNvSpPr txBox="1"/>
            <p:nvPr/>
          </p:nvSpPr>
          <p:spPr>
            <a:xfrm>
              <a:off x="9525472" y="3474353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67"/>
            <p:cNvSpPr txBox="1"/>
            <p:nvPr/>
          </p:nvSpPr>
          <p:spPr>
            <a:xfrm>
              <a:off x="9061577" y="3440668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67"/>
            <p:cNvSpPr txBox="1"/>
            <p:nvPr/>
          </p:nvSpPr>
          <p:spPr>
            <a:xfrm>
              <a:off x="8947484" y="3014530"/>
              <a:ext cx="319087" cy="3698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67"/>
            <p:cNvSpPr/>
            <p:nvPr/>
          </p:nvSpPr>
          <p:spPr>
            <a:xfrm rot="5400000">
              <a:off x="8461713" y="2732203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67"/>
            <p:cNvSpPr/>
            <p:nvPr/>
          </p:nvSpPr>
          <p:spPr>
            <a:xfrm rot="5400000">
              <a:off x="8476898" y="3630561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67"/>
            <p:cNvSpPr/>
            <p:nvPr/>
          </p:nvSpPr>
          <p:spPr>
            <a:xfrm rot="5400000">
              <a:off x="10579799" y="2734470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67"/>
            <p:cNvSpPr/>
            <p:nvPr/>
          </p:nvSpPr>
          <p:spPr>
            <a:xfrm rot="5400000">
              <a:off x="10594984" y="3632828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42" name="Google Shape;342;p67"/>
            <p:cNvGrpSpPr/>
            <p:nvPr/>
          </p:nvGrpSpPr>
          <p:grpSpPr>
            <a:xfrm>
              <a:off x="10416209" y="2517915"/>
              <a:ext cx="799548" cy="697947"/>
              <a:chOff x="-44" y="1473"/>
              <a:chExt cx="981" cy="1105"/>
            </a:xfrm>
          </p:grpSpPr>
          <p:pic>
            <p:nvPicPr>
              <p:cNvPr descr="desktop_computer_stylized_medium" id="343" name="Google Shape;343;p6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4" name="Google Shape;344;p6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descr="desktop_computer_stylized_medium" id="345" name="Google Shape;345;p6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10395649" y="3398050"/>
              <a:ext cx="853270" cy="74169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67"/>
            <p:cNvSpPr/>
            <p:nvPr/>
          </p:nvSpPr>
          <p:spPr>
            <a:xfrm flipH="1">
              <a:off x="10752102" y="3466315"/>
              <a:ext cx="414893" cy="339637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47" name="Google Shape;347;p67"/>
            <p:cNvCxnSpPr>
              <a:stCxn id="338" idx="0"/>
              <a:endCxn id="341" idx="2"/>
            </p:cNvCxnSpPr>
            <p:nvPr/>
          </p:nvCxnSpPr>
          <p:spPr>
            <a:xfrm>
              <a:off x="8638885" y="2857428"/>
              <a:ext cx="1882800" cy="9006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48" name="Google Shape;348;p67"/>
            <p:cNvCxnSpPr/>
            <p:nvPr/>
          </p:nvCxnSpPr>
          <p:spPr>
            <a:xfrm flipH="1" rot="10800000">
              <a:off x="8648700" y="2858184"/>
              <a:ext cx="1869638" cy="904433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349" name="Google Shape;349;p67"/>
            <p:cNvSpPr/>
            <p:nvPr/>
          </p:nvSpPr>
          <p:spPr>
            <a:xfrm rot="10800000">
              <a:off x="9534072" y="2230527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67"/>
            <p:cNvSpPr/>
            <p:nvPr/>
          </p:nvSpPr>
          <p:spPr>
            <a:xfrm rot="10800000">
              <a:off x="9531052" y="3935912"/>
              <a:ext cx="103894" cy="250450"/>
            </a:xfrm>
            <a:prstGeom prst="rect">
              <a:avLst/>
            </a:prstGeom>
            <a:gradFill>
              <a:gsLst>
                <a:gs pos="0">
                  <a:srgbClr val="0000A8"/>
                </a:gs>
                <a:gs pos="50000">
                  <a:srgbClr val="FFFFFF"/>
                </a:gs>
                <a:gs pos="99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 cap="flat" cmpd="sng" w="9525">
              <a:solidFill>
                <a:srgbClr val="008000">
                  <a:alpha val="14509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omic Sans MS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omic Sans MS"/>
                  <a:ea typeface="Comic Sans MS"/>
                  <a:cs typeface="Comic Sans MS"/>
                  <a:sym typeface="Comic Sans MS"/>
                </a:rPr>
                <a:t>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1" name="Google Shape;351;p67"/>
            <p:cNvGrpSpPr/>
            <p:nvPr/>
          </p:nvGrpSpPr>
          <p:grpSpPr>
            <a:xfrm>
              <a:off x="9236687" y="3108787"/>
              <a:ext cx="711278" cy="420709"/>
              <a:chOff x="3668110" y="2448910"/>
              <a:chExt cx="3794234" cy="2165130"/>
            </a:xfrm>
          </p:grpSpPr>
          <p:sp>
            <p:nvSpPr>
              <p:cNvPr id="352" name="Google Shape;352;p67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67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54" name="Google Shape;354;p67"/>
              <p:cNvGrpSpPr/>
              <p:nvPr/>
            </p:nvGrpSpPr>
            <p:grpSpPr>
              <a:xfrm>
                <a:off x="3941376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355" name="Google Shape;355;p67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" name="Google Shape;356;p67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" name="Google Shape;357;p67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" name="Google Shape;358;p67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59" name="Google Shape;359;p67"/>
            <p:cNvGrpSpPr/>
            <p:nvPr/>
          </p:nvGrpSpPr>
          <p:grpSpPr>
            <a:xfrm>
              <a:off x="9011867" y="4020081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360" name="Google Shape;360;p6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1" name="Google Shape;361;p6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2" name="Google Shape;362;p67"/>
            <p:cNvGrpSpPr/>
            <p:nvPr/>
          </p:nvGrpSpPr>
          <p:grpSpPr>
            <a:xfrm>
              <a:off x="9087713" y="1697644"/>
              <a:ext cx="853270" cy="741697"/>
              <a:chOff x="-44" y="1473"/>
              <a:chExt cx="981" cy="1105"/>
            </a:xfrm>
          </p:grpSpPr>
          <p:pic>
            <p:nvPicPr>
              <p:cNvPr descr="desktop_computer_stylized_medium" id="363" name="Google Shape;363;p6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4" name="Google Shape;364;p6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65" name="Google Shape;365;p6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Self-learning, forwarding: example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6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67" name="Google Shape;367;p67"/>
          <p:cNvGrpSpPr/>
          <p:nvPr/>
        </p:nvGrpSpPr>
        <p:grpSpPr>
          <a:xfrm>
            <a:off x="9177051" y="1598718"/>
            <a:ext cx="1428750" cy="369887"/>
            <a:chOff x="1750" y="3514"/>
            <a:chExt cx="900" cy="233"/>
          </a:xfrm>
        </p:grpSpPr>
        <p:sp>
          <p:nvSpPr>
            <p:cNvPr id="368" name="Google Shape;368;p67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67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0" name="Google Shape;370;p67"/>
            <p:cNvCxnSpPr/>
            <p:nvPr/>
          </p:nvCxnSpPr>
          <p:spPr>
            <a:xfrm>
              <a:off x="1936" y="3541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1" name="Google Shape;371;p67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72" name="Google Shape;372;p67"/>
          <p:cNvGrpSpPr/>
          <p:nvPr/>
        </p:nvGrpSpPr>
        <p:grpSpPr>
          <a:xfrm>
            <a:off x="9392950" y="900225"/>
            <a:ext cx="1582236" cy="731838"/>
            <a:chOff x="4406" y="331"/>
            <a:chExt cx="854" cy="461"/>
          </a:xfrm>
        </p:grpSpPr>
        <p:cxnSp>
          <p:nvCxnSpPr>
            <p:cNvPr id="373" name="Google Shape;373;p67"/>
            <p:cNvCxnSpPr/>
            <p:nvPr/>
          </p:nvCxnSpPr>
          <p:spPr>
            <a:xfrm flipH="1" rot="10800000">
              <a:off x="4406" y="439"/>
              <a:ext cx="252" cy="339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374" name="Google Shape;374;p67"/>
            <p:cNvCxnSpPr/>
            <p:nvPr/>
          </p:nvCxnSpPr>
          <p:spPr>
            <a:xfrm flipH="1" rot="10800000">
              <a:off x="4524" y="594"/>
              <a:ext cx="137" cy="18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375" name="Google Shape;375;p67"/>
            <p:cNvSpPr txBox="1"/>
            <p:nvPr/>
          </p:nvSpPr>
          <p:spPr>
            <a:xfrm>
              <a:off x="4643" y="331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67"/>
            <p:cNvSpPr txBox="1"/>
            <p:nvPr/>
          </p:nvSpPr>
          <p:spPr>
            <a:xfrm>
              <a:off x="4660" y="492"/>
              <a:ext cx="6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A’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77" name="Google Shape;377;p67"/>
          <p:cNvGrpSpPr/>
          <p:nvPr/>
        </p:nvGrpSpPr>
        <p:grpSpPr>
          <a:xfrm>
            <a:off x="6664038" y="5116671"/>
            <a:ext cx="3017838" cy="1444625"/>
            <a:chOff x="3441" y="3154"/>
            <a:chExt cx="1901" cy="910"/>
          </a:xfrm>
        </p:grpSpPr>
        <p:sp>
          <p:nvSpPr>
            <p:cNvPr id="378" name="Google Shape;378;p67"/>
            <p:cNvSpPr/>
            <p:nvPr/>
          </p:nvSpPr>
          <p:spPr>
            <a:xfrm>
              <a:off x="3449" y="3154"/>
              <a:ext cx="1893" cy="907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67"/>
            <p:cNvSpPr txBox="1"/>
            <p:nvPr/>
          </p:nvSpPr>
          <p:spPr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addr   interface    TTL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0" name="Google Shape;380;p67"/>
            <p:cNvCxnSpPr/>
            <p:nvPr/>
          </p:nvCxnSpPr>
          <p:spPr>
            <a:xfrm>
              <a:off x="4226" y="3154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1" name="Google Shape;381;p67"/>
            <p:cNvCxnSpPr/>
            <p:nvPr/>
          </p:nvCxnSpPr>
          <p:spPr>
            <a:xfrm>
              <a:off x="4963" y="3157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2" name="Google Shape;382;p67"/>
            <p:cNvCxnSpPr/>
            <p:nvPr/>
          </p:nvCxnSpPr>
          <p:spPr>
            <a:xfrm>
              <a:off x="3452" y="3397"/>
              <a:ext cx="1886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83" name="Google Shape;383;p67"/>
          <p:cNvSpPr txBox="1"/>
          <p:nvPr/>
        </p:nvSpPr>
        <p:spPr>
          <a:xfrm>
            <a:off x="9764426" y="5505609"/>
            <a:ext cx="1778000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 table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(initially empty)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4" name="Google Shape;384;p67"/>
          <p:cNvGrpSpPr/>
          <p:nvPr/>
        </p:nvGrpSpPr>
        <p:grpSpPr>
          <a:xfrm>
            <a:off x="7099013" y="5550059"/>
            <a:ext cx="2471738" cy="376237"/>
            <a:chOff x="2376" y="3383"/>
            <a:chExt cx="1557" cy="237"/>
          </a:xfrm>
        </p:grpSpPr>
        <p:sp>
          <p:nvSpPr>
            <p:cNvPr id="385" name="Google Shape;385;p67"/>
            <p:cNvSpPr txBox="1"/>
            <p:nvPr/>
          </p:nvSpPr>
          <p:spPr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67"/>
            <p:cNvSpPr txBox="1"/>
            <p:nvPr/>
          </p:nvSpPr>
          <p:spPr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67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8" name="Google Shape;388;p67"/>
          <p:cNvGrpSpPr/>
          <p:nvPr/>
        </p:nvGrpSpPr>
        <p:grpSpPr>
          <a:xfrm>
            <a:off x="8197564" y="3256068"/>
            <a:ext cx="1428750" cy="369887"/>
            <a:chOff x="1750" y="3514"/>
            <a:chExt cx="900" cy="233"/>
          </a:xfrm>
        </p:grpSpPr>
        <p:sp>
          <p:nvSpPr>
            <p:cNvPr id="389" name="Google Shape;389;p67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67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1" name="Google Shape;391;p67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2" name="Google Shape;392;p67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93" name="Google Shape;393;p67"/>
          <p:cNvGrpSpPr/>
          <p:nvPr/>
        </p:nvGrpSpPr>
        <p:grpSpPr>
          <a:xfrm>
            <a:off x="8197564" y="3254480"/>
            <a:ext cx="1428750" cy="369888"/>
            <a:chOff x="1750" y="3514"/>
            <a:chExt cx="900" cy="233"/>
          </a:xfrm>
        </p:grpSpPr>
        <p:sp>
          <p:nvSpPr>
            <p:cNvPr id="394" name="Google Shape;394;p67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67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6" name="Google Shape;396;p67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7" name="Google Shape;397;p67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398" name="Google Shape;398;p67"/>
          <p:cNvGrpSpPr/>
          <p:nvPr/>
        </p:nvGrpSpPr>
        <p:grpSpPr>
          <a:xfrm>
            <a:off x="8197564" y="3257655"/>
            <a:ext cx="1428750" cy="369888"/>
            <a:chOff x="1750" y="3514"/>
            <a:chExt cx="900" cy="233"/>
          </a:xfrm>
        </p:grpSpPr>
        <p:sp>
          <p:nvSpPr>
            <p:cNvPr id="399" name="Google Shape;399;p67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67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1" name="Google Shape;401;p67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2" name="Google Shape;402;p67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03" name="Google Shape;403;p67"/>
          <p:cNvGrpSpPr/>
          <p:nvPr/>
        </p:nvGrpSpPr>
        <p:grpSpPr>
          <a:xfrm>
            <a:off x="8197564" y="3257655"/>
            <a:ext cx="1428750" cy="369888"/>
            <a:chOff x="1750" y="3514"/>
            <a:chExt cx="900" cy="233"/>
          </a:xfrm>
        </p:grpSpPr>
        <p:sp>
          <p:nvSpPr>
            <p:cNvPr id="404" name="Google Shape;404;p67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67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6" name="Google Shape;406;p67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7" name="Google Shape;407;p67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08" name="Google Shape;408;p67"/>
          <p:cNvGrpSpPr/>
          <p:nvPr/>
        </p:nvGrpSpPr>
        <p:grpSpPr>
          <a:xfrm>
            <a:off x="8194389" y="3254480"/>
            <a:ext cx="1428750" cy="369888"/>
            <a:chOff x="1750" y="3514"/>
            <a:chExt cx="900" cy="233"/>
          </a:xfrm>
        </p:grpSpPr>
        <p:sp>
          <p:nvSpPr>
            <p:cNvPr id="409" name="Google Shape;409;p67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67"/>
            <p:cNvSpPr txBox="1"/>
            <p:nvPr/>
          </p:nvSpPr>
          <p:spPr>
            <a:xfrm>
              <a:off x="1750" y="3514"/>
              <a:ext cx="35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1" name="Google Shape;411;p67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2" name="Google Shape;412;p67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13" name="Google Shape;413;p67"/>
          <p:cNvGrpSpPr/>
          <p:nvPr/>
        </p:nvGrpSpPr>
        <p:grpSpPr>
          <a:xfrm>
            <a:off x="8529351" y="4356205"/>
            <a:ext cx="1428750" cy="369888"/>
            <a:chOff x="730" y="2472"/>
            <a:chExt cx="900" cy="233"/>
          </a:xfrm>
        </p:grpSpPr>
        <p:sp>
          <p:nvSpPr>
            <p:cNvPr id="414" name="Google Shape;414;p67"/>
            <p:cNvSpPr/>
            <p:nvPr/>
          </p:nvSpPr>
          <p:spPr>
            <a:xfrm>
              <a:off x="751" y="2500"/>
              <a:ext cx="879" cy="166"/>
            </a:xfrm>
            <a:prstGeom prst="rect">
              <a:avLst/>
            </a:prstGeom>
            <a:solidFill>
              <a:srgbClr val="3333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67"/>
            <p:cNvSpPr txBox="1"/>
            <p:nvPr/>
          </p:nvSpPr>
          <p:spPr>
            <a:xfrm>
              <a:off x="730" y="2472"/>
              <a:ext cx="359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A’ 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16" name="Google Shape;416;p67"/>
            <p:cNvCxnSpPr/>
            <p:nvPr/>
          </p:nvCxnSpPr>
          <p:spPr>
            <a:xfrm>
              <a:off x="937" y="2499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7" name="Google Shape;417;p67"/>
            <p:cNvCxnSpPr/>
            <p:nvPr/>
          </p:nvCxnSpPr>
          <p:spPr>
            <a:xfrm>
              <a:off x="1096" y="2498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418" name="Google Shape;418;p67"/>
          <p:cNvGrpSpPr/>
          <p:nvPr/>
        </p:nvGrpSpPr>
        <p:grpSpPr>
          <a:xfrm>
            <a:off x="7095838" y="5835809"/>
            <a:ext cx="2471738" cy="374650"/>
            <a:chOff x="2376" y="3383"/>
            <a:chExt cx="1557" cy="236"/>
          </a:xfrm>
        </p:grpSpPr>
        <p:sp>
          <p:nvSpPr>
            <p:cNvPr id="419" name="Google Shape;419;p67"/>
            <p:cNvSpPr txBox="1"/>
            <p:nvPr/>
          </p:nvSpPr>
          <p:spPr>
            <a:xfrm>
              <a:off x="2376" y="3388"/>
              <a:ext cx="247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A’</a:t>
              </a:r>
              <a:endParaRPr b="0" i="1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67"/>
            <p:cNvSpPr txBox="1"/>
            <p:nvPr/>
          </p:nvSpPr>
          <p:spPr>
            <a:xfrm>
              <a:off x="3133" y="3387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67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2" name="Google Shape;422;p67"/>
          <p:cNvSpPr txBox="1"/>
          <p:nvPr/>
        </p:nvSpPr>
        <p:spPr>
          <a:xfrm>
            <a:off x="870366" y="1583075"/>
            <a:ext cx="4044950" cy="94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 destination, A’, location unknown:</a:t>
            </a:r>
            <a:endParaRPr b="0" i="1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67"/>
          <p:cNvSpPr txBox="1"/>
          <p:nvPr/>
        </p:nvSpPr>
        <p:spPr>
          <a:xfrm>
            <a:off x="4024181" y="1937790"/>
            <a:ext cx="9428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flood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67"/>
          <p:cNvSpPr/>
          <p:nvPr/>
        </p:nvSpPr>
        <p:spPr>
          <a:xfrm>
            <a:off x="884654" y="2500650"/>
            <a:ext cx="4044950" cy="944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79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destination A location known:</a:t>
            </a:r>
            <a:endParaRPr b="0" i="0" sz="28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67"/>
          <p:cNvSpPr/>
          <p:nvPr/>
        </p:nvSpPr>
        <p:spPr>
          <a:xfrm>
            <a:off x="1053835" y="2974429"/>
            <a:ext cx="4417575" cy="12527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               selectively send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7142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on just one 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Interconnecting switches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6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3" name="Google Shape;433;p68"/>
          <p:cNvSpPr txBox="1"/>
          <p:nvPr/>
        </p:nvSpPr>
        <p:spPr>
          <a:xfrm>
            <a:off x="1058264" y="1335790"/>
            <a:ext cx="7881938" cy="682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self-learning switches can be connected together: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68"/>
          <p:cNvSpPr/>
          <p:nvPr/>
        </p:nvSpPr>
        <p:spPr>
          <a:xfrm>
            <a:off x="1080308" y="4550478"/>
            <a:ext cx="10746932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6875" lvl="0" marL="4603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1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sending from A to G - how does S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know to forward frame destined to G via S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and S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0" marL="4572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1" lang="en-US" sz="28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b="0" i="1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self learning! (works exactly the same as in single-switch case!)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5" name="Google Shape;435;p68"/>
          <p:cNvGrpSpPr/>
          <p:nvPr/>
        </p:nvGrpSpPr>
        <p:grpSpPr>
          <a:xfrm>
            <a:off x="2517827" y="2654612"/>
            <a:ext cx="2005135" cy="1358900"/>
            <a:chOff x="958850" y="2444750"/>
            <a:chExt cx="2005665" cy="1358710"/>
          </a:xfrm>
        </p:grpSpPr>
        <p:cxnSp>
          <p:nvCxnSpPr>
            <p:cNvPr id="436" name="Google Shape;436;p68"/>
            <p:cNvCxnSpPr/>
            <p:nvPr/>
          </p:nvCxnSpPr>
          <p:spPr>
            <a:xfrm rot="10800000">
              <a:off x="1582903" y="3030456"/>
              <a:ext cx="555772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7" name="Google Shape;437;p68"/>
            <p:cNvCxnSpPr/>
            <p:nvPr/>
          </p:nvCxnSpPr>
          <p:spPr>
            <a:xfrm flipH="1">
              <a:off x="1970355" y="3078074"/>
              <a:ext cx="271534" cy="314281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8" name="Google Shape;438;p68"/>
            <p:cNvCxnSpPr/>
            <p:nvPr/>
          </p:nvCxnSpPr>
          <p:spPr>
            <a:xfrm>
              <a:off x="2389566" y="3106645"/>
              <a:ext cx="73044" cy="29523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39" name="Google Shape;439;p68"/>
            <p:cNvSpPr txBox="1"/>
            <p:nvPr/>
          </p:nvSpPr>
          <p:spPr>
            <a:xfrm>
              <a:off x="958850" y="2844744"/>
              <a:ext cx="317800" cy="369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68"/>
            <p:cNvSpPr txBox="1"/>
            <p:nvPr/>
          </p:nvSpPr>
          <p:spPr>
            <a:xfrm>
              <a:off x="1408232" y="3306642"/>
              <a:ext cx="309782" cy="369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68"/>
            <p:cNvSpPr txBox="1"/>
            <p:nvPr/>
          </p:nvSpPr>
          <p:spPr>
            <a:xfrm>
              <a:off x="2181548" y="2444750"/>
              <a:ext cx="369109" cy="369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68"/>
            <p:cNvSpPr txBox="1"/>
            <p:nvPr/>
          </p:nvSpPr>
          <p:spPr>
            <a:xfrm>
              <a:off x="2656336" y="3298706"/>
              <a:ext cx="308179" cy="369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43" name="Google Shape;443;p68"/>
            <p:cNvGrpSpPr/>
            <p:nvPr/>
          </p:nvGrpSpPr>
          <p:grpSpPr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444" name="Google Shape;444;p6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5" name="Google Shape;445;p6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6" name="Google Shape;446;p68"/>
            <p:cNvGrpSpPr/>
            <p:nvPr/>
          </p:nvGrpSpPr>
          <p:grpSpPr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447" name="Google Shape;447;p6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48" name="Google Shape;448;p6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9" name="Google Shape;449;p68"/>
            <p:cNvGrpSpPr/>
            <p:nvPr/>
          </p:nvGrpSpPr>
          <p:grpSpPr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450" name="Google Shape;450;p6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1" name="Google Shape;451;p6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pic>
          <p:nvPicPr>
            <p:cNvPr id="452" name="Google Shape;452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53" name="Google Shape;453;p68"/>
          <p:cNvGrpSpPr/>
          <p:nvPr/>
        </p:nvGrpSpPr>
        <p:grpSpPr>
          <a:xfrm>
            <a:off x="3950752" y="2194237"/>
            <a:ext cx="4856162" cy="2044145"/>
            <a:chOff x="3950752" y="2194237"/>
            <a:chExt cx="4856162" cy="2044145"/>
          </a:xfrm>
        </p:grpSpPr>
        <p:grpSp>
          <p:nvGrpSpPr>
            <p:cNvPr id="454" name="Google Shape;454;p68"/>
            <p:cNvGrpSpPr/>
            <p:nvPr/>
          </p:nvGrpSpPr>
          <p:grpSpPr>
            <a:xfrm>
              <a:off x="3950752" y="2194237"/>
              <a:ext cx="4856162" cy="2044145"/>
              <a:chOff x="2379663" y="1984375"/>
              <a:chExt cx="4855711" cy="2043590"/>
            </a:xfrm>
          </p:grpSpPr>
          <p:cxnSp>
            <p:nvCxnSpPr>
              <p:cNvPr id="455" name="Google Shape;455;p68"/>
              <p:cNvCxnSpPr/>
              <p:nvPr/>
            </p:nvCxnSpPr>
            <p:spPr>
              <a:xfrm flipH="1">
                <a:off x="3635258" y="3068344"/>
                <a:ext cx="346043" cy="21584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6" name="Google Shape;456;p68"/>
              <p:cNvCxnSpPr/>
              <p:nvPr/>
            </p:nvCxnSpPr>
            <p:spPr>
              <a:xfrm flipH="1">
                <a:off x="3949554" y="3087389"/>
                <a:ext cx="125401" cy="58721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7" name="Google Shape;457;p68"/>
              <p:cNvCxnSpPr/>
              <p:nvPr/>
            </p:nvCxnSpPr>
            <p:spPr>
              <a:xfrm>
                <a:off x="4254326" y="3030254"/>
                <a:ext cx="230167" cy="36185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8" name="Google Shape;458;p68"/>
              <p:cNvCxnSpPr/>
              <p:nvPr/>
            </p:nvCxnSpPr>
            <p:spPr>
              <a:xfrm flipH="1">
                <a:off x="5532145" y="3106433"/>
                <a:ext cx="428585" cy="24440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59" name="Google Shape;459;p68"/>
              <p:cNvCxnSpPr/>
              <p:nvPr/>
            </p:nvCxnSpPr>
            <p:spPr>
              <a:xfrm flipH="1">
                <a:off x="6035335" y="3077866"/>
                <a:ext cx="9524" cy="46977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0" name="Google Shape;460;p68"/>
              <p:cNvCxnSpPr/>
              <p:nvPr/>
            </p:nvCxnSpPr>
            <p:spPr>
              <a:xfrm flipH="1">
                <a:off x="2379663" y="2355749"/>
                <a:ext cx="1517509" cy="536429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1" name="Google Shape;461;p68"/>
              <p:cNvCxnSpPr/>
              <p:nvPr/>
            </p:nvCxnSpPr>
            <p:spPr>
              <a:xfrm>
                <a:off x="4200356" y="2322421"/>
                <a:ext cx="0" cy="599912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2" name="Google Shape;462;p68"/>
              <p:cNvCxnSpPr/>
              <p:nvPr/>
            </p:nvCxnSpPr>
            <p:spPr>
              <a:xfrm rot="10800000">
                <a:off x="4449571" y="2306551"/>
                <a:ext cx="1406394" cy="68402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63" name="Google Shape;463;p68"/>
              <p:cNvCxnSpPr/>
              <p:nvPr/>
            </p:nvCxnSpPr>
            <p:spPr>
              <a:xfrm>
                <a:off x="6411539" y="3131826"/>
                <a:ext cx="285723" cy="158707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64" name="Google Shape;464;p68"/>
              <p:cNvSpPr txBox="1"/>
              <p:nvPr/>
            </p:nvSpPr>
            <p:spPr>
              <a:xfrm>
                <a:off x="3620973" y="3222289"/>
                <a:ext cx="327304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5" name="Google Shape;465;p68"/>
              <p:cNvSpPr txBox="1"/>
              <p:nvPr/>
            </p:nvSpPr>
            <p:spPr>
              <a:xfrm>
                <a:off x="4094004" y="3658733"/>
                <a:ext cx="296848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6" name="Google Shape;466;p68"/>
              <p:cNvSpPr txBox="1"/>
              <p:nvPr/>
            </p:nvSpPr>
            <p:spPr>
              <a:xfrm>
                <a:off x="4567035" y="3057234"/>
                <a:ext cx="290437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7" name="Google Shape;467;p68"/>
              <p:cNvSpPr txBox="1"/>
              <p:nvPr/>
            </p:nvSpPr>
            <p:spPr>
              <a:xfrm>
                <a:off x="3408267" y="2768387"/>
                <a:ext cx="368978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8" name="Google Shape;468;p68"/>
              <p:cNvSpPr txBox="1"/>
              <p:nvPr/>
            </p:nvSpPr>
            <p:spPr>
              <a:xfrm>
                <a:off x="4635290" y="1984375"/>
                <a:ext cx="368978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9" name="Google Shape;469;p68"/>
              <p:cNvSpPr txBox="1"/>
              <p:nvPr/>
            </p:nvSpPr>
            <p:spPr>
              <a:xfrm>
                <a:off x="6009938" y="2570004"/>
                <a:ext cx="368978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0" name="Google Shape;470;p68"/>
              <p:cNvSpPr txBox="1"/>
              <p:nvPr/>
            </p:nvSpPr>
            <p:spPr>
              <a:xfrm>
                <a:off x="6240104" y="3541290"/>
                <a:ext cx="328905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1" name="Google Shape;471;p68"/>
              <p:cNvSpPr txBox="1"/>
              <p:nvPr/>
            </p:nvSpPr>
            <p:spPr>
              <a:xfrm>
                <a:off x="6986160" y="3179439"/>
                <a:ext cx="249214" cy="3697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68"/>
              <p:cNvSpPr txBox="1"/>
              <p:nvPr/>
            </p:nvSpPr>
            <p:spPr>
              <a:xfrm>
                <a:off x="5103560" y="3595251"/>
                <a:ext cx="330509" cy="3692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73" name="Google Shape;473;p6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5763899" y="2930268"/>
                <a:ext cx="677799" cy="299957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474" name="Google Shape;474;p68"/>
              <p:cNvGrpSpPr/>
              <p:nvPr/>
            </p:nvGrpSpPr>
            <p:grpSpPr>
              <a:xfrm>
                <a:off x="3139440" y="318008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475" name="Google Shape;475;p6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76" name="Google Shape;476;p6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77" name="Google Shape;477;p68"/>
              <p:cNvGrpSpPr/>
              <p:nvPr/>
            </p:nvGrpSpPr>
            <p:grpSpPr>
              <a:xfrm>
                <a:off x="3576320" y="352552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478" name="Google Shape;478;p6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79" name="Google Shape;479;p6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80" name="Google Shape;480;p68"/>
              <p:cNvGrpSpPr/>
              <p:nvPr/>
            </p:nvGrpSpPr>
            <p:grpSpPr>
              <a:xfrm>
                <a:off x="4135120" y="328168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481" name="Google Shape;481;p6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82" name="Google Shape;482;p6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83" name="Google Shape;483;p68"/>
              <p:cNvGrpSpPr/>
              <p:nvPr/>
            </p:nvGrpSpPr>
            <p:grpSpPr>
              <a:xfrm>
                <a:off x="5049520" y="326136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484" name="Google Shape;484;p6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85" name="Google Shape;485;p6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86" name="Google Shape;486;p68"/>
              <p:cNvGrpSpPr/>
              <p:nvPr/>
            </p:nvGrpSpPr>
            <p:grpSpPr>
              <a:xfrm>
                <a:off x="5588000" y="343408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487" name="Google Shape;487;p6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88" name="Google Shape;488;p6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89" name="Google Shape;489;p68"/>
              <p:cNvGrpSpPr/>
              <p:nvPr/>
            </p:nvGrpSpPr>
            <p:grpSpPr>
              <a:xfrm>
                <a:off x="6380480" y="314960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490" name="Google Shape;490;p6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91" name="Google Shape;491;p6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492" name="Google Shape;492;p6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854313" y="2847741"/>
                <a:ext cx="677800" cy="30154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93" name="Google Shape;493;p6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874949" y="2116102"/>
                <a:ext cx="676212" cy="30154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94" name="Google Shape;494;p68"/>
            <p:cNvGrpSpPr/>
            <p:nvPr/>
          </p:nvGrpSpPr>
          <p:grpSpPr>
            <a:xfrm>
              <a:off x="5398824" y="2310984"/>
              <a:ext cx="746763" cy="344773"/>
              <a:chOff x="3668110" y="2448910"/>
              <a:chExt cx="3794234" cy="2165130"/>
            </a:xfrm>
          </p:grpSpPr>
          <p:sp>
            <p:nvSpPr>
              <p:cNvPr id="495" name="Google Shape;495;p68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68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97" name="Google Shape;497;p68"/>
              <p:cNvGrpSpPr/>
              <p:nvPr/>
            </p:nvGrpSpPr>
            <p:grpSpPr>
              <a:xfrm>
                <a:off x="3941376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98" name="Google Shape;498;p68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9" name="Google Shape;499;p68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0" name="Google Shape;500;p68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1" name="Google Shape;501;p68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02" name="Google Shape;502;p68"/>
            <p:cNvGrpSpPr/>
            <p:nvPr/>
          </p:nvGrpSpPr>
          <p:grpSpPr>
            <a:xfrm>
              <a:off x="7290083" y="3122951"/>
              <a:ext cx="746763" cy="344773"/>
              <a:chOff x="3668110" y="2448910"/>
              <a:chExt cx="3794234" cy="2165130"/>
            </a:xfrm>
          </p:grpSpPr>
          <p:sp>
            <p:nvSpPr>
              <p:cNvPr id="503" name="Google Shape;503;p68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68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05" name="Google Shape;505;p68"/>
              <p:cNvGrpSpPr/>
              <p:nvPr/>
            </p:nvGrpSpPr>
            <p:grpSpPr>
              <a:xfrm>
                <a:off x="3941376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06" name="Google Shape;506;p68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7" name="Google Shape;507;p68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8" name="Google Shape;508;p68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09" name="Google Shape;509;p68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10" name="Google Shape;510;p68"/>
            <p:cNvGrpSpPr/>
            <p:nvPr/>
          </p:nvGrpSpPr>
          <p:grpSpPr>
            <a:xfrm>
              <a:off x="5371262" y="3020518"/>
              <a:ext cx="746763" cy="344773"/>
              <a:chOff x="3668110" y="2448910"/>
              <a:chExt cx="3794234" cy="2165130"/>
            </a:xfrm>
          </p:grpSpPr>
          <p:sp>
            <p:nvSpPr>
              <p:cNvPr id="511" name="Google Shape;511;p68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2" name="Google Shape;512;p68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13" name="Google Shape;513;p68"/>
              <p:cNvGrpSpPr/>
              <p:nvPr/>
            </p:nvGrpSpPr>
            <p:grpSpPr>
              <a:xfrm>
                <a:off x="3941376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14" name="Google Shape;514;p68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5" name="Google Shape;515;p68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6" name="Google Shape;516;p68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17" name="Google Shape;517;p68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518" name="Google Shape;518;p68"/>
          <p:cNvGrpSpPr/>
          <p:nvPr/>
        </p:nvGrpSpPr>
        <p:grpSpPr>
          <a:xfrm>
            <a:off x="3510443" y="3070406"/>
            <a:ext cx="746763" cy="344773"/>
            <a:chOff x="3668110" y="2448910"/>
            <a:chExt cx="3794234" cy="2165130"/>
          </a:xfrm>
        </p:grpSpPr>
        <p:sp>
          <p:nvSpPr>
            <p:cNvPr id="519" name="Google Shape;519;p68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68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1" name="Google Shape;521;p68"/>
            <p:cNvGrpSpPr/>
            <p:nvPr/>
          </p:nvGrpSpPr>
          <p:grpSpPr>
            <a:xfrm>
              <a:off x="3941376" y="2603243"/>
              <a:ext cx="3202061" cy="1066110"/>
              <a:chOff x="7939341" y="3037317"/>
              <a:chExt cx="897649" cy="353919"/>
            </a:xfrm>
          </p:grpSpPr>
          <p:sp>
            <p:nvSpPr>
              <p:cNvPr id="522" name="Google Shape;522;p68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68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68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68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69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Self-learning multi-switch example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6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3" name="Google Shape;533;p69"/>
          <p:cNvSpPr txBox="1"/>
          <p:nvPr/>
        </p:nvSpPr>
        <p:spPr>
          <a:xfrm>
            <a:off x="1060528" y="1364678"/>
            <a:ext cx="8743038" cy="808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C sends frame to I, I responds to C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69"/>
          <p:cNvSpPr/>
          <p:nvPr/>
        </p:nvSpPr>
        <p:spPr>
          <a:xfrm>
            <a:off x="1239030" y="4858947"/>
            <a:ext cx="10952969" cy="1843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sng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b="0" i="0" lang="en-US" sz="3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show switch tables and packet forwarding in S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S</a:t>
            </a:r>
            <a:r>
              <a:rPr b="0" baseline="-2500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5" name="Google Shape;535;p69"/>
          <p:cNvGrpSpPr/>
          <p:nvPr/>
        </p:nvGrpSpPr>
        <p:grpSpPr>
          <a:xfrm>
            <a:off x="2517827" y="2194237"/>
            <a:ext cx="6289087" cy="2044145"/>
            <a:chOff x="2517827" y="2194237"/>
            <a:chExt cx="6289087" cy="2044145"/>
          </a:xfrm>
        </p:grpSpPr>
        <p:grpSp>
          <p:nvGrpSpPr>
            <p:cNvPr id="536" name="Google Shape;536;p69"/>
            <p:cNvGrpSpPr/>
            <p:nvPr/>
          </p:nvGrpSpPr>
          <p:grpSpPr>
            <a:xfrm>
              <a:off x="2517827" y="2654612"/>
              <a:ext cx="2005135" cy="1358900"/>
              <a:chOff x="958850" y="2444750"/>
              <a:chExt cx="2005665" cy="1358710"/>
            </a:xfrm>
          </p:grpSpPr>
          <p:cxnSp>
            <p:nvCxnSpPr>
              <p:cNvPr id="537" name="Google Shape;537;p69"/>
              <p:cNvCxnSpPr/>
              <p:nvPr/>
            </p:nvCxnSpPr>
            <p:spPr>
              <a:xfrm rot="10800000">
                <a:off x="1582903" y="3030456"/>
                <a:ext cx="555772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8" name="Google Shape;538;p69"/>
              <p:cNvCxnSpPr/>
              <p:nvPr/>
            </p:nvCxnSpPr>
            <p:spPr>
              <a:xfrm flipH="1">
                <a:off x="1970355" y="3078074"/>
                <a:ext cx="271534" cy="314281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39" name="Google Shape;539;p69"/>
              <p:cNvCxnSpPr/>
              <p:nvPr/>
            </p:nvCxnSpPr>
            <p:spPr>
              <a:xfrm>
                <a:off x="2389566" y="3106645"/>
                <a:ext cx="73044" cy="295234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540" name="Google Shape;540;p69"/>
              <p:cNvSpPr txBox="1"/>
              <p:nvPr/>
            </p:nvSpPr>
            <p:spPr>
              <a:xfrm>
                <a:off x="958850" y="2844744"/>
                <a:ext cx="317800" cy="369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69"/>
              <p:cNvSpPr txBox="1"/>
              <p:nvPr/>
            </p:nvSpPr>
            <p:spPr>
              <a:xfrm>
                <a:off x="1408232" y="3306642"/>
                <a:ext cx="309782" cy="369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69"/>
              <p:cNvSpPr txBox="1"/>
              <p:nvPr/>
            </p:nvSpPr>
            <p:spPr>
              <a:xfrm>
                <a:off x="2181548" y="2444750"/>
                <a:ext cx="369109" cy="369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</a:t>
                </a:r>
                <a:r>
                  <a:rPr b="0" baseline="-2500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69"/>
              <p:cNvSpPr txBox="1"/>
              <p:nvPr/>
            </p:nvSpPr>
            <p:spPr>
              <a:xfrm>
                <a:off x="2656336" y="3298706"/>
                <a:ext cx="308179" cy="369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44" name="Google Shape;544;p69"/>
              <p:cNvGrpSpPr/>
              <p:nvPr/>
            </p:nvGrpSpPr>
            <p:grpSpPr>
              <a:xfrm>
                <a:off x="1127760" y="283464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545" name="Google Shape;545;p6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46" name="Google Shape;546;p6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47" name="Google Shape;547;p69"/>
              <p:cNvGrpSpPr/>
              <p:nvPr/>
            </p:nvGrpSpPr>
            <p:grpSpPr>
              <a:xfrm>
                <a:off x="1534160" y="329184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548" name="Google Shape;548;p6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49" name="Google Shape;549;p6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50" name="Google Shape;550;p69"/>
              <p:cNvGrpSpPr/>
              <p:nvPr/>
            </p:nvGrpSpPr>
            <p:grpSpPr>
              <a:xfrm>
                <a:off x="2062480" y="3322320"/>
                <a:ext cx="568960" cy="481140"/>
                <a:chOff x="-44" y="1473"/>
                <a:chExt cx="981" cy="1105"/>
              </a:xfrm>
            </p:grpSpPr>
            <p:pic>
              <p:nvPicPr>
                <p:cNvPr descr="desktop_computer_stylized_medium" id="551" name="Google Shape;551;p6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52" name="Google Shape;552;p6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553" name="Google Shape;553;p6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014817" y="2879664"/>
                <a:ext cx="678041" cy="29999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54" name="Google Shape;554;p69"/>
            <p:cNvGrpSpPr/>
            <p:nvPr/>
          </p:nvGrpSpPr>
          <p:grpSpPr>
            <a:xfrm>
              <a:off x="3950752" y="2194237"/>
              <a:ext cx="4856162" cy="2044145"/>
              <a:chOff x="3950752" y="2194237"/>
              <a:chExt cx="4856162" cy="2044145"/>
            </a:xfrm>
          </p:grpSpPr>
          <p:grpSp>
            <p:nvGrpSpPr>
              <p:cNvPr id="555" name="Google Shape;555;p69"/>
              <p:cNvGrpSpPr/>
              <p:nvPr/>
            </p:nvGrpSpPr>
            <p:grpSpPr>
              <a:xfrm>
                <a:off x="3950752" y="2194237"/>
                <a:ext cx="4856162" cy="2044145"/>
                <a:chOff x="2379663" y="1984375"/>
                <a:chExt cx="4855711" cy="2043590"/>
              </a:xfrm>
            </p:grpSpPr>
            <p:cxnSp>
              <p:nvCxnSpPr>
                <p:cNvPr id="556" name="Google Shape;556;p69"/>
                <p:cNvCxnSpPr/>
                <p:nvPr/>
              </p:nvCxnSpPr>
              <p:spPr>
                <a:xfrm flipH="1">
                  <a:off x="3635258" y="3068344"/>
                  <a:ext cx="346043" cy="2158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57" name="Google Shape;557;p69"/>
                <p:cNvCxnSpPr/>
                <p:nvPr/>
              </p:nvCxnSpPr>
              <p:spPr>
                <a:xfrm flipH="1">
                  <a:off x="3949554" y="3087389"/>
                  <a:ext cx="125401" cy="58721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58" name="Google Shape;558;p69"/>
                <p:cNvCxnSpPr/>
                <p:nvPr/>
              </p:nvCxnSpPr>
              <p:spPr>
                <a:xfrm>
                  <a:off x="4254326" y="3030254"/>
                  <a:ext cx="230167" cy="36185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59" name="Google Shape;559;p69"/>
                <p:cNvCxnSpPr/>
                <p:nvPr/>
              </p:nvCxnSpPr>
              <p:spPr>
                <a:xfrm flipH="1">
                  <a:off x="5532145" y="3106433"/>
                  <a:ext cx="428585" cy="24440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60" name="Google Shape;560;p69"/>
                <p:cNvCxnSpPr/>
                <p:nvPr/>
              </p:nvCxnSpPr>
              <p:spPr>
                <a:xfrm flipH="1">
                  <a:off x="6035335" y="3077866"/>
                  <a:ext cx="9524" cy="46977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61" name="Google Shape;561;p69"/>
                <p:cNvCxnSpPr/>
                <p:nvPr/>
              </p:nvCxnSpPr>
              <p:spPr>
                <a:xfrm flipH="1">
                  <a:off x="2379663" y="2355749"/>
                  <a:ext cx="1517509" cy="536429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62" name="Google Shape;562;p69"/>
                <p:cNvCxnSpPr/>
                <p:nvPr/>
              </p:nvCxnSpPr>
              <p:spPr>
                <a:xfrm>
                  <a:off x="4200356" y="2322421"/>
                  <a:ext cx="0" cy="59991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63" name="Google Shape;563;p69"/>
                <p:cNvCxnSpPr/>
                <p:nvPr/>
              </p:nvCxnSpPr>
              <p:spPr>
                <a:xfrm rot="10800000">
                  <a:off x="4449571" y="2306551"/>
                  <a:ext cx="1406394" cy="68402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64" name="Google Shape;564;p69"/>
                <p:cNvCxnSpPr/>
                <p:nvPr/>
              </p:nvCxnSpPr>
              <p:spPr>
                <a:xfrm>
                  <a:off x="6411539" y="3131826"/>
                  <a:ext cx="285723" cy="15870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565" name="Google Shape;565;p69"/>
                <p:cNvSpPr txBox="1"/>
                <p:nvPr/>
              </p:nvSpPr>
              <p:spPr>
                <a:xfrm>
                  <a:off x="3620973" y="3222289"/>
                  <a:ext cx="327304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6" name="Google Shape;566;p69"/>
                <p:cNvSpPr txBox="1"/>
                <p:nvPr/>
              </p:nvSpPr>
              <p:spPr>
                <a:xfrm>
                  <a:off x="4094004" y="3658733"/>
                  <a:ext cx="296848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7" name="Google Shape;567;p69"/>
                <p:cNvSpPr txBox="1"/>
                <p:nvPr/>
              </p:nvSpPr>
              <p:spPr>
                <a:xfrm>
                  <a:off x="4567035" y="3057234"/>
                  <a:ext cx="290437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F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8" name="Google Shape;568;p69"/>
                <p:cNvSpPr txBox="1"/>
                <p:nvPr/>
              </p:nvSpPr>
              <p:spPr>
                <a:xfrm>
                  <a:off x="3408267" y="2768387"/>
                  <a:ext cx="368978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2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9" name="Google Shape;569;p69"/>
                <p:cNvSpPr txBox="1"/>
                <p:nvPr/>
              </p:nvSpPr>
              <p:spPr>
                <a:xfrm>
                  <a:off x="4635290" y="1984375"/>
                  <a:ext cx="368978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4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0" name="Google Shape;570;p69"/>
                <p:cNvSpPr txBox="1"/>
                <p:nvPr/>
              </p:nvSpPr>
              <p:spPr>
                <a:xfrm>
                  <a:off x="6009938" y="2570004"/>
                  <a:ext cx="368978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</a:t>
                  </a:r>
                  <a:r>
                    <a:rPr b="0" baseline="-2500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3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1" name="Google Shape;571;p69"/>
                <p:cNvSpPr txBox="1"/>
                <p:nvPr/>
              </p:nvSpPr>
              <p:spPr>
                <a:xfrm>
                  <a:off x="6240104" y="3541290"/>
                  <a:ext cx="328905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2" name="Google Shape;572;p69"/>
                <p:cNvSpPr txBox="1"/>
                <p:nvPr/>
              </p:nvSpPr>
              <p:spPr>
                <a:xfrm>
                  <a:off x="6986160" y="3179439"/>
                  <a:ext cx="249214" cy="3697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3" name="Google Shape;573;p69"/>
                <p:cNvSpPr txBox="1"/>
                <p:nvPr/>
              </p:nvSpPr>
              <p:spPr>
                <a:xfrm>
                  <a:off x="5103560" y="3595251"/>
                  <a:ext cx="330509" cy="3692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G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574" name="Google Shape;574;p6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5763899" y="2930268"/>
                  <a:ext cx="677799" cy="29995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575" name="Google Shape;575;p69"/>
                <p:cNvGrpSpPr/>
                <p:nvPr/>
              </p:nvGrpSpPr>
              <p:grpSpPr>
                <a:xfrm>
                  <a:off x="3139440" y="318008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576" name="Google Shape;576;p6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577" name="Google Shape;577;p69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78" name="Google Shape;578;p69"/>
                <p:cNvGrpSpPr/>
                <p:nvPr/>
              </p:nvGrpSpPr>
              <p:grpSpPr>
                <a:xfrm>
                  <a:off x="3576320" y="352552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579" name="Google Shape;579;p6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580" name="Google Shape;580;p69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81" name="Google Shape;581;p69"/>
                <p:cNvGrpSpPr/>
                <p:nvPr/>
              </p:nvGrpSpPr>
              <p:grpSpPr>
                <a:xfrm>
                  <a:off x="4135120" y="328168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582" name="Google Shape;582;p6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583" name="Google Shape;583;p69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84" name="Google Shape;584;p69"/>
                <p:cNvGrpSpPr/>
                <p:nvPr/>
              </p:nvGrpSpPr>
              <p:grpSpPr>
                <a:xfrm>
                  <a:off x="5049520" y="326136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585" name="Google Shape;585;p6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586" name="Google Shape;586;p69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87" name="Google Shape;587;p69"/>
                <p:cNvGrpSpPr/>
                <p:nvPr/>
              </p:nvGrpSpPr>
              <p:grpSpPr>
                <a:xfrm>
                  <a:off x="5588000" y="343408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588" name="Google Shape;588;p6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589" name="Google Shape;589;p69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590" name="Google Shape;590;p69"/>
                <p:cNvGrpSpPr/>
                <p:nvPr/>
              </p:nvGrpSpPr>
              <p:grpSpPr>
                <a:xfrm>
                  <a:off x="6380480" y="3149600"/>
                  <a:ext cx="568960" cy="481140"/>
                  <a:chOff x="-44" y="1473"/>
                  <a:chExt cx="981" cy="1105"/>
                </a:xfrm>
              </p:grpSpPr>
              <p:pic>
                <p:nvPicPr>
                  <p:cNvPr descr="desktop_computer_stylized_medium" id="591" name="Google Shape;591;p69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592" name="Google Shape;592;p69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pic>
              <p:nvPicPr>
                <p:cNvPr id="593" name="Google Shape;593;p6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3854313" y="2847741"/>
                  <a:ext cx="677800" cy="3015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94" name="Google Shape;594;p6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>
                  <a:off x="3874949" y="2116102"/>
                  <a:ext cx="676212" cy="30154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595" name="Google Shape;595;p69"/>
              <p:cNvGrpSpPr/>
              <p:nvPr/>
            </p:nvGrpSpPr>
            <p:grpSpPr>
              <a:xfrm>
                <a:off x="5398824" y="2310984"/>
                <a:ext cx="746763" cy="344773"/>
                <a:chOff x="3668110" y="2448910"/>
                <a:chExt cx="3794234" cy="2165130"/>
              </a:xfrm>
            </p:grpSpPr>
            <p:sp>
              <p:nvSpPr>
                <p:cNvPr id="596" name="Google Shape;596;p69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69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598" name="Google Shape;598;p69"/>
                <p:cNvGrpSpPr/>
                <p:nvPr/>
              </p:nvGrpSpPr>
              <p:grpSpPr>
                <a:xfrm>
                  <a:off x="3941376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599" name="Google Shape;599;p69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0" name="Google Shape;600;p69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1" name="Google Shape;601;p69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2" name="Google Shape;602;p69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603" name="Google Shape;603;p69"/>
              <p:cNvGrpSpPr/>
              <p:nvPr/>
            </p:nvGrpSpPr>
            <p:grpSpPr>
              <a:xfrm>
                <a:off x="7290083" y="3122951"/>
                <a:ext cx="746763" cy="344773"/>
                <a:chOff x="3668110" y="2448910"/>
                <a:chExt cx="3794234" cy="2165130"/>
              </a:xfrm>
            </p:grpSpPr>
            <p:sp>
              <p:nvSpPr>
                <p:cNvPr id="604" name="Google Shape;604;p69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5" name="Google Shape;605;p69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06" name="Google Shape;606;p69"/>
                <p:cNvGrpSpPr/>
                <p:nvPr/>
              </p:nvGrpSpPr>
              <p:grpSpPr>
                <a:xfrm>
                  <a:off x="3941376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607" name="Google Shape;607;p69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8" name="Google Shape;608;p69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09" name="Google Shape;609;p69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0" name="Google Shape;610;p69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611" name="Google Shape;611;p69"/>
              <p:cNvGrpSpPr/>
              <p:nvPr/>
            </p:nvGrpSpPr>
            <p:grpSpPr>
              <a:xfrm>
                <a:off x="5371262" y="3020518"/>
                <a:ext cx="746763" cy="344773"/>
                <a:chOff x="3668110" y="2448910"/>
                <a:chExt cx="3794234" cy="2165130"/>
              </a:xfrm>
            </p:grpSpPr>
            <p:sp>
              <p:nvSpPr>
                <p:cNvPr id="612" name="Google Shape;612;p69"/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rgbClr val="31538F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69"/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14" name="Google Shape;614;p69"/>
                <p:cNvGrpSpPr/>
                <p:nvPr/>
              </p:nvGrpSpPr>
              <p:grpSpPr>
                <a:xfrm>
                  <a:off x="3941376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615" name="Google Shape;615;p69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6" name="Google Shape;616;p69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7" name="Google Shape;617;p69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18" name="Google Shape;618;p69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619" name="Google Shape;619;p69"/>
            <p:cNvGrpSpPr/>
            <p:nvPr/>
          </p:nvGrpSpPr>
          <p:grpSpPr>
            <a:xfrm>
              <a:off x="3510443" y="3070406"/>
              <a:ext cx="746763" cy="344773"/>
              <a:chOff x="3668110" y="2448910"/>
              <a:chExt cx="3794234" cy="2165130"/>
            </a:xfrm>
          </p:grpSpPr>
          <p:sp>
            <p:nvSpPr>
              <p:cNvPr id="620" name="Google Shape;620;p69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69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22" name="Google Shape;622;p69"/>
              <p:cNvGrpSpPr/>
              <p:nvPr/>
            </p:nvGrpSpPr>
            <p:grpSpPr>
              <a:xfrm>
                <a:off x="3941376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623" name="Google Shape;623;p69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" name="Google Shape;624;p69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5" name="Google Shape;625;p69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6" name="Google Shape;626;p69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70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Small institutional network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7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4" name="Google Shape;634;p70"/>
          <p:cNvSpPr/>
          <p:nvPr/>
        </p:nvSpPr>
        <p:spPr>
          <a:xfrm rot="5400000">
            <a:off x="4293252" y="225426"/>
            <a:ext cx="4321175" cy="7473950"/>
          </a:xfrm>
          <a:custGeom>
            <a:rect b="b" l="l" r="r" t="t"/>
            <a:pathLst>
              <a:path extrusionOk="0" h="9831" w="10000">
                <a:moveTo>
                  <a:pt x="3018" y="119"/>
                </a:moveTo>
                <a:cubicBezTo>
                  <a:pt x="2111" y="198"/>
                  <a:pt x="1047" y="-39"/>
                  <a:pt x="545" y="518"/>
                </a:cubicBezTo>
                <a:cubicBezTo>
                  <a:pt x="43" y="1076"/>
                  <a:pt x="40" y="2518"/>
                  <a:pt x="8" y="3464"/>
                </a:cubicBezTo>
                <a:cubicBezTo>
                  <a:pt x="-24" y="4411"/>
                  <a:pt x="32" y="5681"/>
                  <a:pt x="354" y="6198"/>
                </a:cubicBezTo>
                <a:cubicBezTo>
                  <a:pt x="677" y="6715"/>
                  <a:pt x="1127" y="6126"/>
                  <a:pt x="1947" y="6568"/>
                </a:cubicBezTo>
                <a:cubicBezTo>
                  <a:pt x="2769" y="7010"/>
                  <a:pt x="4247" y="8310"/>
                  <a:pt x="5285" y="8849"/>
                </a:cubicBezTo>
                <a:cubicBezTo>
                  <a:pt x="6321" y="9388"/>
                  <a:pt x="7408" y="9963"/>
                  <a:pt x="8172" y="9805"/>
                </a:cubicBezTo>
                <a:cubicBezTo>
                  <a:pt x="8934" y="9645"/>
                  <a:pt x="9588" y="8930"/>
                  <a:pt x="9864" y="7895"/>
                </a:cubicBezTo>
                <a:cubicBezTo>
                  <a:pt x="10140" y="6857"/>
                  <a:pt x="9927" y="4774"/>
                  <a:pt x="9830" y="3590"/>
                </a:cubicBezTo>
                <a:cubicBezTo>
                  <a:pt x="9733" y="2406"/>
                  <a:pt x="10004" y="1276"/>
                  <a:pt x="9282" y="788"/>
                </a:cubicBezTo>
                <a:cubicBezTo>
                  <a:pt x="8561" y="302"/>
                  <a:pt x="7028" y="160"/>
                  <a:pt x="5984" y="49"/>
                </a:cubicBezTo>
                <a:cubicBezTo>
                  <a:pt x="4940" y="-62"/>
                  <a:pt x="3924" y="41"/>
                  <a:pt x="3018" y="119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35" name="Google Shape;635;p70"/>
          <p:cNvCxnSpPr/>
          <p:nvPr/>
        </p:nvCxnSpPr>
        <p:spPr>
          <a:xfrm flipH="1">
            <a:off x="4264678" y="3368675"/>
            <a:ext cx="2047875" cy="14160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6" name="Google Shape;636;p70"/>
          <p:cNvCxnSpPr/>
          <p:nvPr/>
        </p:nvCxnSpPr>
        <p:spPr>
          <a:xfrm>
            <a:off x="6504640" y="3355975"/>
            <a:ext cx="0" cy="14668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7" name="Google Shape;637;p70"/>
          <p:cNvCxnSpPr/>
          <p:nvPr/>
        </p:nvCxnSpPr>
        <p:spPr>
          <a:xfrm rot="10800000">
            <a:off x="6698315" y="3290888"/>
            <a:ext cx="1841500" cy="16224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8" name="Google Shape;638;p70"/>
          <p:cNvCxnSpPr/>
          <p:nvPr/>
        </p:nvCxnSpPr>
        <p:spPr>
          <a:xfrm flipH="1" rot="10800000">
            <a:off x="6801503" y="2673350"/>
            <a:ext cx="1223962" cy="42386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9" name="Google Shape;639;p70"/>
          <p:cNvCxnSpPr/>
          <p:nvPr/>
        </p:nvCxnSpPr>
        <p:spPr>
          <a:xfrm flipH="1" rot="10800000">
            <a:off x="6595128" y="2351088"/>
            <a:ext cx="669925" cy="7588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0" name="Google Shape;640;p70"/>
          <p:cNvCxnSpPr/>
          <p:nvPr/>
        </p:nvCxnSpPr>
        <p:spPr>
          <a:xfrm>
            <a:off x="5501340" y="2505075"/>
            <a:ext cx="862013" cy="6445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1" name="Google Shape;641;p70"/>
          <p:cNvCxnSpPr/>
          <p:nvPr/>
        </p:nvCxnSpPr>
        <p:spPr>
          <a:xfrm rot="10800000">
            <a:off x="4109103" y="2401888"/>
            <a:ext cx="85090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2" name="Google Shape;642;p70"/>
          <p:cNvSpPr txBox="1"/>
          <p:nvPr/>
        </p:nvSpPr>
        <p:spPr>
          <a:xfrm>
            <a:off x="2858153" y="2022475"/>
            <a:ext cx="1262062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external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70"/>
          <p:cNvSpPr txBox="1"/>
          <p:nvPr/>
        </p:nvSpPr>
        <p:spPr>
          <a:xfrm>
            <a:off x="4829828" y="2589213"/>
            <a:ext cx="7874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70"/>
          <p:cNvSpPr txBox="1"/>
          <p:nvPr/>
        </p:nvSpPr>
        <p:spPr>
          <a:xfrm>
            <a:off x="8549340" y="3497263"/>
            <a:ext cx="1549400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IP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70"/>
          <p:cNvSpPr txBox="1"/>
          <p:nvPr/>
        </p:nvSpPr>
        <p:spPr>
          <a:xfrm>
            <a:off x="7546040" y="1816100"/>
            <a:ext cx="1365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70"/>
          <p:cNvSpPr txBox="1"/>
          <p:nvPr/>
        </p:nvSpPr>
        <p:spPr>
          <a:xfrm>
            <a:off x="8344553" y="2486025"/>
            <a:ext cx="13620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7" name="Google Shape;647;p70"/>
          <p:cNvCxnSpPr/>
          <p:nvPr/>
        </p:nvCxnSpPr>
        <p:spPr>
          <a:xfrm rot="10800000">
            <a:off x="3578878" y="4735513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8" name="Google Shape;648;p70"/>
          <p:cNvCxnSpPr/>
          <p:nvPr/>
        </p:nvCxnSpPr>
        <p:spPr>
          <a:xfrm flipH="1">
            <a:off x="3966228" y="4783138"/>
            <a:ext cx="271462" cy="3143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9" name="Google Shape;649;p70"/>
          <p:cNvCxnSpPr/>
          <p:nvPr/>
        </p:nvCxnSpPr>
        <p:spPr>
          <a:xfrm>
            <a:off x="4385328" y="4811713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50" name="Google Shape;650;p70"/>
          <p:cNvGrpSpPr/>
          <p:nvPr/>
        </p:nvGrpSpPr>
        <p:grpSpPr>
          <a:xfrm>
            <a:off x="3123265" y="4538663"/>
            <a:ext cx="568325" cy="481012"/>
            <a:chOff x="-44" y="1473"/>
            <a:chExt cx="981" cy="1105"/>
          </a:xfrm>
        </p:grpSpPr>
        <p:pic>
          <p:nvPicPr>
            <p:cNvPr descr="desktop_computer_stylized_medium" id="651" name="Google Shape;651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2" name="Google Shape;652;p7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3" name="Google Shape;653;p70"/>
          <p:cNvGrpSpPr/>
          <p:nvPr/>
        </p:nvGrpSpPr>
        <p:grpSpPr>
          <a:xfrm>
            <a:off x="3529665" y="4995863"/>
            <a:ext cx="568325" cy="481012"/>
            <a:chOff x="-44" y="1473"/>
            <a:chExt cx="981" cy="1105"/>
          </a:xfrm>
        </p:grpSpPr>
        <p:pic>
          <p:nvPicPr>
            <p:cNvPr descr="desktop_computer_stylized_medium" id="654" name="Google Shape;654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5" name="Google Shape;655;p7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6" name="Google Shape;656;p70"/>
          <p:cNvGrpSpPr/>
          <p:nvPr/>
        </p:nvGrpSpPr>
        <p:grpSpPr>
          <a:xfrm>
            <a:off x="4058303" y="5027613"/>
            <a:ext cx="568325" cy="481012"/>
            <a:chOff x="-44" y="1473"/>
            <a:chExt cx="981" cy="1105"/>
          </a:xfrm>
        </p:grpSpPr>
        <p:pic>
          <p:nvPicPr>
            <p:cNvPr descr="desktop_computer_stylized_medium" id="657" name="Google Shape;657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8" name="Google Shape;658;p7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59" name="Google Shape;659;p70"/>
          <p:cNvCxnSpPr/>
          <p:nvPr/>
        </p:nvCxnSpPr>
        <p:spPr>
          <a:xfrm>
            <a:off x="4604403" y="4741863"/>
            <a:ext cx="377825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0" name="Google Shape;660;p70"/>
          <p:cNvCxnSpPr/>
          <p:nvPr/>
        </p:nvCxnSpPr>
        <p:spPr>
          <a:xfrm flipH="1">
            <a:off x="4836178" y="5237163"/>
            <a:ext cx="120650" cy="2936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1" name="Google Shape;661;p70"/>
          <p:cNvCxnSpPr/>
          <p:nvPr/>
        </p:nvCxnSpPr>
        <p:spPr>
          <a:xfrm>
            <a:off x="5240990" y="5248275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2" name="Google Shape;662;p70"/>
          <p:cNvCxnSpPr/>
          <p:nvPr/>
        </p:nvCxnSpPr>
        <p:spPr>
          <a:xfrm rot="10800000">
            <a:off x="5139390" y="5129213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63" name="Google Shape;663;p70"/>
          <p:cNvGrpSpPr/>
          <p:nvPr/>
        </p:nvGrpSpPr>
        <p:grpSpPr>
          <a:xfrm>
            <a:off x="4463115" y="5400675"/>
            <a:ext cx="568325" cy="481013"/>
            <a:chOff x="-44" y="1473"/>
            <a:chExt cx="981" cy="1105"/>
          </a:xfrm>
        </p:grpSpPr>
        <p:pic>
          <p:nvPicPr>
            <p:cNvPr descr="desktop_computer_stylized_medium" id="664" name="Google Shape;664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5" name="Google Shape;665;p7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6" name="Google Shape;666;p70"/>
          <p:cNvGrpSpPr/>
          <p:nvPr/>
        </p:nvGrpSpPr>
        <p:grpSpPr>
          <a:xfrm>
            <a:off x="4920315" y="5468938"/>
            <a:ext cx="568325" cy="481012"/>
            <a:chOff x="-44" y="1473"/>
            <a:chExt cx="981" cy="1105"/>
          </a:xfrm>
        </p:grpSpPr>
        <p:pic>
          <p:nvPicPr>
            <p:cNvPr descr="desktop_computer_stylized_medium" id="667" name="Google Shape;667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8" name="Google Shape;668;p7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9" name="Google Shape;669;p70"/>
          <p:cNvGrpSpPr/>
          <p:nvPr/>
        </p:nvGrpSpPr>
        <p:grpSpPr>
          <a:xfrm>
            <a:off x="5345765" y="4927600"/>
            <a:ext cx="568325" cy="481013"/>
            <a:chOff x="-44" y="1473"/>
            <a:chExt cx="981" cy="1105"/>
          </a:xfrm>
        </p:grpSpPr>
        <p:pic>
          <p:nvPicPr>
            <p:cNvPr descr="desktop_computer_stylized_medium" id="670" name="Google Shape;670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1" name="Google Shape;671;p7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72" name="Google Shape;672;p70"/>
          <p:cNvCxnSpPr/>
          <p:nvPr/>
        </p:nvCxnSpPr>
        <p:spPr>
          <a:xfrm rot="10800000">
            <a:off x="7798453" y="5003800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3" name="Google Shape;673;p70"/>
          <p:cNvCxnSpPr/>
          <p:nvPr/>
        </p:nvCxnSpPr>
        <p:spPr>
          <a:xfrm flipH="1">
            <a:off x="8185803" y="5051425"/>
            <a:ext cx="271462" cy="3143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4" name="Google Shape;674;p70"/>
          <p:cNvCxnSpPr/>
          <p:nvPr/>
        </p:nvCxnSpPr>
        <p:spPr>
          <a:xfrm>
            <a:off x="8604903" y="5080000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75" name="Google Shape;675;p70"/>
          <p:cNvGrpSpPr/>
          <p:nvPr/>
        </p:nvGrpSpPr>
        <p:grpSpPr>
          <a:xfrm>
            <a:off x="7490478" y="4818063"/>
            <a:ext cx="568325" cy="481012"/>
            <a:chOff x="-44" y="1473"/>
            <a:chExt cx="981" cy="1105"/>
          </a:xfrm>
        </p:grpSpPr>
        <p:pic>
          <p:nvPicPr>
            <p:cNvPr descr="desktop_computer_stylized_medium" id="676" name="Google Shape;676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7" name="Google Shape;677;p7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8" name="Google Shape;678;p70"/>
          <p:cNvGrpSpPr/>
          <p:nvPr/>
        </p:nvGrpSpPr>
        <p:grpSpPr>
          <a:xfrm>
            <a:off x="7749240" y="5264150"/>
            <a:ext cx="569913" cy="481013"/>
            <a:chOff x="-44" y="1473"/>
            <a:chExt cx="981" cy="1105"/>
          </a:xfrm>
        </p:grpSpPr>
        <p:pic>
          <p:nvPicPr>
            <p:cNvPr descr="desktop_computer_stylized_medium" id="679" name="Google Shape;679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0" name="Google Shape;680;p7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1" name="Google Shape;681;p70"/>
          <p:cNvGrpSpPr/>
          <p:nvPr/>
        </p:nvGrpSpPr>
        <p:grpSpPr>
          <a:xfrm>
            <a:off x="8277878" y="5294313"/>
            <a:ext cx="568325" cy="482600"/>
            <a:chOff x="-44" y="1473"/>
            <a:chExt cx="981" cy="1105"/>
          </a:xfrm>
        </p:grpSpPr>
        <p:pic>
          <p:nvPicPr>
            <p:cNvPr descr="desktop_computer_stylized_medium" id="682" name="Google Shape;682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3" name="Google Shape;683;p7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84" name="Google Shape;684;p70"/>
          <p:cNvCxnSpPr/>
          <p:nvPr/>
        </p:nvCxnSpPr>
        <p:spPr>
          <a:xfrm rot="10800000">
            <a:off x="6772928" y="5049838"/>
            <a:ext cx="606425" cy="31273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5" name="Google Shape;685;p70"/>
          <p:cNvCxnSpPr/>
          <p:nvPr/>
        </p:nvCxnSpPr>
        <p:spPr>
          <a:xfrm flipH="1">
            <a:off x="6309378" y="5003800"/>
            <a:ext cx="271462" cy="3143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6" name="Google Shape;686;p70"/>
          <p:cNvCxnSpPr/>
          <p:nvPr/>
        </p:nvCxnSpPr>
        <p:spPr>
          <a:xfrm>
            <a:off x="6728478" y="5032375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87" name="Google Shape;687;p70"/>
          <p:cNvGrpSpPr/>
          <p:nvPr/>
        </p:nvGrpSpPr>
        <p:grpSpPr>
          <a:xfrm>
            <a:off x="6917390" y="5211763"/>
            <a:ext cx="569913" cy="481012"/>
            <a:chOff x="-44" y="1473"/>
            <a:chExt cx="981" cy="1105"/>
          </a:xfrm>
        </p:grpSpPr>
        <p:pic>
          <p:nvPicPr>
            <p:cNvPr descr="desktop_computer_stylized_medium" id="688" name="Google Shape;688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9" name="Google Shape;689;p7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0" name="Google Shape;690;p70"/>
          <p:cNvGrpSpPr/>
          <p:nvPr/>
        </p:nvGrpSpPr>
        <p:grpSpPr>
          <a:xfrm>
            <a:off x="5872815" y="5216525"/>
            <a:ext cx="569913" cy="482600"/>
            <a:chOff x="-44" y="1473"/>
            <a:chExt cx="981" cy="1105"/>
          </a:xfrm>
        </p:grpSpPr>
        <p:pic>
          <p:nvPicPr>
            <p:cNvPr descr="desktop_computer_stylized_medium" id="691" name="Google Shape;691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2" name="Google Shape;692;p7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3" name="Google Shape;693;p70"/>
          <p:cNvGrpSpPr/>
          <p:nvPr/>
        </p:nvGrpSpPr>
        <p:grpSpPr>
          <a:xfrm>
            <a:off x="6401453" y="5248275"/>
            <a:ext cx="569912" cy="481013"/>
            <a:chOff x="-44" y="1473"/>
            <a:chExt cx="981" cy="1105"/>
          </a:xfrm>
        </p:grpSpPr>
        <p:pic>
          <p:nvPicPr>
            <p:cNvPr descr="desktop_computer_stylized_medium" id="694" name="Google Shape;694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5" name="Google Shape;695;p7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96" name="Google Shape;696;p70"/>
          <p:cNvCxnSpPr/>
          <p:nvPr/>
        </p:nvCxnSpPr>
        <p:spPr>
          <a:xfrm rot="10800000">
            <a:off x="8633478" y="5081588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697" name="Google Shape;697;p70"/>
          <p:cNvGrpSpPr/>
          <p:nvPr/>
        </p:nvGrpSpPr>
        <p:grpSpPr>
          <a:xfrm>
            <a:off x="8798578" y="4865688"/>
            <a:ext cx="569912" cy="481012"/>
            <a:chOff x="-44" y="1473"/>
            <a:chExt cx="981" cy="1105"/>
          </a:xfrm>
        </p:grpSpPr>
        <p:pic>
          <p:nvPicPr>
            <p:cNvPr descr="desktop_computer_stylized_medium" id="698" name="Google Shape;698;p7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9" name="Google Shape;699;p7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00" name="Google Shape;700;p70"/>
          <p:cNvGrpSpPr/>
          <p:nvPr/>
        </p:nvGrpSpPr>
        <p:grpSpPr>
          <a:xfrm>
            <a:off x="7253940" y="2092325"/>
            <a:ext cx="366713" cy="579438"/>
            <a:chOff x="4140" y="429"/>
            <a:chExt cx="1425" cy="2396"/>
          </a:xfrm>
        </p:grpSpPr>
        <p:sp>
          <p:nvSpPr>
            <p:cNvPr id="701" name="Google Shape;701;p7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70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7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7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70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06" name="Google Shape;706;p70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707" name="Google Shape;707;p70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" name="Google Shape;708;p70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09" name="Google Shape;709;p70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0" name="Google Shape;710;p70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711" name="Google Shape;711;p70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p70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13" name="Google Shape;713;p70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70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5" name="Google Shape;715;p70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716" name="Google Shape;716;p70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70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18" name="Google Shape;718;p7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9" name="Google Shape;719;p70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720" name="Google Shape;720;p70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1" name="Google Shape;721;p70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22" name="Google Shape;722;p70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7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7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70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7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70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70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70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70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70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70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3" name="Google Shape;733;p70"/>
          <p:cNvGrpSpPr/>
          <p:nvPr/>
        </p:nvGrpSpPr>
        <p:grpSpPr>
          <a:xfrm>
            <a:off x="7858778" y="2601913"/>
            <a:ext cx="366712" cy="579437"/>
            <a:chOff x="4140" y="429"/>
            <a:chExt cx="1425" cy="2396"/>
          </a:xfrm>
        </p:grpSpPr>
        <p:sp>
          <p:nvSpPr>
            <p:cNvPr id="734" name="Google Shape;734;p7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70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7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7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70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39" name="Google Shape;739;p70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740" name="Google Shape;740;p70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70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42" name="Google Shape;742;p70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43" name="Google Shape;743;p70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744" name="Google Shape;744;p70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5" name="Google Shape;745;p70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46" name="Google Shape;746;p70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70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48" name="Google Shape;748;p70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749" name="Google Shape;749;p70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0" name="Google Shape;750;p70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51" name="Google Shape;751;p7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52" name="Google Shape;752;p70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753" name="Google Shape;753;p70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4" name="Google Shape;754;p70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55" name="Google Shape;755;p70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7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7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70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7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70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70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70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70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70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70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6" name="Google Shape;766;p70"/>
          <p:cNvGrpSpPr/>
          <p:nvPr/>
        </p:nvGrpSpPr>
        <p:grpSpPr>
          <a:xfrm>
            <a:off x="6081784" y="2929417"/>
            <a:ext cx="914400" cy="479686"/>
            <a:chOff x="3668110" y="2448910"/>
            <a:chExt cx="3794234" cy="2165130"/>
          </a:xfrm>
        </p:grpSpPr>
        <p:sp>
          <p:nvSpPr>
            <p:cNvPr id="767" name="Google Shape;767;p7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8" name="Google Shape;768;p7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69" name="Google Shape;769;p70"/>
            <p:cNvGrpSpPr/>
            <p:nvPr/>
          </p:nvGrpSpPr>
          <p:grpSpPr>
            <a:xfrm>
              <a:off x="3941376" y="2603243"/>
              <a:ext cx="3202061" cy="1066110"/>
              <a:chOff x="7939341" y="3037317"/>
              <a:chExt cx="897649" cy="353919"/>
            </a:xfrm>
          </p:grpSpPr>
          <p:sp>
            <p:nvSpPr>
              <p:cNvPr id="770" name="Google Shape;770;p7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7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7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7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74" name="Google Shape;774;p70"/>
          <p:cNvGrpSpPr/>
          <p:nvPr/>
        </p:nvGrpSpPr>
        <p:grpSpPr>
          <a:xfrm>
            <a:off x="4861367" y="2210765"/>
            <a:ext cx="894855" cy="442494"/>
            <a:chOff x="7493876" y="2774731"/>
            <a:chExt cx="1481958" cy="894622"/>
          </a:xfrm>
        </p:grpSpPr>
        <p:sp>
          <p:nvSpPr>
            <p:cNvPr id="775" name="Google Shape;775;p7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6" name="Google Shape;776;p7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77" name="Google Shape;777;p7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778" name="Google Shape;778;p7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7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7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7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82" name="Google Shape;782;p70"/>
          <p:cNvGrpSpPr/>
          <p:nvPr/>
        </p:nvGrpSpPr>
        <p:grpSpPr>
          <a:xfrm>
            <a:off x="4035095" y="4580587"/>
            <a:ext cx="652815" cy="339144"/>
            <a:chOff x="3668110" y="2448910"/>
            <a:chExt cx="3794234" cy="2165130"/>
          </a:xfrm>
        </p:grpSpPr>
        <p:sp>
          <p:nvSpPr>
            <p:cNvPr id="783" name="Google Shape;783;p7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7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85" name="Google Shape;785;p70"/>
            <p:cNvGrpSpPr/>
            <p:nvPr/>
          </p:nvGrpSpPr>
          <p:grpSpPr>
            <a:xfrm>
              <a:off x="3941376" y="2603243"/>
              <a:ext cx="3202061" cy="1066110"/>
              <a:chOff x="7939341" y="3037317"/>
              <a:chExt cx="897649" cy="353919"/>
            </a:xfrm>
          </p:grpSpPr>
          <p:sp>
            <p:nvSpPr>
              <p:cNvPr id="786" name="Google Shape;786;p7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7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7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7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0" name="Google Shape;790;p70"/>
          <p:cNvGrpSpPr/>
          <p:nvPr/>
        </p:nvGrpSpPr>
        <p:grpSpPr>
          <a:xfrm>
            <a:off x="4730749" y="4991280"/>
            <a:ext cx="666096" cy="353718"/>
            <a:chOff x="3668110" y="2448910"/>
            <a:chExt cx="3794234" cy="2165130"/>
          </a:xfrm>
        </p:grpSpPr>
        <p:sp>
          <p:nvSpPr>
            <p:cNvPr id="791" name="Google Shape;791;p7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7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93" name="Google Shape;793;p70"/>
            <p:cNvGrpSpPr/>
            <p:nvPr/>
          </p:nvGrpSpPr>
          <p:grpSpPr>
            <a:xfrm>
              <a:off x="3941376" y="2603243"/>
              <a:ext cx="3202061" cy="1066110"/>
              <a:chOff x="7939341" y="3037317"/>
              <a:chExt cx="897649" cy="353919"/>
            </a:xfrm>
          </p:grpSpPr>
          <p:sp>
            <p:nvSpPr>
              <p:cNvPr id="794" name="Google Shape;794;p7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7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" name="Google Shape;796;p7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7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98" name="Google Shape;798;p70"/>
          <p:cNvGrpSpPr/>
          <p:nvPr/>
        </p:nvGrpSpPr>
        <p:grpSpPr>
          <a:xfrm>
            <a:off x="6268889" y="4785461"/>
            <a:ext cx="666096" cy="353718"/>
            <a:chOff x="3668110" y="2448910"/>
            <a:chExt cx="3794234" cy="2165130"/>
          </a:xfrm>
        </p:grpSpPr>
        <p:sp>
          <p:nvSpPr>
            <p:cNvPr id="799" name="Google Shape;799;p7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0" name="Google Shape;800;p7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01" name="Google Shape;801;p70"/>
            <p:cNvGrpSpPr/>
            <p:nvPr/>
          </p:nvGrpSpPr>
          <p:grpSpPr>
            <a:xfrm>
              <a:off x="3941376" y="2603243"/>
              <a:ext cx="3202061" cy="1066110"/>
              <a:chOff x="7939341" y="3037317"/>
              <a:chExt cx="897649" cy="353919"/>
            </a:xfrm>
          </p:grpSpPr>
          <p:sp>
            <p:nvSpPr>
              <p:cNvPr id="802" name="Google Shape;802;p7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7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7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7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06" name="Google Shape;806;p70"/>
          <p:cNvGrpSpPr/>
          <p:nvPr/>
        </p:nvGrpSpPr>
        <p:grpSpPr>
          <a:xfrm>
            <a:off x="8198241" y="4810599"/>
            <a:ext cx="666096" cy="353718"/>
            <a:chOff x="3668110" y="2448910"/>
            <a:chExt cx="3794234" cy="2165130"/>
          </a:xfrm>
        </p:grpSpPr>
        <p:sp>
          <p:nvSpPr>
            <p:cNvPr id="807" name="Google Shape;807;p70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8" name="Google Shape;808;p70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09" name="Google Shape;809;p70"/>
            <p:cNvGrpSpPr/>
            <p:nvPr/>
          </p:nvGrpSpPr>
          <p:grpSpPr>
            <a:xfrm>
              <a:off x="3941376" y="2603243"/>
              <a:ext cx="3202061" cy="1066110"/>
              <a:chOff x="7939341" y="3037317"/>
              <a:chExt cx="897649" cy="353919"/>
            </a:xfrm>
          </p:grpSpPr>
          <p:sp>
            <p:nvSpPr>
              <p:cNvPr id="810" name="Google Shape;810;p70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70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70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" name="Google Shape;813;p70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71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Switches vs. routers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7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1" name="Google Shape;821;p71"/>
          <p:cNvSpPr/>
          <p:nvPr/>
        </p:nvSpPr>
        <p:spPr>
          <a:xfrm flipH="1">
            <a:off x="9361825" y="2092325"/>
            <a:ext cx="638175" cy="803639"/>
          </a:xfrm>
          <a:custGeom>
            <a:rect b="b" l="l" r="r" t="t"/>
            <a:pathLst>
              <a:path extrusionOk="0" h="537" w="402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>
            <a:gsLst>
              <a:gs pos="0">
                <a:srgbClr val="BFBFB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71"/>
          <p:cNvSpPr/>
          <p:nvPr/>
        </p:nvSpPr>
        <p:spPr>
          <a:xfrm>
            <a:off x="9349126" y="844952"/>
            <a:ext cx="360363" cy="1517612"/>
          </a:xfrm>
          <a:custGeom>
            <a:rect b="b" l="l" r="r" t="t"/>
            <a:pathLst>
              <a:path extrusionOk="0" h="1186" w="267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>
            <a:gsLst>
              <a:gs pos="0">
                <a:srgbClr val="BFBFB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71"/>
          <p:cNvSpPr/>
          <p:nvPr/>
        </p:nvSpPr>
        <p:spPr>
          <a:xfrm>
            <a:off x="8077539" y="862377"/>
            <a:ext cx="1273175" cy="15367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24" name="Google Shape;824;p71"/>
          <p:cNvCxnSpPr/>
          <p:nvPr/>
        </p:nvCxnSpPr>
        <p:spPr>
          <a:xfrm>
            <a:off x="8077539" y="117987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5" name="Google Shape;825;p71"/>
          <p:cNvSpPr txBox="1"/>
          <p:nvPr/>
        </p:nvSpPr>
        <p:spPr>
          <a:xfrm>
            <a:off x="8056901" y="829039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6" name="Google Shape;826;p71"/>
          <p:cNvCxnSpPr/>
          <p:nvPr/>
        </p:nvCxnSpPr>
        <p:spPr>
          <a:xfrm>
            <a:off x="8085476" y="150055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7" name="Google Shape;827;p71"/>
          <p:cNvCxnSpPr/>
          <p:nvPr/>
        </p:nvCxnSpPr>
        <p:spPr>
          <a:xfrm>
            <a:off x="8090239" y="178153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8" name="Google Shape;828;p71"/>
          <p:cNvCxnSpPr/>
          <p:nvPr/>
        </p:nvCxnSpPr>
        <p:spPr>
          <a:xfrm>
            <a:off x="8090239" y="205776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29" name="Google Shape;829;p71"/>
          <p:cNvGrpSpPr/>
          <p:nvPr/>
        </p:nvGrpSpPr>
        <p:grpSpPr>
          <a:xfrm>
            <a:off x="9518991" y="3463925"/>
            <a:ext cx="1328738" cy="996950"/>
            <a:chOff x="3593" y="192"/>
            <a:chExt cx="837" cy="628"/>
          </a:xfrm>
        </p:grpSpPr>
        <p:sp>
          <p:nvSpPr>
            <p:cNvPr id="830" name="Google Shape;830;p71"/>
            <p:cNvSpPr/>
            <p:nvPr/>
          </p:nvSpPr>
          <p:spPr>
            <a:xfrm>
              <a:off x="3628" y="213"/>
              <a:ext cx="802" cy="596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31" name="Google Shape;831;p71"/>
            <p:cNvCxnSpPr/>
            <p:nvPr/>
          </p:nvCxnSpPr>
          <p:spPr>
            <a:xfrm>
              <a:off x="3628" y="413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32" name="Google Shape;832;p71"/>
            <p:cNvSpPr txBox="1"/>
            <p:nvPr/>
          </p:nvSpPr>
          <p:spPr>
            <a:xfrm>
              <a:off x="3593" y="192"/>
              <a:ext cx="830" cy="6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33" name="Google Shape;833;p71"/>
            <p:cNvCxnSpPr/>
            <p:nvPr/>
          </p:nvCxnSpPr>
          <p:spPr>
            <a:xfrm>
              <a:off x="3633" y="615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34" name="Google Shape;834;p71"/>
          <p:cNvGrpSpPr/>
          <p:nvPr/>
        </p:nvGrpSpPr>
        <p:grpSpPr>
          <a:xfrm>
            <a:off x="9901576" y="2097452"/>
            <a:ext cx="1317625" cy="695325"/>
            <a:chOff x="4714" y="633"/>
            <a:chExt cx="830" cy="438"/>
          </a:xfrm>
        </p:grpSpPr>
        <p:sp>
          <p:nvSpPr>
            <p:cNvPr id="835" name="Google Shape;835;p71"/>
            <p:cNvSpPr/>
            <p:nvPr/>
          </p:nvSpPr>
          <p:spPr>
            <a:xfrm>
              <a:off x="4723" y="642"/>
              <a:ext cx="802" cy="413"/>
            </a:xfrm>
            <a:prstGeom prst="rect">
              <a:avLst/>
            </a:prstGeom>
            <a:solidFill>
              <a:srgbClr val="FFFFFF"/>
            </a:solidFill>
            <a:ln cap="flat" cmpd="sng" w="285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836" name="Google Shape;836;p71"/>
            <p:cNvCxnSpPr/>
            <p:nvPr/>
          </p:nvCxnSpPr>
          <p:spPr>
            <a:xfrm>
              <a:off x="4723" y="842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37" name="Google Shape;837;p71"/>
            <p:cNvSpPr txBox="1"/>
            <p:nvPr/>
          </p:nvSpPr>
          <p:spPr>
            <a:xfrm>
              <a:off x="4714" y="633"/>
              <a:ext cx="830" cy="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physical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8" name="Google Shape;838;p71"/>
          <p:cNvSpPr txBox="1"/>
          <p:nvPr/>
        </p:nvSpPr>
        <p:spPr>
          <a:xfrm>
            <a:off x="8672851" y="2943589"/>
            <a:ext cx="7992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9" name="Google Shape;839;p71"/>
          <p:cNvGrpSpPr/>
          <p:nvPr/>
        </p:nvGrpSpPr>
        <p:grpSpPr>
          <a:xfrm>
            <a:off x="7270588" y="1487019"/>
            <a:ext cx="917575" cy="307975"/>
            <a:chOff x="1080" y="911"/>
            <a:chExt cx="578" cy="194"/>
          </a:xfrm>
        </p:grpSpPr>
        <p:sp>
          <p:nvSpPr>
            <p:cNvPr id="840" name="Google Shape;840;p71"/>
            <p:cNvSpPr/>
            <p:nvPr/>
          </p:nvSpPr>
          <p:spPr>
            <a:xfrm>
              <a:off x="1082" y="939"/>
              <a:ext cx="576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r" dir="135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1" name="Google Shape;841;p71"/>
            <p:cNvSpPr txBox="1"/>
            <p:nvPr/>
          </p:nvSpPr>
          <p:spPr>
            <a:xfrm>
              <a:off x="1080" y="911"/>
              <a:ext cx="561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2" name="Google Shape;842;p71"/>
          <p:cNvSpPr/>
          <p:nvPr/>
        </p:nvSpPr>
        <p:spPr>
          <a:xfrm>
            <a:off x="7979114" y="4605702"/>
            <a:ext cx="1273175" cy="1536700"/>
          </a:xfrm>
          <a:prstGeom prst="rect">
            <a:avLst/>
          </a:prstGeom>
          <a:solidFill>
            <a:srgbClr val="FFFF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43" name="Google Shape;843;p71"/>
          <p:cNvCxnSpPr/>
          <p:nvPr/>
        </p:nvCxnSpPr>
        <p:spPr>
          <a:xfrm>
            <a:off x="7979114" y="4923202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4" name="Google Shape;844;p71"/>
          <p:cNvSpPr txBox="1"/>
          <p:nvPr/>
        </p:nvSpPr>
        <p:spPr>
          <a:xfrm>
            <a:off x="7958476" y="4578714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physical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45" name="Google Shape;845;p71"/>
          <p:cNvCxnSpPr/>
          <p:nvPr/>
        </p:nvCxnSpPr>
        <p:spPr>
          <a:xfrm>
            <a:off x="7987051" y="5243877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6" name="Google Shape;846;p71"/>
          <p:cNvCxnSpPr/>
          <p:nvPr/>
        </p:nvCxnSpPr>
        <p:spPr>
          <a:xfrm>
            <a:off x="7991814" y="552486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7" name="Google Shape;847;p71"/>
          <p:cNvCxnSpPr/>
          <p:nvPr/>
        </p:nvCxnSpPr>
        <p:spPr>
          <a:xfrm>
            <a:off x="7991814" y="580108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8" name="Google Shape;848;p71"/>
          <p:cNvSpPr/>
          <p:nvPr/>
        </p:nvSpPr>
        <p:spPr>
          <a:xfrm>
            <a:off x="9264650" y="4613275"/>
            <a:ext cx="406739" cy="1784714"/>
          </a:xfrm>
          <a:custGeom>
            <a:rect b="b" l="l" r="r" t="t"/>
            <a:pathLst>
              <a:path extrusionOk="0" h="1170" w="240">
                <a:moveTo>
                  <a:pt x="0" y="960"/>
                </a:moveTo>
                <a:lnTo>
                  <a:pt x="6" y="0"/>
                </a:lnTo>
                <a:lnTo>
                  <a:pt x="240" y="1092"/>
                </a:lnTo>
                <a:lnTo>
                  <a:pt x="168" y="1170"/>
                </a:lnTo>
                <a:lnTo>
                  <a:pt x="0" y="960"/>
                </a:lnTo>
                <a:close/>
              </a:path>
            </a:pathLst>
          </a:custGeom>
          <a:gradFill>
            <a:gsLst>
              <a:gs pos="0">
                <a:srgbClr val="BFBFBF"/>
              </a:gs>
              <a:gs pos="1000">
                <a:srgbClr val="BFBFB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9" name="Google Shape;849;p71"/>
          <p:cNvGrpSpPr/>
          <p:nvPr/>
        </p:nvGrpSpPr>
        <p:grpSpPr>
          <a:xfrm>
            <a:off x="7112339" y="1754552"/>
            <a:ext cx="1095375" cy="338137"/>
            <a:chOff x="998" y="1077"/>
            <a:chExt cx="690" cy="213"/>
          </a:xfrm>
        </p:grpSpPr>
        <p:sp>
          <p:nvSpPr>
            <p:cNvPr id="850" name="Google Shape;850;p71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r" dir="135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1" name="Google Shape;851;p71"/>
            <p:cNvSpPr txBox="1"/>
            <p:nvPr/>
          </p:nvSpPr>
          <p:spPr>
            <a:xfrm>
              <a:off x="1107" y="1077"/>
              <a:ext cx="43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frame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2" name="Google Shape;852;p71"/>
          <p:cNvSpPr/>
          <p:nvPr/>
        </p:nvSpPr>
        <p:spPr>
          <a:xfrm>
            <a:off x="8099764" y="663939"/>
            <a:ext cx="2924175" cy="5314950"/>
          </a:xfrm>
          <a:custGeom>
            <a:rect b="b" l="l" r="r" t="t"/>
            <a:pathLst>
              <a:path extrusionOk="0" h="3348" w="1842">
                <a:moveTo>
                  <a:pt x="132" y="0"/>
                </a:moveTo>
                <a:lnTo>
                  <a:pt x="138" y="1200"/>
                </a:lnTo>
                <a:lnTo>
                  <a:pt x="1326" y="1200"/>
                </a:lnTo>
                <a:lnTo>
                  <a:pt x="1326" y="948"/>
                </a:lnTo>
                <a:lnTo>
                  <a:pt x="1830" y="948"/>
                </a:lnTo>
                <a:lnTo>
                  <a:pt x="1842" y="2496"/>
                </a:lnTo>
                <a:lnTo>
                  <a:pt x="1656" y="2340"/>
                </a:lnTo>
                <a:lnTo>
                  <a:pt x="1644" y="1896"/>
                </a:lnTo>
                <a:lnTo>
                  <a:pt x="1248" y="1902"/>
                </a:lnTo>
                <a:lnTo>
                  <a:pt x="1230" y="2430"/>
                </a:lnTo>
                <a:lnTo>
                  <a:pt x="774" y="3348"/>
                </a:lnTo>
                <a:lnTo>
                  <a:pt x="6" y="3348"/>
                </a:lnTo>
                <a:lnTo>
                  <a:pt x="0" y="2226"/>
                </a:lnTo>
              </a:path>
            </a:pathLst>
          </a:cu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3" name="Google Shape;853;p71"/>
          <p:cNvGrpSpPr/>
          <p:nvPr/>
        </p:nvGrpSpPr>
        <p:grpSpPr>
          <a:xfrm>
            <a:off x="10884239" y="2106977"/>
            <a:ext cx="1095375" cy="338137"/>
            <a:chOff x="998" y="1077"/>
            <a:chExt cx="690" cy="213"/>
          </a:xfrm>
        </p:grpSpPr>
        <p:sp>
          <p:nvSpPr>
            <p:cNvPr id="854" name="Google Shape;854;p71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71"/>
            <p:cNvSpPr txBox="1"/>
            <p:nvPr/>
          </p:nvSpPr>
          <p:spPr>
            <a:xfrm>
              <a:off x="1107" y="1077"/>
              <a:ext cx="43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frame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6" name="Google Shape;856;p71"/>
          <p:cNvGrpSpPr/>
          <p:nvPr/>
        </p:nvGrpSpPr>
        <p:grpSpPr>
          <a:xfrm>
            <a:off x="10560389" y="3854815"/>
            <a:ext cx="1095375" cy="338137"/>
            <a:chOff x="998" y="1074"/>
            <a:chExt cx="690" cy="213"/>
          </a:xfrm>
        </p:grpSpPr>
        <p:sp>
          <p:nvSpPr>
            <p:cNvPr id="857" name="Google Shape;857;p71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71"/>
            <p:cNvSpPr txBox="1"/>
            <p:nvPr/>
          </p:nvSpPr>
          <p:spPr>
            <a:xfrm>
              <a:off x="1107" y="1074"/>
              <a:ext cx="43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frame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9" name="Google Shape;859;p71"/>
          <p:cNvGrpSpPr/>
          <p:nvPr/>
        </p:nvGrpSpPr>
        <p:grpSpPr>
          <a:xfrm>
            <a:off x="10646114" y="3580178"/>
            <a:ext cx="914400" cy="307975"/>
            <a:chOff x="1082" y="919"/>
            <a:chExt cx="576" cy="194"/>
          </a:xfrm>
        </p:grpSpPr>
        <p:sp>
          <p:nvSpPr>
            <p:cNvPr id="860" name="Google Shape;860;p71"/>
            <p:cNvSpPr/>
            <p:nvPr/>
          </p:nvSpPr>
          <p:spPr>
            <a:xfrm>
              <a:off x="1082" y="939"/>
              <a:ext cx="576" cy="135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71"/>
            <p:cNvSpPr txBox="1"/>
            <p:nvPr/>
          </p:nvSpPr>
          <p:spPr>
            <a:xfrm>
              <a:off x="1082" y="919"/>
              <a:ext cx="561" cy="1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datagram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2" name="Google Shape;862;p71"/>
          <p:cNvSpPr/>
          <p:nvPr/>
        </p:nvSpPr>
        <p:spPr>
          <a:xfrm>
            <a:off x="9242764" y="3479800"/>
            <a:ext cx="333036" cy="974725"/>
          </a:xfrm>
          <a:custGeom>
            <a:rect b="b" l="l" r="r" t="t"/>
            <a:pathLst>
              <a:path extrusionOk="0" h="582" w="228">
                <a:moveTo>
                  <a:pt x="228" y="0"/>
                </a:moveTo>
                <a:lnTo>
                  <a:pt x="228" y="582"/>
                </a:lnTo>
                <a:lnTo>
                  <a:pt x="12" y="360"/>
                </a:lnTo>
                <a:lnTo>
                  <a:pt x="0" y="222"/>
                </a:lnTo>
                <a:lnTo>
                  <a:pt x="228" y="0"/>
                </a:lnTo>
                <a:close/>
              </a:path>
            </a:pathLst>
          </a:custGeom>
          <a:gradFill>
            <a:gsLst>
              <a:gs pos="0">
                <a:srgbClr val="FFFFFF"/>
              </a:gs>
              <a:gs pos="100000">
                <a:srgbClr val="BFBFB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63" name="Google Shape;863;p71"/>
          <p:cNvGrpSpPr/>
          <p:nvPr/>
        </p:nvGrpSpPr>
        <p:grpSpPr>
          <a:xfrm>
            <a:off x="9299914" y="1287827"/>
            <a:ext cx="762000" cy="693737"/>
            <a:chOff x="-44" y="1473"/>
            <a:chExt cx="981" cy="1105"/>
          </a:xfrm>
        </p:grpSpPr>
        <p:pic>
          <p:nvPicPr>
            <p:cNvPr descr="desktop_computer_stylized_medium" id="864" name="Google Shape;864;p7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5" name="Google Shape;865;p7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66" name="Google Shape;866;p71"/>
          <p:cNvGrpSpPr/>
          <p:nvPr/>
        </p:nvGrpSpPr>
        <p:grpSpPr>
          <a:xfrm>
            <a:off x="9279276" y="5942377"/>
            <a:ext cx="762000" cy="693737"/>
            <a:chOff x="-44" y="1473"/>
            <a:chExt cx="981" cy="1105"/>
          </a:xfrm>
        </p:grpSpPr>
        <p:pic>
          <p:nvPicPr>
            <p:cNvPr descr="desktop_computer_stylized_medium" id="867" name="Google Shape;867;p7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8" name="Google Shape;868;p7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69" name="Google Shape;869;p71"/>
          <p:cNvSpPr txBox="1"/>
          <p:nvPr/>
        </p:nvSpPr>
        <p:spPr>
          <a:xfrm>
            <a:off x="11274305" y="6462404"/>
            <a:ext cx="548655" cy="272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6-</a:t>
            </a: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870" name="Google Shape;870;p71"/>
          <p:cNvGrpSpPr/>
          <p:nvPr/>
        </p:nvGrpSpPr>
        <p:grpSpPr>
          <a:xfrm>
            <a:off x="8822377" y="2470342"/>
            <a:ext cx="914400" cy="479686"/>
            <a:chOff x="3668110" y="2448910"/>
            <a:chExt cx="3794234" cy="2165130"/>
          </a:xfrm>
        </p:grpSpPr>
        <p:sp>
          <p:nvSpPr>
            <p:cNvPr id="871" name="Google Shape;871;p71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2" name="Google Shape;872;p71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3" name="Google Shape;873;p71"/>
            <p:cNvGrpSpPr/>
            <p:nvPr/>
          </p:nvGrpSpPr>
          <p:grpSpPr>
            <a:xfrm>
              <a:off x="3941376" y="2603243"/>
              <a:ext cx="3202061" cy="1066110"/>
              <a:chOff x="7939341" y="3037317"/>
              <a:chExt cx="897649" cy="353919"/>
            </a:xfrm>
          </p:grpSpPr>
          <p:sp>
            <p:nvSpPr>
              <p:cNvPr id="874" name="Google Shape;874;p71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71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71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71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878" name="Google Shape;878;p71"/>
          <p:cNvGrpSpPr/>
          <p:nvPr/>
        </p:nvGrpSpPr>
        <p:grpSpPr>
          <a:xfrm>
            <a:off x="8461094" y="3741153"/>
            <a:ext cx="894855" cy="442494"/>
            <a:chOff x="7493876" y="2774731"/>
            <a:chExt cx="1481958" cy="894622"/>
          </a:xfrm>
        </p:grpSpPr>
        <p:sp>
          <p:nvSpPr>
            <p:cNvPr id="879" name="Google Shape;879;p71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71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81" name="Google Shape;881;p71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82" name="Google Shape;882;p71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3" name="Google Shape;883;p71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4" name="Google Shape;884;p71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85" name="Google Shape;885;p71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86" name="Google Shape;886;p71"/>
          <p:cNvSpPr txBox="1"/>
          <p:nvPr/>
        </p:nvSpPr>
        <p:spPr>
          <a:xfrm>
            <a:off x="859601" y="1465262"/>
            <a:ext cx="6270404" cy="23855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both are store-and-forward: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routers</a:t>
            </a: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network-layer devices (examine network-layer headers)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0" marL="2317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switches: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link-layer devices (examine link-layer headers)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71"/>
          <p:cNvSpPr txBox="1"/>
          <p:nvPr/>
        </p:nvSpPr>
        <p:spPr>
          <a:xfrm>
            <a:off x="857455" y="3613887"/>
            <a:ext cx="6270404" cy="2503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t/>
            </a:r>
            <a:endParaRPr b="0" i="1" sz="2400" u="none" cap="none" strike="noStrik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both have forwarding tables: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0" marL="2317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routers: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 tables using routing algorithms, IP addresses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1775" lvl="0" marL="23177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Char char="▪"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switches: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 forwarding table using flooding, learning, MAC addresses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7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Link layer, LANs: roadmap</a:t>
            </a:r>
            <a:endParaRPr sz="4400"/>
          </a:p>
        </p:txBody>
      </p:sp>
      <p:pic>
        <p:nvPicPr>
          <p:cNvPr descr="A train crossing a bridge over a body of water&#10;&#10;Description automatically generated" id="894" name="Google Shape;894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434" y="1891814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895" name="Google Shape;895;p72"/>
          <p:cNvSpPr txBox="1"/>
          <p:nvPr/>
        </p:nvSpPr>
        <p:spPr>
          <a:xfrm>
            <a:off x="6553857" y="4906563"/>
            <a:ext cx="5066531" cy="9816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3375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 day in the life of a web request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72"/>
          <p:cNvSpPr txBox="1"/>
          <p:nvPr/>
        </p:nvSpPr>
        <p:spPr>
          <a:xfrm>
            <a:off x="1006769" y="1374867"/>
            <a:ext cx="5571867" cy="5039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4638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error detection, correction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multiple access protocols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"/>
              <a:buChar char="▪"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LANs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addressing, 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Ethernet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638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VLANs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link virtualization: MPLS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746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data center networking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1438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6837" lvl="1" marL="6286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72"/>
          <p:cNvSpPr txBox="1"/>
          <p:nvPr>
            <p:ph idx="12" type="sldNum"/>
          </p:nvPr>
        </p:nvSpPr>
        <p:spPr>
          <a:xfrm>
            <a:off x="9219616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73"/>
          <p:cNvSpPr/>
          <p:nvPr/>
        </p:nvSpPr>
        <p:spPr>
          <a:xfrm rot="5400000">
            <a:off x="1384209" y="1352734"/>
            <a:ext cx="3296953" cy="5113490"/>
          </a:xfrm>
          <a:custGeom>
            <a:rect b="b" l="l" r="r" t="t"/>
            <a:pathLst>
              <a:path extrusionOk="0" h="10000" w="10281">
                <a:moveTo>
                  <a:pt x="3018" y="121"/>
                </a:moveTo>
                <a:cubicBezTo>
                  <a:pt x="2111" y="201"/>
                  <a:pt x="1047" y="-40"/>
                  <a:pt x="545" y="527"/>
                </a:cubicBezTo>
                <a:cubicBezTo>
                  <a:pt x="43" y="1094"/>
                  <a:pt x="40" y="2561"/>
                  <a:pt x="8" y="3524"/>
                </a:cubicBezTo>
                <a:cubicBezTo>
                  <a:pt x="-24" y="4487"/>
                  <a:pt x="32" y="5779"/>
                  <a:pt x="354" y="6305"/>
                </a:cubicBezTo>
                <a:cubicBezTo>
                  <a:pt x="677" y="6830"/>
                  <a:pt x="1127" y="6231"/>
                  <a:pt x="1947" y="6681"/>
                </a:cubicBezTo>
                <a:cubicBezTo>
                  <a:pt x="2769" y="7131"/>
                  <a:pt x="4247" y="8453"/>
                  <a:pt x="5285" y="9001"/>
                </a:cubicBezTo>
                <a:cubicBezTo>
                  <a:pt x="6321" y="9549"/>
                  <a:pt x="7408" y="10134"/>
                  <a:pt x="8172" y="9974"/>
                </a:cubicBezTo>
                <a:cubicBezTo>
                  <a:pt x="8934" y="9811"/>
                  <a:pt x="9531" y="9075"/>
                  <a:pt x="9864" y="8031"/>
                </a:cubicBezTo>
                <a:cubicBezTo>
                  <a:pt x="10197" y="6987"/>
                  <a:pt x="10171" y="4915"/>
                  <a:pt x="10169" y="3708"/>
                </a:cubicBezTo>
                <a:cubicBezTo>
                  <a:pt x="10167" y="2501"/>
                  <a:pt x="10574" y="1287"/>
                  <a:pt x="9852" y="791"/>
                </a:cubicBezTo>
                <a:cubicBezTo>
                  <a:pt x="9131" y="296"/>
                  <a:pt x="7123" y="162"/>
                  <a:pt x="5984" y="50"/>
                </a:cubicBezTo>
                <a:cubicBezTo>
                  <a:pt x="4845" y="-62"/>
                  <a:pt x="3924" y="42"/>
                  <a:pt x="3018" y="12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4" name="Google Shape;904;p73"/>
          <p:cNvCxnSpPr/>
          <p:nvPr/>
        </p:nvCxnSpPr>
        <p:spPr>
          <a:xfrm>
            <a:off x="3067442" y="3407180"/>
            <a:ext cx="0" cy="108858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5" name="Google Shape;905;p73"/>
          <p:cNvCxnSpPr/>
          <p:nvPr/>
        </p:nvCxnSpPr>
        <p:spPr>
          <a:xfrm rot="10800000">
            <a:off x="3199950" y="3358878"/>
            <a:ext cx="1259908" cy="12040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6" name="Google Shape;906;p73"/>
          <p:cNvCxnSpPr/>
          <p:nvPr/>
        </p:nvCxnSpPr>
        <p:spPr>
          <a:xfrm flipH="1" rot="10800000">
            <a:off x="3270548" y="2900589"/>
            <a:ext cx="837404" cy="31455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7" name="Google Shape;907;p73"/>
          <p:cNvCxnSpPr/>
          <p:nvPr/>
        </p:nvCxnSpPr>
        <p:spPr>
          <a:xfrm flipH="1" rot="10800000">
            <a:off x="3129352" y="2661431"/>
            <a:ext cx="458346" cy="56314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8" name="Google Shape;908;p73"/>
          <p:cNvCxnSpPr/>
          <p:nvPr/>
        </p:nvCxnSpPr>
        <p:spPr>
          <a:xfrm>
            <a:off x="2381009" y="2775708"/>
            <a:ext cx="589768" cy="47831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09" name="Google Shape;909;p73"/>
          <p:cNvGrpSpPr/>
          <p:nvPr/>
        </p:nvGrpSpPr>
        <p:grpSpPr>
          <a:xfrm>
            <a:off x="2778135" y="3090622"/>
            <a:ext cx="625610" cy="355986"/>
            <a:chOff x="3668110" y="2448910"/>
            <a:chExt cx="3794234" cy="2165130"/>
          </a:xfrm>
        </p:grpSpPr>
        <p:sp>
          <p:nvSpPr>
            <p:cNvPr id="910" name="Google Shape;910;p73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1" name="Google Shape;911;p73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2" name="Google Shape;912;p73"/>
            <p:cNvGrpSpPr/>
            <p:nvPr/>
          </p:nvGrpSpPr>
          <p:grpSpPr>
            <a:xfrm>
              <a:off x="3941376" y="2603243"/>
              <a:ext cx="3202061" cy="1066110"/>
              <a:chOff x="7939341" y="3037317"/>
              <a:chExt cx="897649" cy="353919"/>
            </a:xfrm>
          </p:grpSpPr>
          <p:sp>
            <p:nvSpPr>
              <p:cNvPr id="913" name="Google Shape;913;p73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4" name="Google Shape;914;p73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5" name="Google Shape;915;p73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6" name="Google Shape;916;p73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17" name="Google Shape;917;p73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Virtual LANs (VLANs): motivation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73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919" name="Google Shape;919;p73"/>
          <p:cNvCxnSpPr/>
          <p:nvPr/>
        </p:nvCxnSpPr>
        <p:spPr>
          <a:xfrm rot="10800000">
            <a:off x="1065709" y="4430966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0" name="Google Shape;920;p73"/>
          <p:cNvCxnSpPr/>
          <p:nvPr/>
        </p:nvCxnSpPr>
        <p:spPr>
          <a:xfrm flipH="1">
            <a:off x="1330724" y="4466310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1" name="Google Shape;921;p73"/>
          <p:cNvCxnSpPr/>
          <p:nvPr/>
        </p:nvCxnSpPr>
        <p:spPr>
          <a:xfrm>
            <a:off x="1617462" y="4487516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22" name="Google Shape;922;p73"/>
          <p:cNvGrpSpPr/>
          <p:nvPr/>
        </p:nvGrpSpPr>
        <p:grpSpPr>
          <a:xfrm>
            <a:off x="753990" y="4284879"/>
            <a:ext cx="388834" cy="356970"/>
            <a:chOff x="-44" y="1473"/>
            <a:chExt cx="981" cy="1105"/>
          </a:xfrm>
        </p:grpSpPr>
        <p:pic>
          <p:nvPicPr>
            <p:cNvPr descr="desktop_computer_stylized_medium" id="923" name="Google Shape;923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4" name="Google Shape;924;p7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5" name="Google Shape;925;p73"/>
          <p:cNvGrpSpPr/>
          <p:nvPr/>
        </p:nvGrpSpPr>
        <p:grpSpPr>
          <a:xfrm>
            <a:off x="1032038" y="4624177"/>
            <a:ext cx="388834" cy="356970"/>
            <a:chOff x="-44" y="1473"/>
            <a:chExt cx="981" cy="1105"/>
          </a:xfrm>
        </p:grpSpPr>
        <p:pic>
          <p:nvPicPr>
            <p:cNvPr descr="desktop_computer_stylized_medium" id="926" name="Google Shape;926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7" name="Google Shape;927;p7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28" name="Google Shape;928;p73"/>
          <p:cNvGrpSpPr/>
          <p:nvPr/>
        </p:nvGrpSpPr>
        <p:grpSpPr>
          <a:xfrm>
            <a:off x="1393719" y="4647740"/>
            <a:ext cx="388834" cy="356970"/>
            <a:chOff x="-44" y="1473"/>
            <a:chExt cx="981" cy="1105"/>
          </a:xfrm>
        </p:grpSpPr>
        <p:pic>
          <p:nvPicPr>
            <p:cNvPr descr="desktop_computer_stylized_medium" id="929" name="Google Shape;929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0" name="Google Shape;930;p7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31" name="Google Shape;931;p73"/>
          <p:cNvCxnSpPr/>
          <p:nvPr/>
        </p:nvCxnSpPr>
        <p:spPr>
          <a:xfrm>
            <a:off x="1767347" y="4435678"/>
            <a:ext cx="258498" cy="22619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2" name="Google Shape;932;p73"/>
          <p:cNvCxnSpPr/>
          <p:nvPr/>
        </p:nvCxnSpPr>
        <p:spPr>
          <a:xfrm flipH="1">
            <a:off x="1925922" y="4803252"/>
            <a:ext cx="82546" cy="21795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3" name="Google Shape;933;p73"/>
          <p:cNvCxnSpPr/>
          <p:nvPr/>
        </p:nvCxnSpPr>
        <p:spPr>
          <a:xfrm>
            <a:off x="2131694" y="4497705"/>
            <a:ext cx="1677" cy="22543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34" name="Google Shape;934;p73"/>
          <p:cNvGrpSpPr/>
          <p:nvPr/>
        </p:nvGrpSpPr>
        <p:grpSpPr>
          <a:xfrm>
            <a:off x="1670682" y="4924597"/>
            <a:ext cx="388834" cy="356970"/>
            <a:chOff x="-44" y="1473"/>
            <a:chExt cx="981" cy="1105"/>
          </a:xfrm>
        </p:grpSpPr>
        <p:pic>
          <p:nvPicPr>
            <p:cNvPr descr="desktop_computer_stylized_medium" id="935" name="Google Shape;935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6" name="Google Shape;936;p7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7" name="Google Shape;937;p73"/>
          <p:cNvGrpSpPr/>
          <p:nvPr/>
        </p:nvGrpSpPr>
        <p:grpSpPr>
          <a:xfrm>
            <a:off x="1920239" y="4247763"/>
            <a:ext cx="388834" cy="356970"/>
            <a:chOff x="-44" y="1473"/>
            <a:chExt cx="981" cy="1105"/>
          </a:xfrm>
        </p:grpSpPr>
        <p:pic>
          <p:nvPicPr>
            <p:cNvPr descr="desktop_computer_stylized_medium" id="938" name="Google Shape;938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9" name="Google Shape;939;p7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40" name="Google Shape;940;p73"/>
          <p:cNvCxnSpPr/>
          <p:nvPr/>
        </p:nvCxnSpPr>
        <p:spPr>
          <a:xfrm rot="10800000">
            <a:off x="3952637" y="4630068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1" name="Google Shape;941;p73"/>
          <p:cNvCxnSpPr/>
          <p:nvPr/>
        </p:nvCxnSpPr>
        <p:spPr>
          <a:xfrm flipH="1">
            <a:off x="4217652" y="4665411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2" name="Google Shape;942;p73"/>
          <p:cNvCxnSpPr/>
          <p:nvPr/>
        </p:nvCxnSpPr>
        <p:spPr>
          <a:xfrm>
            <a:off x="4504390" y="4686617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43" name="Google Shape;943;p73"/>
          <p:cNvGrpSpPr/>
          <p:nvPr/>
        </p:nvGrpSpPr>
        <p:grpSpPr>
          <a:xfrm>
            <a:off x="3741928" y="4492228"/>
            <a:ext cx="388834" cy="356970"/>
            <a:chOff x="-44" y="1473"/>
            <a:chExt cx="981" cy="1105"/>
          </a:xfrm>
        </p:grpSpPr>
        <p:pic>
          <p:nvPicPr>
            <p:cNvPr descr="desktop_computer_stylized_medium" id="944" name="Google Shape;944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5" name="Google Shape;945;p7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6" name="Google Shape;946;p73"/>
          <p:cNvGrpSpPr/>
          <p:nvPr/>
        </p:nvGrpSpPr>
        <p:grpSpPr>
          <a:xfrm>
            <a:off x="3918966" y="4823279"/>
            <a:ext cx="389920" cy="356970"/>
            <a:chOff x="-44" y="1473"/>
            <a:chExt cx="981" cy="1105"/>
          </a:xfrm>
        </p:grpSpPr>
        <p:pic>
          <p:nvPicPr>
            <p:cNvPr descr="desktop_computer_stylized_medium" id="947" name="Google Shape;947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8" name="Google Shape;948;p7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9" name="Google Shape;949;p73"/>
          <p:cNvGrpSpPr/>
          <p:nvPr/>
        </p:nvGrpSpPr>
        <p:grpSpPr>
          <a:xfrm>
            <a:off x="4280647" y="4845664"/>
            <a:ext cx="388834" cy="358148"/>
            <a:chOff x="-44" y="1473"/>
            <a:chExt cx="981" cy="1105"/>
          </a:xfrm>
        </p:grpSpPr>
        <p:pic>
          <p:nvPicPr>
            <p:cNvPr descr="desktop_computer_stylized_medium" id="950" name="Google Shape;950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1" name="Google Shape;951;p7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52" name="Google Shape;952;p73"/>
          <p:cNvCxnSpPr/>
          <p:nvPr/>
        </p:nvCxnSpPr>
        <p:spPr>
          <a:xfrm rot="10800000">
            <a:off x="3250998" y="4664234"/>
            <a:ext cx="414901" cy="23208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3" name="Google Shape;953;p73"/>
          <p:cNvCxnSpPr/>
          <p:nvPr/>
        </p:nvCxnSpPr>
        <p:spPr>
          <a:xfrm flipH="1">
            <a:off x="2933849" y="4630068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4" name="Google Shape;954;p73"/>
          <p:cNvCxnSpPr/>
          <p:nvPr/>
        </p:nvCxnSpPr>
        <p:spPr>
          <a:xfrm>
            <a:off x="3220586" y="4651274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55" name="Google Shape;955;p73"/>
          <p:cNvGrpSpPr/>
          <p:nvPr/>
        </p:nvGrpSpPr>
        <p:grpSpPr>
          <a:xfrm>
            <a:off x="3349835" y="4784402"/>
            <a:ext cx="389920" cy="356970"/>
            <a:chOff x="-44" y="1473"/>
            <a:chExt cx="981" cy="1105"/>
          </a:xfrm>
        </p:grpSpPr>
        <p:pic>
          <p:nvPicPr>
            <p:cNvPr descr="desktop_computer_stylized_medium" id="956" name="Google Shape;956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7" name="Google Shape;957;p7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8" name="Google Shape;958;p73"/>
          <p:cNvGrpSpPr/>
          <p:nvPr/>
        </p:nvGrpSpPr>
        <p:grpSpPr>
          <a:xfrm>
            <a:off x="2635163" y="4787936"/>
            <a:ext cx="389920" cy="358148"/>
            <a:chOff x="-44" y="1473"/>
            <a:chExt cx="981" cy="1105"/>
          </a:xfrm>
        </p:grpSpPr>
        <p:pic>
          <p:nvPicPr>
            <p:cNvPr descr="desktop_computer_stylized_medium" id="959" name="Google Shape;959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0" name="Google Shape;960;p7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1" name="Google Shape;961;p73"/>
          <p:cNvGrpSpPr/>
          <p:nvPr/>
        </p:nvGrpSpPr>
        <p:grpSpPr>
          <a:xfrm>
            <a:off x="2996844" y="4811498"/>
            <a:ext cx="389920" cy="356970"/>
            <a:chOff x="-44" y="1473"/>
            <a:chExt cx="981" cy="1105"/>
          </a:xfrm>
        </p:grpSpPr>
        <p:pic>
          <p:nvPicPr>
            <p:cNvPr descr="desktop_computer_stylized_medium" id="962" name="Google Shape;962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3" name="Google Shape;963;p7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64" name="Google Shape;964;p73"/>
          <p:cNvCxnSpPr/>
          <p:nvPr/>
        </p:nvCxnSpPr>
        <p:spPr>
          <a:xfrm rot="10800000">
            <a:off x="4510426" y="4534645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65" name="Google Shape;965;p73"/>
          <p:cNvGrpSpPr/>
          <p:nvPr/>
        </p:nvGrpSpPr>
        <p:grpSpPr>
          <a:xfrm>
            <a:off x="4622370" y="4306005"/>
            <a:ext cx="389920" cy="356970"/>
            <a:chOff x="-44" y="1487"/>
            <a:chExt cx="981" cy="1105"/>
          </a:xfrm>
        </p:grpSpPr>
        <p:pic>
          <p:nvPicPr>
            <p:cNvPr descr="desktop_computer_stylized_medium" id="966" name="Google Shape;966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87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7" name="Google Shape;967;p7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8" name="Google Shape;968;p73"/>
          <p:cNvGrpSpPr/>
          <p:nvPr/>
        </p:nvGrpSpPr>
        <p:grpSpPr>
          <a:xfrm>
            <a:off x="3580094" y="2469397"/>
            <a:ext cx="250896" cy="430014"/>
            <a:chOff x="4140" y="429"/>
            <a:chExt cx="1425" cy="2396"/>
          </a:xfrm>
        </p:grpSpPr>
        <p:sp>
          <p:nvSpPr>
            <p:cNvPr id="969" name="Google Shape;969;p7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73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7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7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73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4" name="Google Shape;974;p73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975" name="Google Shape;975;p73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6" name="Google Shape;976;p73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77" name="Google Shape;977;p73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8" name="Google Shape;978;p73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979" name="Google Shape;979;p73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0" name="Google Shape;980;p73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1" name="Google Shape;981;p73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73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3" name="Google Shape;983;p73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984" name="Google Shape;984;p73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5" name="Google Shape;985;p73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6" name="Google Shape;986;p7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87" name="Google Shape;987;p73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988" name="Google Shape;988;p73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9" name="Google Shape;989;p73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90" name="Google Shape;990;p73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7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7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73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7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73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73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73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73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73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73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1" name="Google Shape;1001;p73"/>
          <p:cNvGrpSpPr/>
          <p:nvPr/>
        </p:nvGrpSpPr>
        <p:grpSpPr>
          <a:xfrm>
            <a:off x="3993910" y="2847574"/>
            <a:ext cx="250895" cy="430013"/>
            <a:chOff x="4140" y="429"/>
            <a:chExt cx="1425" cy="2396"/>
          </a:xfrm>
        </p:grpSpPr>
        <p:sp>
          <p:nvSpPr>
            <p:cNvPr id="1002" name="Google Shape;1002;p7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73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7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7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73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07" name="Google Shape;1007;p73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1008" name="Google Shape;1008;p73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9" name="Google Shape;1009;p73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10" name="Google Shape;1010;p73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11" name="Google Shape;1011;p73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012" name="Google Shape;1012;p73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3" name="Google Shape;1013;p73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14" name="Google Shape;1014;p73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73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16" name="Google Shape;1016;p73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017" name="Google Shape;1017;p73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8" name="Google Shape;1018;p73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19" name="Google Shape;1019;p7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20" name="Google Shape;1020;p73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021" name="Google Shape;1021;p73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2" name="Google Shape;1022;p73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23" name="Google Shape;1023;p73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7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7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73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7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73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73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73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73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73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73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4" name="Google Shape;1034;p73"/>
          <p:cNvGrpSpPr/>
          <p:nvPr/>
        </p:nvGrpSpPr>
        <p:grpSpPr>
          <a:xfrm>
            <a:off x="1943156" y="2557294"/>
            <a:ext cx="612237" cy="328385"/>
            <a:chOff x="7493876" y="2774731"/>
            <a:chExt cx="1481958" cy="894622"/>
          </a:xfrm>
        </p:grpSpPr>
        <p:sp>
          <p:nvSpPr>
            <p:cNvPr id="1035" name="Google Shape;1035;p73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73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37" name="Google Shape;1037;p73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038" name="Google Shape;1038;p73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39" name="Google Shape;1039;p73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0" name="Google Shape;1040;p73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1" name="Google Shape;1041;p73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42" name="Google Shape;1042;p73"/>
          <p:cNvGrpSpPr/>
          <p:nvPr/>
        </p:nvGrpSpPr>
        <p:grpSpPr>
          <a:xfrm>
            <a:off x="1853790" y="4620776"/>
            <a:ext cx="455726" cy="262502"/>
            <a:chOff x="3668110" y="2448910"/>
            <a:chExt cx="3794234" cy="2165130"/>
          </a:xfrm>
        </p:grpSpPr>
        <p:sp>
          <p:nvSpPr>
            <p:cNvPr id="1043" name="Google Shape;1043;p73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4" name="Google Shape;1044;p73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45" name="Google Shape;1045;p73"/>
            <p:cNvGrpSpPr/>
            <p:nvPr/>
          </p:nvGrpSpPr>
          <p:grpSpPr>
            <a:xfrm>
              <a:off x="3941376" y="2603243"/>
              <a:ext cx="3202061" cy="1066110"/>
              <a:chOff x="7939341" y="3037317"/>
              <a:chExt cx="897649" cy="353919"/>
            </a:xfrm>
          </p:grpSpPr>
          <p:sp>
            <p:nvSpPr>
              <p:cNvPr id="1046" name="Google Shape;1046;p73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7" name="Google Shape;1047;p73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8" name="Google Shape;1048;p73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49" name="Google Shape;1049;p73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50" name="Google Shape;1050;p73"/>
          <p:cNvGrpSpPr/>
          <p:nvPr/>
        </p:nvGrpSpPr>
        <p:grpSpPr>
          <a:xfrm>
            <a:off x="2906147" y="4468033"/>
            <a:ext cx="455726" cy="262502"/>
            <a:chOff x="3668110" y="2448910"/>
            <a:chExt cx="3794234" cy="2165130"/>
          </a:xfrm>
        </p:grpSpPr>
        <p:sp>
          <p:nvSpPr>
            <p:cNvPr id="1051" name="Google Shape;1051;p73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2" name="Google Shape;1052;p73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53" name="Google Shape;1053;p73"/>
            <p:cNvGrpSpPr/>
            <p:nvPr/>
          </p:nvGrpSpPr>
          <p:grpSpPr>
            <a:xfrm>
              <a:off x="3941376" y="2603243"/>
              <a:ext cx="3202061" cy="1066110"/>
              <a:chOff x="7939341" y="3037317"/>
              <a:chExt cx="897649" cy="353919"/>
            </a:xfrm>
          </p:grpSpPr>
          <p:sp>
            <p:nvSpPr>
              <p:cNvPr id="1054" name="Google Shape;1054;p73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5" name="Google Shape;1055;p73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6" name="Google Shape;1056;p73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7" name="Google Shape;1057;p73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058" name="Google Shape;1058;p73"/>
          <p:cNvSpPr/>
          <p:nvPr/>
        </p:nvSpPr>
        <p:spPr>
          <a:xfrm>
            <a:off x="1023151" y="3962400"/>
            <a:ext cx="748665" cy="169545"/>
          </a:xfrm>
          <a:prstGeom prst="rect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73"/>
          <p:cNvSpPr txBox="1"/>
          <p:nvPr/>
        </p:nvSpPr>
        <p:spPr>
          <a:xfrm>
            <a:off x="979209" y="3735832"/>
            <a:ext cx="1068947" cy="512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0" name="Google Shape;1060;p73"/>
          <p:cNvGrpSpPr/>
          <p:nvPr/>
        </p:nvGrpSpPr>
        <p:grpSpPr>
          <a:xfrm>
            <a:off x="4561160" y="3962400"/>
            <a:ext cx="390965" cy="303481"/>
            <a:chOff x="3878580" y="5130446"/>
            <a:chExt cx="390965" cy="303481"/>
          </a:xfrm>
        </p:grpSpPr>
        <p:sp>
          <p:nvSpPr>
            <p:cNvPr id="1061" name="Google Shape;1061;p73"/>
            <p:cNvSpPr/>
            <p:nvPr/>
          </p:nvSpPr>
          <p:spPr>
            <a:xfrm>
              <a:off x="3878580" y="5172075"/>
              <a:ext cx="356235" cy="169545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73"/>
            <p:cNvSpPr txBox="1"/>
            <p:nvPr/>
          </p:nvSpPr>
          <p:spPr>
            <a:xfrm>
              <a:off x="3882901" y="5130446"/>
              <a:ext cx="386644" cy="303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3" name="Google Shape;1063;p73"/>
          <p:cNvGrpSpPr/>
          <p:nvPr/>
        </p:nvGrpSpPr>
        <p:grpSpPr>
          <a:xfrm>
            <a:off x="4226162" y="4486689"/>
            <a:ext cx="455726" cy="262502"/>
            <a:chOff x="3668110" y="2448910"/>
            <a:chExt cx="3794234" cy="2165130"/>
          </a:xfrm>
        </p:grpSpPr>
        <p:sp>
          <p:nvSpPr>
            <p:cNvPr id="1064" name="Google Shape;1064;p73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73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66" name="Google Shape;1066;p73"/>
            <p:cNvGrpSpPr/>
            <p:nvPr/>
          </p:nvGrpSpPr>
          <p:grpSpPr>
            <a:xfrm>
              <a:off x="3941376" y="2603243"/>
              <a:ext cx="3202061" cy="1066110"/>
              <a:chOff x="7939341" y="3037317"/>
              <a:chExt cx="897649" cy="353919"/>
            </a:xfrm>
          </p:grpSpPr>
          <p:sp>
            <p:nvSpPr>
              <p:cNvPr id="1067" name="Google Shape;1067;p73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8" name="Google Shape;1068;p73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9" name="Google Shape;1069;p73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0" name="Google Shape;1070;p73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71" name="Google Shape;1071;p73"/>
          <p:cNvGrpSpPr/>
          <p:nvPr/>
        </p:nvGrpSpPr>
        <p:grpSpPr>
          <a:xfrm>
            <a:off x="1377841" y="4315992"/>
            <a:ext cx="446640" cy="251686"/>
            <a:chOff x="3668110" y="2448910"/>
            <a:chExt cx="3794234" cy="2165130"/>
          </a:xfrm>
        </p:grpSpPr>
        <p:sp>
          <p:nvSpPr>
            <p:cNvPr id="1072" name="Google Shape;1072;p73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73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74" name="Google Shape;1074;p73"/>
            <p:cNvGrpSpPr/>
            <p:nvPr/>
          </p:nvGrpSpPr>
          <p:grpSpPr>
            <a:xfrm>
              <a:off x="3941376" y="2603243"/>
              <a:ext cx="3202061" cy="1066110"/>
              <a:chOff x="7939341" y="3037317"/>
              <a:chExt cx="897649" cy="353919"/>
            </a:xfrm>
          </p:grpSpPr>
          <p:sp>
            <p:nvSpPr>
              <p:cNvPr id="1075" name="Google Shape;1075;p73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6" name="Google Shape;1076;p73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7" name="Google Shape;1077;p73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8" name="Google Shape;1078;p73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079" name="Google Shape;1079;p73"/>
          <p:cNvCxnSpPr/>
          <p:nvPr/>
        </p:nvCxnSpPr>
        <p:spPr>
          <a:xfrm flipH="1">
            <a:off x="1724471" y="3455082"/>
            <a:ext cx="1147604" cy="8591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0" name="Google Shape;1080;p73"/>
          <p:cNvCxnSpPr/>
          <p:nvPr/>
        </p:nvCxnSpPr>
        <p:spPr>
          <a:xfrm>
            <a:off x="4677507" y="4700953"/>
            <a:ext cx="223945" cy="794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81" name="Google Shape;1081;p73"/>
          <p:cNvGrpSpPr/>
          <p:nvPr/>
        </p:nvGrpSpPr>
        <p:grpSpPr>
          <a:xfrm>
            <a:off x="4647799" y="4698334"/>
            <a:ext cx="388834" cy="356970"/>
            <a:chOff x="-44" y="1473"/>
            <a:chExt cx="981" cy="1105"/>
          </a:xfrm>
        </p:grpSpPr>
        <p:pic>
          <p:nvPicPr>
            <p:cNvPr descr="desktop_computer_stylized_medium" id="1082" name="Google Shape;1082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3" name="Google Shape;1083;p7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4" name="Google Shape;1084;p73"/>
          <p:cNvSpPr txBox="1"/>
          <p:nvPr/>
        </p:nvSpPr>
        <p:spPr>
          <a:xfrm>
            <a:off x="6130344" y="1365249"/>
            <a:ext cx="5589431" cy="50484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85" name="Google Shape;1085;p73"/>
          <p:cNvSpPr txBox="1"/>
          <p:nvPr/>
        </p:nvSpPr>
        <p:spPr>
          <a:xfrm>
            <a:off x="785611" y="1262130"/>
            <a:ext cx="105212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happens as LAN sizes scale, users change point of attachment?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73"/>
          <p:cNvSpPr txBox="1"/>
          <p:nvPr/>
        </p:nvSpPr>
        <p:spPr>
          <a:xfrm>
            <a:off x="6001555" y="1957589"/>
            <a:ext cx="5782614" cy="25886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single broadcast domain: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187" lvl="1" marL="5762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Noto Sans"/>
              <a:buChar char="▪"/>
            </a:pPr>
            <a:r>
              <a:rPr b="0" i="1" lang="en-US" sz="26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scaling: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layer-2 broadcast traffic (ARP, DHCP, unknown MAC) must cross entire LAN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187" lvl="1" marL="5762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Noto Sans"/>
              <a:buChar char="▪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efficiency, security, privacy issues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73"/>
          <p:cNvSpPr txBox="1"/>
          <p:nvPr/>
        </p:nvSpPr>
        <p:spPr>
          <a:xfrm>
            <a:off x="213050" y="124675"/>
            <a:ext cx="37371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 IN SYLLABUS</a:t>
            </a:r>
            <a:endParaRPr b="1" sz="31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74"/>
          <p:cNvSpPr/>
          <p:nvPr/>
        </p:nvSpPr>
        <p:spPr>
          <a:xfrm rot="5400000">
            <a:off x="1384209" y="1345534"/>
            <a:ext cx="3296953" cy="5113490"/>
          </a:xfrm>
          <a:custGeom>
            <a:rect b="b" l="l" r="r" t="t"/>
            <a:pathLst>
              <a:path extrusionOk="0" h="10000" w="10281">
                <a:moveTo>
                  <a:pt x="3018" y="121"/>
                </a:moveTo>
                <a:cubicBezTo>
                  <a:pt x="2111" y="201"/>
                  <a:pt x="1047" y="-40"/>
                  <a:pt x="545" y="527"/>
                </a:cubicBezTo>
                <a:cubicBezTo>
                  <a:pt x="43" y="1094"/>
                  <a:pt x="40" y="2561"/>
                  <a:pt x="8" y="3524"/>
                </a:cubicBezTo>
                <a:cubicBezTo>
                  <a:pt x="-24" y="4487"/>
                  <a:pt x="32" y="5779"/>
                  <a:pt x="354" y="6305"/>
                </a:cubicBezTo>
                <a:cubicBezTo>
                  <a:pt x="677" y="6830"/>
                  <a:pt x="1127" y="6231"/>
                  <a:pt x="1947" y="6681"/>
                </a:cubicBezTo>
                <a:cubicBezTo>
                  <a:pt x="2769" y="7131"/>
                  <a:pt x="4247" y="8453"/>
                  <a:pt x="5285" y="9001"/>
                </a:cubicBezTo>
                <a:cubicBezTo>
                  <a:pt x="6321" y="9549"/>
                  <a:pt x="7408" y="10134"/>
                  <a:pt x="8172" y="9974"/>
                </a:cubicBezTo>
                <a:cubicBezTo>
                  <a:pt x="8934" y="9811"/>
                  <a:pt x="9531" y="9075"/>
                  <a:pt x="9864" y="8031"/>
                </a:cubicBezTo>
                <a:cubicBezTo>
                  <a:pt x="10197" y="6987"/>
                  <a:pt x="10171" y="4915"/>
                  <a:pt x="10169" y="3708"/>
                </a:cubicBezTo>
                <a:cubicBezTo>
                  <a:pt x="10167" y="2501"/>
                  <a:pt x="10574" y="1287"/>
                  <a:pt x="9852" y="791"/>
                </a:cubicBezTo>
                <a:cubicBezTo>
                  <a:pt x="9131" y="296"/>
                  <a:pt x="7123" y="162"/>
                  <a:pt x="5984" y="50"/>
                </a:cubicBezTo>
                <a:cubicBezTo>
                  <a:pt x="4845" y="-62"/>
                  <a:pt x="3924" y="42"/>
                  <a:pt x="3018" y="121"/>
                </a:cubicBezTo>
                <a:close/>
              </a:path>
            </a:pathLst>
          </a:cu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4" name="Google Shape;1094;p74"/>
          <p:cNvCxnSpPr/>
          <p:nvPr/>
        </p:nvCxnSpPr>
        <p:spPr>
          <a:xfrm>
            <a:off x="3067442" y="3407180"/>
            <a:ext cx="0" cy="108858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5" name="Google Shape;1095;p74"/>
          <p:cNvCxnSpPr/>
          <p:nvPr/>
        </p:nvCxnSpPr>
        <p:spPr>
          <a:xfrm rot="10800000">
            <a:off x="3199950" y="3358878"/>
            <a:ext cx="1259908" cy="12040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6" name="Google Shape;1096;p74"/>
          <p:cNvCxnSpPr/>
          <p:nvPr/>
        </p:nvCxnSpPr>
        <p:spPr>
          <a:xfrm flipH="1" rot="10800000">
            <a:off x="3270548" y="2900589"/>
            <a:ext cx="837404" cy="31455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7" name="Google Shape;1097;p74"/>
          <p:cNvCxnSpPr/>
          <p:nvPr/>
        </p:nvCxnSpPr>
        <p:spPr>
          <a:xfrm flipH="1" rot="10800000">
            <a:off x="3129352" y="2661431"/>
            <a:ext cx="458346" cy="56314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8" name="Google Shape;1098;p74"/>
          <p:cNvCxnSpPr/>
          <p:nvPr/>
        </p:nvCxnSpPr>
        <p:spPr>
          <a:xfrm>
            <a:off x="2381009" y="2775708"/>
            <a:ext cx="589768" cy="47831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099" name="Google Shape;1099;p74"/>
          <p:cNvGrpSpPr/>
          <p:nvPr/>
        </p:nvGrpSpPr>
        <p:grpSpPr>
          <a:xfrm>
            <a:off x="2778135" y="3090622"/>
            <a:ext cx="625610" cy="355986"/>
            <a:chOff x="3668110" y="2448910"/>
            <a:chExt cx="3794234" cy="2165130"/>
          </a:xfrm>
        </p:grpSpPr>
        <p:sp>
          <p:nvSpPr>
            <p:cNvPr id="1100" name="Google Shape;1100;p7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7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02" name="Google Shape;1102;p74"/>
            <p:cNvGrpSpPr/>
            <p:nvPr/>
          </p:nvGrpSpPr>
          <p:grpSpPr>
            <a:xfrm>
              <a:off x="3941376" y="2603243"/>
              <a:ext cx="3202061" cy="1066110"/>
              <a:chOff x="7939341" y="3037317"/>
              <a:chExt cx="897649" cy="353919"/>
            </a:xfrm>
          </p:grpSpPr>
          <p:sp>
            <p:nvSpPr>
              <p:cNvPr id="1103" name="Google Shape;1103;p7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4" name="Google Shape;1104;p7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5" name="Google Shape;1105;p7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6" name="Google Shape;1106;p7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07" name="Google Shape;1107;p74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Virtual LANs (VLANs): motivation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74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9" name="Google Shape;1109;p74"/>
          <p:cNvSpPr txBox="1"/>
          <p:nvPr/>
        </p:nvSpPr>
        <p:spPr>
          <a:xfrm>
            <a:off x="6284890" y="4378817"/>
            <a:ext cx="5589431" cy="23246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administrative issues: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2575" lvl="0" marL="3460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"/>
              <a:buChar char="▪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CS user moves office to EE - </a:t>
            </a:r>
            <a:r>
              <a:rPr b="0" i="1" lang="en-US" sz="26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physically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attached to EE switch, but wants to remain</a:t>
            </a:r>
            <a:r>
              <a:rPr b="0" i="1" lang="en-US" sz="26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 logically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attached to CS switch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017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110" name="Google Shape;1110;p74"/>
          <p:cNvCxnSpPr/>
          <p:nvPr/>
        </p:nvCxnSpPr>
        <p:spPr>
          <a:xfrm rot="10800000">
            <a:off x="1065709" y="4430966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1" name="Google Shape;1111;p74"/>
          <p:cNvCxnSpPr/>
          <p:nvPr/>
        </p:nvCxnSpPr>
        <p:spPr>
          <a:xfrm flipH="1">
            <a:off x="1330724" y="4466310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2" name="Google Shape;1112;p74"/>
          <p:cNvCxnSpPr/>
          <p:nvPr/>
        </p:nvCxnSpPr>
        <p:spPr>
          <a:xfrm>
            <a:off x="1617462" y="4487516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13" name="Google Shape;1113;p74"/>
          <p:cNvGrpSpPr/>
          <p:nvPr/>
        </p:nvGrpSpPr>
        <p:grpSpPr>
          <a:xfrm>
            <a:off x="753990" y="4284879"/>
            <a:ext cx="388834" cy="356970"/>
            <a:chOff x="-44" y="1473"/>
            <a:chExt cx="981" cy="1105"/>
          </a:xfrm>
        </p:grpSpPr>
        <p:pic>
          <p:nvPicPr>
            <p:cNvPr descr="desktop_computer_stylized_medium" id="1114" name="Google Shape;1114;p7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5" name="Google Shape;1115;p7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6" name="Google Shape;1116;p74"/>
          <p:cNvGrpSpPr/>
          <p:nvPr/>
        </p:nvGrpSpPr>
        <p:grpSpPr>
          <a:xfrm>
            <a:off x="1032038" y="4624177"/>
            <a:ext cx="388834" cy="356970"/>
            <a:chOff x="-44" y="1473"/>
            <a:chExt cx="981" cy="1105"/>
          </a:xfrm>
        </p:grpSpPr>
        <p:pic>
          <p:nvPicPr>
            <p:cNvPr descr="desktop_computer_stylized_medium" id="1117" name="Google Shape;1117;p7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8" name="Google Shape;1118;p7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9" name="Google Shape;1119;p74"/>
          <p:cNvGrpSpPr/>
          <p:nvPr/>
        </p:nvGrpSpPr>
        <p:grpSpPr>
          <a:xfrm>
            <a:off x="1393719" y="4647740"/>
            <a:ext cx="388834" cy="356970"/>
            <a:chOff x="-44" y="1473"/>
            <a:chExt cx="981" cy="1105"/>
          </a:xfrm>
        </p:grpSpPr>
        <p:pic>
          <p:nvPicPr>
            <p:cNvPr descr="desktop_computer_stylized_medium" id="1120" name="Google Shape;1120;p7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1" name="Google Shape;1121;p7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22" name="Google Shape;1122;p74"/>
          <p:cNvCxnSpPr/>
          <p:nvPr/>
        </p:nvCxnSpPr>
        <p:spPr>
          <a:xfrm>
            <a:off x="1767347" y="4435678"/>
            <a:ext cx="258498" cy="22619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3" name="Google Shape;1123;p74"/>
          <p:cNvCxnSpPr/>
          <p:nvPr/>
        </p:nvCxnSpPr>
        <p:spPr>
          <a:xfrm flipH="1">
            <a:off x="1925922" y="4803252"/>
            <a:ext cx="82546" cy="21795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4" name="Google Shape;1124;p74"/>
          <p:cNvCxnSpPr/>
          <p:nvPr/>
        </p:nvCxnSpPr>
        <p:spPr>
          <a:xfrm>
            <a:off x="2202884" y="4811498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5" name="Google Shape;1125;p74"/>
          <p:cNvCxnSpPr/>
          <p:nvPr/>
        </p:nvCxnSpPr>
        <p:spPr>
          <a:xfrm>
            <a:off x="2131694" y="4497705"/>
            <a:ext cx="1677" cy="225434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26" name="Google Shape;1126;p74"/>
          <p:cNvGrpSpPr/>
          <p:nvPr/>
        </p:nvGrpSpPr>
        <p:grpSpPr>
          <a:xfrm>
            <a:off x="1670682" y="4924597"/>
            <a:ext cx="388834" cy="356970"/>
            <a:chOff x="-44" y="1473"/>
            <a:chExt cx="981" cy="1105"/>
          </a:xfrm>
        </p:grpSpPr>
        <p:pic>
          <p:nvPicPr>
            <p:cNvPr descr="desktop_computer_stylized_medium" id="1127" name="Google Shape;1127;p7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8" name="Google Shape;1128;p7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9" name="Google Shape;1129;p74"/>
          <p:cNvGrpSpPr/>
          <p:nvPr/>
        </p:nvGrpSpPr>
        <p:grpSpPr>
          <a:xfrm>
            <a:off x="1920239" y="4247763"/>
            <a:ext cx="388834" cy="356970"/>
            <a:chOff x="-44" y="1473"/>
            <a:chExt cx="981" cy="1105"/>
          </a:xfrm>
        </p:grpSpPr>
        <p:pic>
          <p:nvPicPr>
            <p:cNvPr descr="desktop_computer_stylized_medium" id="1130" name="Google Shape;1130;p7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1" name="Google Shape;1131;p7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32" name="Google Shape;1132;p74"/>
          <p:cNvCxnSpPr/>
          <p:nvPr/>
        </p:nvCxnSpPr>
        <p:spPr>
          <a:xfrm rot="10800000">
            <a:off x="3952637" y="4630068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3" name="Google Shape;1133;p74"/>
          <p:cNvCxnSpPr/>
          <p:nvPr/>
        </p:nvCxnSpPr>
        <p:spPr>
          <a:xfrm flipH="1">
            <a:off x="4217652" y="4665411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4" name="Google Shape;1134;p74"/>
          <p:cNvCxnSpPr/>
          <p:nvPr/>
        </p:nvCxnSpPr>
        <p:spPr>
          <a:xfrm>
            <a:off x="4504390" y="4686617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35" name="Google Shape;1135;p74"/>
          <p:cNvGrpSpPr/>
          <p:nvPr/>
        </p:nvGrpSpPr>
        <p:grpSpPr>
          <a:xfrm>
            <a:off x="3741928" y="4492228"/>
            <a:ext cx="388834" cy="356970"/>
            <a:chOff x="-44" y="1473"/>
            <a:chExt cx="981" cy="1105"/>
          </a:xfrm>
        </p:grpSpPr>
        <p:pic>
          <p:nvPicPr>
            <p:cNvPr descr="desktop_computer_stylized_medium" id="1136" name="Google Shape;1136;p7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7" name="Google Shape;1137;p7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38" name="Google Shape;1138;p74"/>
          <p:cNvGrpSpPr/>
          <p:nvPr/>
        </p:nvGrpSpPr>
        <p:grpSpPr>
          <a:xfrm>
            <a:off x="3918966" y="4823279"/>
            <a:ext cx="389920" cy="356970"/>
            <a:chOff x="-44" y="1473"/>
            <a:chExt cx="981" cy="1105"/>
          </a:xfrm>
        </p:grpSpPr>
        <p:pic>
          <p:nvPicPr>
            <p:cNvPr descr="desktop_computer_stylized_medium" id="1139" name="Google Shape;1139;p7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0" name="Google Shape;1140;p7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1" name="Google Shape;1141;p74"/>
          <p:cNvGrpSpPr/>
          <p:nvPr/>
        </p:nvGrpSpPr>
        <p:grpSpPr>
          <a:xfrm>
            <a:off x="4280647" y="4845664"/>
            <a:ext cx="388834" cy="358148"/>
            <a:chOff x="-44" y="1473"/>
            <a:chExt cx="981" cy="1105"/>
          </a:xfrm>
        </p:grpSpPr>
        <p:pic>
          <p:nvPicPr>
            <p:cNvPr descr="desktop_computer_stylized_medium" id="1142" name="Google Shape;1142;p7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3" name="Google Shape;1143;p7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44" name="Google Shape;1144;p74"/>
          <p:cNvCxnSpPr/>
          <p:nvPr/>
        </p:nvCxnSpPr>
        <p:spPr>
          <a:xfrm rot="10800000">
            <a:off x="3250998" y="4664234"/>
            <a:ext cx="414901" cy="232089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5" name="Google Shape;1145;p74"/>
          <p:cNvCxnSpPr/>
          <p:nvPr/>
        </p:nvCxnSpPr>
        <p:spPr>
          <a:xfrm flipH="1">
            <a:off x="2933849" y="4630068"/>
            <a:ext cx="185728" cy="2332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6" name="Google Shape;1146;p74"/>
          <p:cNvCxnSpPr/>
          <p:nvPr/>
        </p:nvCxnSpPr>
        <p:spPr>
          <a:xfrm>
            <a:off x="3220586" y="4651274"/>
            <a:ext cx="49962" cy="21913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47" name="Google Shape;1147;p74"/>
          <p:cNvGrpSpPr/>
          <p:nvPr/>
        </p:nvGrpSpPr>
        <p:grpSpPr>
          <a:xfrm>
            <a:off x="3349835" y="4784402"/>
            <a:ext cx="389920" cy="356970"/>
            <a:chOff x="-44" y="1473"/>
            <a:chExt cx="981" cy="1105"/>
          </a:xfrm>
        </p:grpSpPr>
        <p:pic>
          <p:nvPicPr>
            <p:cNvPr descr="desktop_computer_stylized_medium" id="1148" name="Google Shape;1148;p7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9" name="Google Shape;1149;p7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0" name="Google Shape;1150;p74"/>
          <p:cNvGrpSpPr/>
          <p:nvPr/>
        </p:nvGrpSpPr>
        <p:grpSpPr>
          <a:xfrm>
            <a:off x="2635163" y="4787936"/>
            <a:ext cx="389920" cy="358148"/>
            <a:chOff x="-44" y="1473"/>
            <a:chExt cx="981" cy="1105"/>
          </a:xfrm>
        </p:grpSpPr>
        <p:pic>
          <p:nvPicPr>
            <p:cNvPr descr="desktop_computer_stylized_medium" id="1151" name="Google Shape;1151;p7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2" name="Google Shape;1152;p7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3" name="Google Shape;1153;p74"/>
          <p:cNvGrpSpPr/>
          <p:nvPr/>
        </p:nvGrpSpPr>
        <p:grpSpPr>
          <a:xfrm>
            <a:off x="2996844" y="4811498"/>
            <a:ext cx="389920" cy="356970"/>
            <a:chOff x="-44" y="1473"/>
            <a:chExt cx="981" cy="1105"/>
          </a:xfrm>
        </p:grpSpPr>
        <p:pic>
          <p:nvPicPr>
            <p:cNvPr descr="desktop_computer_stylized_medium" id="1154" name="Google Shape;1154;p7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5" name="Google Shape;1155;p7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56" name="Google Shape;1156;p74"/>
          <p:cNvCxnSpPr/>
          <p:nvPr/>
        </p:nvCxnSpPr>
        <p:spPr>
          <a:xfrm rot="10800000">
            <a:off x="4510426" y="4534645"/>
            <a:ext cx="38014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57" name="Google Shape;1157;p74"/>
          <p:cNvGrpSpPr/>
          <p:nvPr/>
        </p:nvGrpSpPr>
        <p:grpSpPr>
          <a:xfrm>
            <a:off x="4622370" y="4306005"/>
            <a:ext cx="389920" cy="356970"/>
            <a:chOff x="-44" y="1487"/>
            <a:chExt cx="981" cy="1105"/>
          </a:xfrm>
        </p:grpSpPr>
        <p:pic>
          <p:nvPicPr>
            <p:cNvPr descr="desktop_computer_stylized_medium" id="1158" name="Google Shape;1158;p7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87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9" name="Google Shape;1159;p7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0" name="Google Shape;1160;p74"/>
          <p:cNvGrpSpPr/>
          <p:nvPr/>
        </p:nvGrpSpPr>
        <p:grpSpPr>
          <a:xfrm>
            <a:off x="3580094" y="2469397"/>
            <a:ext cx="250896" cy="430014"/>
            <a:chOff x="4140" y="429"/>
            <a:chExt cx="1425" cy="2396"/>
          </a:xfrm>
        </p:grpSpPr>
        <p:sp>
          <p:nvSpPr>
            <p:cNvPr id="1161" name="Google Shape;1161;p7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74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7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7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74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66" name="Google Shape;1166;p74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1167" name="Google Shape;1167;p74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8" name="Google Shape;1168;p74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69" name="Google Shape;1169;p74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70" name="Google Shape;1170;p74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171" name="Google Shape;1171;p74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2" name="Google Shape;1172;p74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73" name="Google Shape;1173;p74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74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75" name="Google Shape;1175;p74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176" name="Google Shape;1176;p74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7" name="Google Shape;1177;p74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78" name="Google Shape;1178;p7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79" name="Google Shape;1179;p74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180" name="Google Shape;1180;p74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1" name="Google Shape;1181;p74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82" name="Google Shape;1182;p74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7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7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74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7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74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74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74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74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74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74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93" name="Google Shape;1193;p74"/>
          <p:cNvGrpSpPr/>
          <p:nvPr/>
        </p:nvGrpSpPr>
        <p:grpSpPr>
          <a:xfrm>
            <a:off x="3993910" y="2847574"/>
            <a:ext cx="250895" cy="430013"/>
            <a:chOff x="4140" y="429"/>
            <a:chExt cx="1425" cy="2396"/>
          </a:xfrm>
        </p:grpSpPr>
        <p:sp>
          <p:nvSpPr>
            <p:cNvPr id="1194" name="Google Shape;1194;p7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74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7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7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74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99" name="Google Shape;1199;p74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1200" name="Google Shape;1200;p74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1" name="Google Shape;1201;p74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02" name="Google Shape;1202;p74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03" name="Google Shape;1203;p74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204" name="Google Shape;1204;p74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5" name="Google Shape;1205;p74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06" name="Google Shape;1206;p74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74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08" name="Google Shape;1208;p74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209" name="Google Shape;1209;p74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0" name="Google Shape;1210;p74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11" name="Google Shape;1211;p7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12" name="Google Shape;1212;p74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213" name="Google Shape;1213;p74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4" name="Google Shape;1214;p74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15" name="Google Shape;1215;p74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7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7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74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7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74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74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74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74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74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74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6" name="Google Shape;1226;p74"/>
          <p:cNvGrpSpPr/>
          <p:nvPr/>
        </p:nvGrpSpPr>
        <p:grpSpPr>
          <a:xfrm>
            <a:off x="1943156" y="2557294"/>
            <a:ext cx="612237" cy="328385"/>
            <a:chOff x="7493876" y="2774731"/>
            <a:chExt cx="1481958" cy="894622"/>
          </a:xfrm>
        </p:grpSpPr>
        <p:sp>
          <p:nvSpPr>
            <p:cNvPr id="1227" name="Google Shape;1227;p7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7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29" name="Google Shape;1229;p7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1230" name="Google Shape;1230;p7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1" name="Google Shape;1231;p7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2" name="Google Shape;1232;p7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3" name="Google Shape;1233;p7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34" name="Google Shape;1234;p74"/>
          <p:cNvGrpSpPr/>
          <p:nvPr/>
        </p:nvGrpSpPr>
        <p:grpSpPr>
          <a:xfrm>
            <a:off x="1853790" y="4620776"/>
            <a:ext cx="455726" cy="262502"/>
            <a:chOff x="3668110" y="2448910"/>
            <a:chExt cx="3794234" cy="2165130"/>
          </a:xfrm>
        </p:grpSpPr>
        <p:sp>
          <p:nvSpPr>
            <p:cNvPr id="1235" name="Google Shape;1235;p7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6" name="Google Shape;1236;p7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37" name="Google Shape;1237;p74"/>
            <p:cNvGrpSpPr/>
            <p:nvPr/>
          </p:nvGrpSpPr>
          <p:grpSpPr>
            <a:xfrm>
              <a:off x="3941376" y="2603243"/>
              <a:ext cx="3202061" cy="1066110"/>
              <a:chOff x="7939341" y="3037317"/>
              <a:chExt cx="897649" cy="353919"/>
            </a:xfrm>
          </p:grpSpPr>
          <p:sp>
            <p:nvSpPr>
              <p:cNvPr id="1238" name="Google Shape;1238;p7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9" name="Google Shape;1239;p7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0" name="Google Shape;1240;p7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1" name="Google Shape;1241;p7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42" name="Google Shape;1242;p74"/>
          <p:cNvGrpSpPr/>
          <p:nvPr/>
        </p:nvGrpSpPr>
        <p:grpSpPr>
          <a:xfrm>
            <a:off x="2906147" y="4468033"/>
            <a:ext cx="455726" cy="262502"/>
            <a:chOff x="3668110" y="2448910"/>
            <a:chExt cx="3794234" cy="2165130"/>
          </a:xfrm>
        </p:grpSpPr>
        <p:sp>
          <p:nvSpPr>
            <p:cNvPr id="1243" name="Google Shape;1243;p7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4" name="Google Shape;1244;p7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45" name="Google Shape;1245;p74"/>
            <p:cNvGrpSpPr/>
            <p:nvPr/>
          </p:nvGrpSpPr>
          <p:grpSpPr>
            <a:xfrm>
              <a:off x="3941376" y="2603243"/>
              <a:ext cx="3202061" cy="1066110"/>
              <a:chOff x="7939341" y="3037317"/>
              <a:chExt cx="897649" cy="353919"/>
            </a:xfrm>
          </p:grpSpPr>
          <p:sp>
            <p:nvSpPr>
              <p:cNvPr id="1246" name="Google Shape;1246;p7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7" name="Google Shape;1247;p7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8" name="Google Shape;1248;p7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9" name="Google Shape;1249;p7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50" name="Google Shape;1250;p74"/>
          <p:cNvSpPr/>
          <p:nvPr/>
        </p:nvSpPr>
        <p:spPr>
          <a:xfrm>
            <a:off x="3789045" y="4034790"/>
            <a:ext cx="1415415" cy="1343025"/>
          </a:xfrm>
          <a:prstGeom prst="ellipse">
            <a:avLst/>
          </a:prstGeom>
          <a:noFill/>
          <a:ln cap="flat" cmpd="sng" w="19050">
            <a:solidFill>
              <a:srgbClr val="0000A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74"/>
          <p:cNvSpPr/>
          <p:nvPr/>
        </p:nvSpPr>
        <p:spPr>
          <a:xfrm rot="1109789">
            <a:off x="775631" y="4032587"/>
            <a:ext cx="1945861" cy="1335721"/>
          </a:xfrm>
          <a:prstGeom prst="ellipse">
            <a:avLst/>
          </a:prstGeom>
          <a:noFill/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74"/>
          <p:cNvSpPr/>
          <p:nvPr/>
        </p:nvSpPr>
        <p:spPr>
          <a:xfrm>
            <a:off x="1023151" y="3962400"/>
            <a:ext cx="748665" cy="169545"/>
          </a:xfrm>
          <a:prstGeom prst="rect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74"/>
          <p:cNvSpPr txBox="1"/>
          <p:nvPr/>
        </p:nvSpPr>
        <p:spPr>
          <a:xfrm>
            <a:off x="979209" y="3735832"/>
            <a:ext cx="1068947" cy="512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Computer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54" name="Google Shape;1254;p74"/>
          <p:cNvGrpSpPr/>
          <p:nvPr/>
        </p:nvGrpSpPr>
        <p:grpSpPr>
          <a:xfrm>
            <a:off x="4561160" y="3962400"/>
            <a:ext cx="390965" cy="303481"/>
            <a:chOff x="3878580" y="5130446"/>
            <a:chExt cx="390965" cy="303481"/>
          </a:xfrm>
        </p:grpSpPr>
        <p:sp>
          <p:nvSpPr>
            <p:cNvPr id="1255" name="Google Shape;1255;p74"/>
            <p:cNvSpPr/>
            <p:nvPr/>
          </p:nvSpPr>
          <p:spPr>
            <a:xfrm>
              <a:off x="3878580" y="5172075"/>
              <a:ext cx="356235" cy="169545"/>
            </a:xfrm>
            <a:prstGeom prst="rect">
              <a:avLst/>
            </a:prstGeom>
            <a:solidFill>
              <a:srgbClr val="9CE0FA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6" name="Google Shape;1256;p74"/>
            <p:cNvSpPr txBox="1"/>
            <p:nvPr/>
          </p:nvSpPr>
          <p:spPr>
            <a:xfrm>
              <a:off x="3882901" y="5130446"/>
              <a:ext cx="386644" cy="30348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7" name="Google Shape;1257;p74"/>
          <p:cNvGrpSpPr/>
          <p:nvPr/>
        </p:nvGrpSpPr>
        <p:grpSpPr>
          <a:xfrm>
            <a:off x="4226162" y="4486689"/>
            <a:ext cx="455726" cy="262502"/>
            <a:chOff x="3668110" y="2448910"/>
            <a:chExt cx="3794234" cy="2165130"/>
          </a:xfrm>
        </p:grpSpPr>
        <p:sp>
          <p:nvSpPr>
            <p:cNvPr id="1258" name="Google Shape;1258;p7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9" name="Google Shape;1259;p7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60" name="Google Shape;1260;p74"/>
            <p:cNvGrpSpPr/>
            <p:nvPr/>
          </p:nvGrpSpPr>
          <p:grpSpPr>
            <a:xfrm>
              <a:off x="3941376" y="2603243"/>
              <a:ext cx="3202061" cy="1066110"/>
              <a:chOff x="7939341" y="3037317"/>
              <a:chExt cx="897649" cy="353919"/>
            </a:xfrm>
          </p:grpSpPr>
          <p:sp>
            <p:nvSpPr>
              <p:cNvPr id="1261" name="Google Shape;1261;p7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2" name="Google Shape;1262;p7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3" name="Google Shape;1263;p7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4" name="Google Shape;1264;p7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65" name="Google Shape;1265;p74"/>
          <p:cNvGrpSpPr/>
          <p:nvPr/>
        </p:nvGrpSpPr>
        <p:grpSpPr>
          <a:xfrm>
            <a:off x="1713595" y="3315547"/>
            <a:ext cx="3410855" cy="1758103"/>
            <a:chOff x="1713595" y="3315547"/>
            <a:chExt cx="3410855" cy="1758103"/>
          </a:xfrm>
        </p:grpSpPr>
        <p:grpSp>
          <p:nvGrpSpPr>
            <p:cNvPr id="1266" name="Google Shape;1266;p74"/>
            <p:cNvGrpSpPr/>
            <p:nvPr/>
          </p:nvGrpSpPr>
          <p:grpSpPr>
            <a:xfrm>
              <a:off x="4649795" y="4623478"/>
              <a:ext cx="474655" cy="450172"/>
              <a:chOff x="4649795" y="4623478"/>
              <a:chExt cx="474655" cy="450172"/>
            </a:xfrm>
          </p:grpSpPr>
          <p:sp>
            <p:nvSpPr>
              <p:cNvPr id="1267" name="Google Shape;1267;p74"/>
              <p:cNvSpPr/>
              <p:nvPr/>
            </p:nvSpPr>
            <p:spPr>
              <a:xfrm>
                <a:off x="4692650" y="4654550"/>
                <a:ext cx="431800" cy="419100"/>
              </a:xfrm>
              <a:prstGeom prst="ellipse">
                <a:avLst/>
              </a:prstGeom>
              <a:noFill/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8" name="Google Shape;1268;p74"/>
              <p:cNvSpPr/>
              <p:nvPr/>
            </p:nvSpPr>
            <p:spPr>
              <a:xfrm rot="1672634">
                <a:off x="4708332" y="4630977"/>
                <a:ext cx="100405" cy="275301"/>
              </a:xfrm>
              <a:prstGeom prst="rect">
                <a:avLst/>
              </a:pr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69" name="Google Shape;1269;p74"/>
            <p:cNvGrpSpPr/>
            <p:nvPr/>
          </p:nvGrpSpPr>
          <p:grpSpPr>
            <a:xfrm>
              <a:off x="1713595" y="3315547"/>
              <a:ext cx="3145873" cy="1350613"/>
              <a:chOff x="1713595" y="3315547"/>
              <a:chExt cx="3145873" cy="1350613"/>
            </a:xfrm>
          </p:grpSpPr>
          <p:sp>
            <p:nvSpPr>
              <p:cNvPr id="1270" name="Google Shape;1270;p74"/>
              <p:cNvSpPr/>
              <p:nvPr/>
            </p:nvSpPr>
            <p:spPr>
              <a:xfrm rot="959039">
                <a:off x="1720833" y="4041748"/>
                <a:ext cx="595424" cy="136164"/>
              </a:xfrm>
              <a:prstGeom prst="rect">
                <a:avLst/>
              </a:prstGeom>
              <a:solidFill>
                <a:srgbClr val="9CE0FA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1" name="Google Shape;1271;p74"/>
              <p:cNvSpPr/>
              <p:nvPr/>
            </p:nvSpPr>
            <p:spPr>
              <a:xfrm>
                <a:off x="1831800" y="3315547"/>
                <a:ext cx="3027668" cy="1350613"/>
              </a:xfrm>
              <a:custGeom>
                <a:rect b="b" l="l" r="r" t="t"/>
                <a:pathLst>
                  <a:path extrusionOk="0" h="1350613" w="3027668">
                    <a:moveTo>
                      <a:pt x="3027668" y="1341548"/>
                    </a:moveTo>
                    <a:cubicBezTo>
                      <a:pt x="2853298" y="1402927"/>
                      <a:pt x="2569597" y="1136314"/>
                      <a:pt x="2481366" y="1032040"/>
                    </a:cubicBezTo>
                    <a:cubicBezTo>
                      <a:pt x="2185720" y="779811"/>
                      <a:pt x="1590333" y="-763"/>
                      <a:pt x="1253784" y="1"/>
                    </a:cubicBezTo>
                    <a:cubicBezTo>
                      <a:pt x="917235" y="765"/>
                      <a:pt x="216481" y="770689"/>
                      <a:pt x="0" y="714162"/>
                    </a:cubicBezTo>
                  </a:path>
                </a:pathLst>
              </a:custGeom>
              <a:noFill/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72" name="Google Shape;1272;p74"/>
            <p:cNvSpPr/>
            <p:nvPr/>
          </p:nvSpPr>
          <p:spPr>
            <a:xfrm>
              <a:off x="2277117" y="3425460"/>
              <a:ext cx="2420012" cy="1483426"/>
            </a:xfrm>
            <a:custGeom>
              <a:rect b="b" l="l" r="r" t="t"/>
              <a:pathLst>
                <a:path extrusionOk="0" h="1483426" w="2420012">
                  <a:moveTo>
                    <a:pt x="2420012" y="1483426"/>
                  </a:moveTo>
                  <a:cubicBezTo>
                    <a:pt x="2401354" y="1286387"/>
                    <a:pt x="2137532" y="1185427"/>
                    <a:pt x="2049301" y="1081153"/>
                  </a:cubicBezTo>
                  <a:cubicBezTo>
                    <a:pt x="1746098" y="841078"/>
                    <a:pt x="952480" y="-4290"/>
                    <a:pt x="797173" y="17"/>
                  </a:cubicBezTo>
                  <a:cubicBezTo>
                    <a:pt x="641866" y="4324"/>
                    <a:pt x="289883" y="346087"/>
                    <a:pt x="160106" y="481027"/>
                  </a:cubicBezTo>
                  <a:cubicBezTo>
                    <a:pt x="30329" y="615967"/>
                    <a:pt x="-34430" y="756719"/>
                    <a:pt x="18509" y="809658"/>
                  </a:cubicBezTo>
                </a:path>
              </a:pathLst>
            </a:custGeom>
            <a:noFill/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3" name="Google Shape;1273;p74"/>
          <p:cNvGrpSpPr/>
          <p:nvPr/>
        </p:nvGrpSpPr>
        <p:grpSpPr>
          <a:xfrm>
            <a:off x="1377841" y="4315992"/>
            <a:ext cx="446640" cy="251686"/>
            <a:chOff x="3668110" y="2448910"/>
            <a:chExt cx="3794234" cy="2165130"/>
          </a:xfrm>
        </p:grpSpPr>
        <p:sp>
          <p:nvSpPr>
            <p:cNvPr id="1274" name="Google Shape;1274;p7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5" name="Google Shape;1275;p7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76" name="Google Shape;1276;p74"/>
            <p:cNvGrpSpPr/>
            <p:nvPr/>
          </p:nvGrpSpPr>
          <p:grpSpPr>
            <a:xfrm>
              <a:off x="3941376" y="2603243"/>
              <a:ext cx="3202061" cy="1066110"/>
              <a:chOff x="7939341" y="3037317"/>
              <a:chExt cx="897649" cy="353919"/>
            </a:xfrm>
          </p:grpSpPr>
          <p:sp>
            <p:nvSpPr>
              <p:cNvPr id="1277" name="Google Shape;1277;p7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8" name="Google Shape;1278;p7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9" name="Google Shape;1279;p7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0" name="Google Shape;1280;p7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281" name="Google Shape;1281;p74"/>
          <p:cNvCxnSpPr/>
          <p:nvPr/>
        </p:nvCxnSpPr>
        <p:spPr>
          <a:xfrm flipH="1">
            <a:off x="1724471" y="3455082"/>
            <a:ext cx="1147604" cy="85916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2" name="Google Shape;1282;p74"/>
          <p:cNvCxnSpPr/>
          <p:nvPr/>
        </p:nvCxnSpPr>
        <p:spPr>
          <a:xfrm>
            <a:off x="4677507" y="4700953"/>
            <a:ext cx="223945" cy="794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83" name="Google Shape;1283;p74"/>
          <p:cNvGrpSpPr/>
          <p:nvPr/>
        </p:nvGrpSpPr>
        <p:grpSpPr>
          <a:xfrm>
            <a:off x="1996999" y="4952734"/>
            <a:ext cx="388834" cy="356970"/>
            <a:chOff x="-44" y="1473"/>
            <a:chExt cx="981" cy="1105"/>
          </a:xfrm>
        </p:grpSpPr>
        <p:pic>
          <p:nvPicPr>
            <p:cNvPr descr="desktop_computer_stylized_medium" id="1284" name="Google Shape;1284;p7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5" name="Google Shape;1285;p7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6" name="Google Shape;1286;p74"/>
          <p:cNvSpPr txBox="1"/>
          <p:nvPr/>
        </p:nvSpPr>
        <p:spPr>
          <a:xfrm>
            <a:off x="6001555" y="1957589"/>
            <a:ext cx="5782614" cy="25886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76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single broadcast domain: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187" lvl="1" marL="5762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Noto Sans"/>
              <a:buChar char="▪"/>
            </a:pPr>
            <a:r>
              <a:rPr b="0" i="1" lang="en-US" sz="26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scaling: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layer-2 broadcast traffic (ARP, DHCP, unknown MAC) must cross entire LAN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0187" lvl="1" marL="57626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Noto Sans"/>
              <a:buChar char="▪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efficiency, security, privacy, efficiency issues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7" name="Google Shape;1287;p74"/>
          <p:cNvSpPr txBox="1"/>
          <p:nvPr/>
        </p:nvSpPr>
        <p:spPr>
          <a:xfrm>
            <a:off x="785611" y="1262130"/>
            <a:ext cx="105212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happens as LAN sizes scale, users change point of attachment?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2" name="Shape 1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3" name="Google Shape;1293;p75"/>
          <p:cNvGrpSpPr/>
          <p:nvPr/>
        </p:nvGrpSpPr>
        <p:grpSpPr>
          <a:xfrm>
            <a:off x="7535443" y="2298503"/>
            <a:ext cx="1243611" cy="519112"/>
            <a:chOff x="9287864" y="4082048"/>
            <a:chExt cx="1243611" cy="519112"/>
          </a:xfrm>
        </p:grpSpPr>
        <p:sp>
          <p:nvSpPr>
            <p:cNvPr id="1294" name="Google Shape;1294;p75"/>
            <p:cNvSpPr/>
            <p:nvPr/>
          </p:nvSpPr>
          <p:spPr>
            <a:xfrm>
              <a:off x="9340181" y="4127584"/>
              <a:ext cx="1188897" cy="471997"/>
            </a:xfrm>
            <a:prstGeom prst="rect">
              <a:avLst/>
            </a:prstGeom>
            <a:solidFill>
              <a:srgbClr val="F56F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5" name="Google Shape;1295;p75"/>
            <p:cNvSpPr/>
            <p:nvPr/>
          </p:nvSpPr>
          <p:spPr>
            <a:xfrm>
              <a:off x="9349866" y="4128085"/>
              <a:ext cx="1181609" cy="468313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96" name="Google Shape;1296;p75"/>
            <p:cNvCxnSpPr/>
            <p:nvPr/>
          </p:nvCxnSpPr>
          <p:spPr>
            <a:xfrm flipH="1" rot="10800000">
              <a:off x="9351453" y="4342570"/>
              <a:ext cx="1179110" cy="141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7" name="Google Shape;1297;p75"/>
            <p:cNvSpPr txBox="1"/>
            <p:nvPr/>
          </p:nvSpPr>
          <p:spPr>
            <a:xfrm>
              <a:off x="9287864" y="4107358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98" name="Google Shape;1298;p75"/>
            <p:cNvCxnSpPr/>
            <p:nvPr/>
          </p:nvCxnSpPr>
          <p:spPr>
            <a:xfrm>
              <a:off x="9930891" y="4132848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9" name="Google Shape;1299;p75"/>
            <p:cNvCxnSpPr/>
            <p:nvPr/>
          </p:nvCxnSpPr>
          <p:spPr>
            <a:xfrm>
              <a:off x="9640378" y="4129673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0" name="Google Shape;1300;p75"/>
            <p:cNvCxnSpPr/>
            <p:nvPr/>
          </p:nvCxnSpPr>
          <p:spPr>
            <a:xfrm>
              <a:off x="10211878" y="4137610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01" name="Google Shape;1301;p75"/>
            <p:cNvSpPr txBox="1"/>
            <p:nvPr/>
          </p:nvSpPr>
          <p:spPr>
            <a:xfrm>
              <a:off x="10148378" y="4296360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2" name="Google Shape;1302;p75"/>
            <p:cNvSpPr txBox="1"/>
            <p:nvPr/>
          </p:nvSpPr>
          <p:spPr>
            <a:xfrm>
              <a:off x="9290540" y="4300533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3" name="Google Shape;1303;p75"/>
            <p:cNvSpPr txBox="1"/>
            <p:nvPr/>
          </p:nvSpPr>
          <p:spPr>
            <a:xfrm>
              <a:off x="10143616" y="4082048"/>
              <a:ext cx="24130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4" name="Google Shape;1304;p75"/>
            <p:cNvSpPr/>
            <p:nvPr/>
          </p:nvSpPr>
          <p:spPr>
            <a:xfrm>
              <a:off x="9465753" y="4442410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75"/>
            <p:cNvSpPr/>
            <p:nvPr/>
          </p:nvSpPr>
          <p:spPr>
            <a:xfrm>
              <a:off x="9757853" y="4439235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75"/>
            <p:cNvSpPr/>
            <p:nvPr/>
          </p:nvSpPr>
          <p:spPr>
            <a:xfrm>
              <a:off x="10345228" y="4443998"/>
              <a:ext cx="42863" cy="4762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7" name="Google Shape;1307;p75"/>
          <p:cNvGrpSpPr/>
          <p:nvPr/>
        </p:nvGrpSpPr>
        <p:grpSpPr>
          <a:xfrm>
            <a:off x="8704311" y="2293748"/>
            <a:ext cx="1259780" cy="523875"/>
            <a:chOff x="10932220" y="4822113"/>
            <a:chExt cx="1259780" cy="523875"/>
          </a:xfrm>
        </p:grpSpPr>
        <p:sp>
          <p:nvSpPr>
            <p:cNvPr id="1308" name="Google Shape;1308;p75"/>
            <p:cNvSpPr/>
            <p:nvPr/>
          </p:nvSpPr>
          <p:spPr>
            <a:xfrm>
              <a:off x="11001071" y="4880851"/>
              <a:ext cx="1190929" cy="457200"/>
            </a:xfrm>
            <a:prstGeom prst="rect">
              <a:avLst/>
            </a:prstGeom>
            <a:solidFill>
              <a:srgbClr val="9C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75"/>
            <p:cNvSpPr/>
            <p:nvPr/>
          </p:nvSpPr>
          <p:spPr>
            <a:xfrm>
              <a:off x="11010391" y="4872913"/>
              <a:ext cx="1181609" cy="468313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10" name="Google Shape;1310;p75"/>
            <p:cNvCxnSpPr/>
            <p:nvPr/>
          </p:nvCxnSpPr>
          <p:spPr>
            <a:xfrm>
              <a:off x="11009376" y="5090714"/>
              <a:ext cx="1163270" cy="28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1" name="Google Shape;1311;p75"/>
            <p:cNvCxnSpPr/>
            <p:nvPr/>
          </p:nvCxnSpPr>
          <p:spPr>
            <a:xfrm>
              <a:off x="11601146" y="4882438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2" name="Google Shape;1312;p75"/>
            <p:cNvCxnSpPr/>
            <p:nvPr/>
          </p:nvCxnSpPr>
          <p:spPr>
            <a:xfrm>
              <a:off x="11305871" y="4877676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3" name="Google Shape;1313;p75"/>
            <p:cNvCxnSpPr/>
            <p:nvPr/>
          </p:nvCxnSpPr>
          <p:spPr>
            <a:xfrm>
              <a:off x="11896421" y="4872913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14" name="Google Shape;1314;p75"/>
            <p:cNvSpPr txBox="1"/>
            <p:nvPr/>
          </p:nvSpPr>
          <p:spPr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75"/>
            <p:cNvSpPr txBox="1"/>
            <p:nvPr/>
          </p:nvSpPr>
          <p:spPr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75"/>
            <p:cNvSpPr txBox="1"/>
            <p:nvPr/>
          </p:nvSpPr>
          <p:spPr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75"/>
            <p:cNvSpPr txBox="1"/>
            <p:nvPr/>
          </p:nvSpPr>
          <p:spPr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75"/>
            <p:cNvSpPr/>
            <p:nvPr/>
          </p:nvSpPr>
          <p:spPr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75"/>
            <p:cNvSpPr/>
            <p:nvPr/>
          </p:nvSpPr>
          <p:spPr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75"/>
            <p:cNvSpPr/>
            <p:nvPr/>
          </p:nvSpPr>
          <p:spPr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1" name="Google Shape;1321;p75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Port-based VLANs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75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23" name="Google Shape;1323;p75"/>
          <p:cNvSpPr txBox="1"/>
          <p:nvPr/>
        </p:nvSpPr>
        <p:spPr>
          <a:xfrm>
            <a:off x="1234828" y="2469025"/>
            <a:ext cx="369778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switch(es) supporting VLAN capabilities can be configured to define multiple </a:t>
            </a:r>
            <a:r>
              <a:rPr b="0" i="1" lang="en-US" sz="28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virtual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LANS over single physical LAN infrastructure.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4" name="Google Shape;1324;p75"/>
          <p:cNvSpPr/>
          <p:nvPr/>
        </p:nvSpPr>
        <p:spPr>
          <a:xfrm>
            <a:off x="907603" y="1867773"/>
            <a:ext cx="4140915" cy="3476960"/>
          </a:xfrm>
          <a:prstGeom prst="rect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5" name="Google Shape;1325;p75"/>
          <p:cNvSpPr txBox="1"/>
          <p:nvPr/>
        </p:nvSpPr>
        <p:spPr>
          <a:xfrm>
            <a:off x="1235365" y="1607445"/>
            <a:ext cx="3014663" cy="82804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Virtual Local Area Network (VLAN)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26" name="Google Shape;1326;p75"/>
          <p:cNvGrpSpPr/>
          <p:nvPr/>
        </p:nvGrpSpPr>
        <p:grpSpPr>
          <a:xfrm>
            <a:off x="7579415" y="1918955"/>
            <a:ext cx="2388836" cy="410624"/>
            <a:chOff x="7399107" y="1365161"/>
            <a:chExt cx="2388836" cy="732595"/>
          </a:xfrm>
        </p:grpSpPr>
        <p:sp>
          <p:nvSpPr>
            <p:cNvPr id="1327" name="Google Shape;1327;p75"/>
            <p:cNvSpPr/>
            <p:nvPr/>
          </p:nvSpPr>
          <p:spPr>
            <a:xfrm>
              <a:off x="7399107" y="1365161"/>
              <a:ext cx="2388836" cy="732595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28" name="Google Shape;1328;p75"/>
            <p:cNvGrpSpPr/>
            <p:nvPr/>
          </p:nvGrpSpPr>
          <p:grpSpPr>
            <a:xfrm>
              <a:off x="7564997" y="1450537"/>
              <a:ext cx="2021605" cy="589765"/>
              <a:chOff x="7939341" y="3037317"/>
              <a:chExt cx="897649" cy="353919"/>
            </a:xfrm>
          </p:grpSpPr>
          <p:sp>
            <p:nvSpPr>
              <p:cNvPr id="1329" name="Google Shape;1329;p75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0" name="Google Shape;1330;p75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1" name="Google Shape;1331;p75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2" name="Google Shape;1332;p75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333" name="Google Shape;1333;p75"/>
          <p:cNvSpPr txBox="1"/>
          <p:nvPr/>
        </p:nvSpPr>
        <p:spPr>
          <a:xfrm>
            <a:off x="5943932" y="721723"/>
            <a:ext cx="5961059" cy="1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port-based VLAN: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 ports grouped (by switch management software) so that </a:t>
            </a:r>
            <a:r>
              <a:rPr b="0" i="1" lang="en-US" sz="2400" u="none" cap="none" strike="noStrike">
                <a:solidFill>
                  <a:srgbClr val="0000A8"/>
                </a:solidFill>
                <a:latin typeface="Calibri"/>
                <a:ea typeface="Calibri"/>
                <a:cs typeface="Calibri"/>
                <a:sym typeface="Calibri"/>
              </a:rPr>
              <a:t>single</a:t>
            </a:r>
            <a:r>
              <a:rPr b="0" i="0" lang="en-US" sz="24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physical switch ……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1334" name="Google Shape;1334;p75"/>
          <p:cNvCxnSpPr/>
          <p:nvPr/>
        </p:nvCxnSpPr>
        <p:spPr>
          <a:xfrm flipH="1">
            <a:off x="6827193" y="2649273"/>
            <a:ext cx="901700" cy="279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5" name="Google Shape;1335;p75"/>
          <p:cNvCxnSpPr/>
          <p:nvPr/>
        </p:nvCxnSpPr>
        <p:spPr>
          <a:xfrm flipH="1">
            <a:off x="7212956" y="2649273"/>
            <a:ext cx="806450" cy="419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6" name="Google Shape;1336;p75"/>
          <p:cNvCxnSpPr/>
          <p:nvPr/>
        </p:nvCxnSpPr>
        <p:spPr>
          <a:xfrm flipH="1">
            <a:off x="7932092" y="2664199"/>
            <a:ext cx="672983" cy="3613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7" name="Google Shape;1337;p75"/>
          <p:cNvSpPr txBox="1"/>
          <p:nvPr/>
        </p:nvSpPr>
        <p:spPr>
          <a:xfrm>
            <a:off x="9721614" y="2864458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8" name="Google Shape;1338;p75"/>
          <p:cNvCxnSpPr/>
          <p:nvPr/>
        </p:nvCxnSpPr>
        <p:spPr>
          <a:xfrm>
            <a:off x="8940156" y="2652448"/>
            <a:ext cx="101600" cy="3778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9" name="Google Shape;1339;p75"/>
          <p:cNvCxnSpPr/>
          <p:nvPr/>
        </p:nvCxnSpPr>
        <p:spPr>
          <a:xfrm>
            <a:off x="8930631" y="2450835"/>
            <a:ext cx="479425" cy="6032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0" name="Google Shape;1340;p75"/>
          <p:cNvCxnSpPr/>
          <p:nvPr/>
        </p:nvCxnSpPr>
        <p:spPr>
          <a:xfrm>
            <a:off x="9786293" y="2395273"/>
            <a:ext cx="514350" cy="4841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1" name="Google Shape;1341;p75"/>
          <p:cNvSpPr txBox="1"/>
          <p:nvPr/>
        </p:nvSpPr>
        <p:spPr>
          <a:xfrm>
            <a:off x="6446520" y="3356023"/>
            <a:ext cx="17315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EE (VLAN ports 1-8)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2" name="Google Shape;1342;p75"/>
          <p:cNvSpPr txBox="1"/>
          <p:nvPr/>
        </p:nvSpPr>
        <p:spPr>
          <a:xfrm>
            <a:off x="8387415" y="3356023"/>
            <a:ext cx="25725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 (VLAN ports 9-15)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3" name="Google Shape;1343;p75"/>
          <p:cNvSpPr txBox="1"/>
          <p:nvPr/>
        </p:nvSpPr>
        <p:spPr>
          <a:xfrm>
            <a:off x="7475370" y="2827505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44" name="Google Shape;1344;p75"/>
          <p:cNvGrpSpPr/>
          <p:nvPr/>
        </p:nvGrpSpPr>
        <p:grpSpPr>
          <a:xfrm>
            <a:off x="6290618" y="2835010"/>
            <a:ext cx="609600" cy="558800"/>
            <a:chOff x="-44" y="1473"/>
            <a:chExt cx="981" cy="1105"/>
          </a:xfrm>
        </p:grpSpPr>
        <p:pic>
          <p:nvPicPr>
            <p:cNvPr descr="desktop_computer_stylized_medium" id="1345" name="Google Shape;1345;p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6" name="Google Shape;1346;p7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47" name="Google Shape;1347;p75"/>
          <p:cNvGrpSpPr/>
          <p:nvPr/>
        </p:nvGrpSpPr>
        <p:grpSpPr>
          <a:xfrm>
            <a:off x="6855399" y="2840344"/>
            <a:ext cx="609600" cy="558800"/>
            <a:chOff x="-44" y="1473"/>
            <a:chExt cx="981" cy="1105"/>
          </a:xfrm>
        </p:grpSpPr>
        <p:pic>
          <p:nvPicPr>
            <p:cNvPr descr="desktop_computer_stylized_medium" id="1348" name="Google Shape;1348;p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9" name="Google Shape;1349;p7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0" name="Google Shape;1350;p75"/>
          <p:cNvGrpSpPr/>
          <p:nvPr/>
        </p:nvGrpSpPr>
        <p:grpSpPr>
          <a:xfrm>
            <a:off x="7612266" y="2835682"/>
            <a:ext cx="609600" cy="558800"/>
            <a:chOff x="-44" y="1473"/>
            <a:chExt cx="981" cy="1105"/>
          </a:xfrm>
        </p:grpSpPr>
        <p:pic>
          <p:nvPicPr>
            <p:cNvPr descr="desktop_computer_stylized_medium" id="1351" name="Google Shape;1351;p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2" name="Google Shape;1352;p7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3" name="Google Shape;1353;p75"/>
          <p:cNvGrpSpPr/>
          <p:nvPr/>
        </p:nvGrpSpPr>
        <p:grpSpPr>
          <a:xfrm>
            <a:off x="8577667" y="2831020"/>
            <a:ext cx="609600" cy="558800"/>
            <a:chOff x="-44" y="1473"/>
            <a:chExt cx="981" cy="1105"/>
          </a:xfrm>
        </p:grpSpPr>
        <p:pic>
          <p:nvPicPr>
            <p:cNvPr descr="desktop_computer_stylized_medium" id="1354" name="Google Shape;1354;p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5" name="Google Shape;1355;p7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6" name="Google Shape;1356;p75"/>
          <p:cNvGrpSpPr/>
          <p:nvPr/>
        </p:nvGrpSpPr>
        <p:grpSpPr>
          <a:xfrm>
            <a:off x="9092894" y="2836930"/>
            <a:ext cx="609600" cy="558800"/>
            <a:chOff x="-44" y="1473"/>
            <a:chExt cx="981" cy="1105"/>
          </a:xfrm>
        </p:grpSpPr>
        <p:pic>
          <p:nvPicPr>
            <p:cNvPr descr="desktop_computer_stylized_medium" id="1357" name="Google Shape;1357;p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7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9" name="Google Shape;1359;p75"/>
          <p:cNvGrpSpPr/>
          <p:nvPr/>
        </p:nvGrpSpPr>
        <p:grpSpPr>
          <a:xfrm>
            <a:off x="9956495" y="2845922"/>
            <a:ext cx="609600" cy="558800"/>
            <a:chOff x="-44" y="1473"/>
            <a:chExt cx="981" cy="1105"/>
          </a:xfrm>
        </p:grpSpPr>
        <p:pic>
          <p:nvPicPr>
            <p:cNvPr descr="desktop_computer_stylized_medium" id="1360" name="Google Shape;1360;p7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1" name="Google Shape;1361;p75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2" name="Google Shape;1362;p75"/>
          <p:cNvGrpSpPr/>
          <p:nvPr/>
        </p:nvGrpSpPr>
        <p:grpSpPr>
          <a:xfrm>
            <a:off x="6211492" y="3817384"/>
            <a:ext cx="5305402" cy="2612342"/>
            <a:chOff x="6211492" y="3817384"/>
            <a:chExt cx="5305402" cy="2612342"/>
          </a:xfrm>
        </p:grpSpPr>
        <p:grpSp>
          <p:nvGrpSpPr>
            <p:cNvPr id="1363" name="Google Shape;1363;p75"/>
            <p:cNvGrpSpPr/>
            <p:nvPr/>
          </p:nvGrpSpPr>
          <p:grpSpPr>
            <a:xfrm>
              <a:off x="6540241" y="4410585"/>
              <a:ext cx="4725167" cy="1478151"/>
              <a:chOff x="6576817" y="3374265"/>
              <a:chExt cx="4310127" cy="1451015"/>
            </a:xfrm>
          </p:grpSpPr>
          <p:sp>
            <p:nvSpPr>
              <p:cNvPr id="1364" name="Google Shape;1364;p75"/>
              <p:cNvSpPr/>
              <p:nvPr/>
            </p:nvSpPr>
            <p:spPr>
              <a:xfrm>
                <a:off x="8691093" y="3384997"/>
                <a:ext cx="1094704" cy="528034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dir="162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5" name="Google Shape;1365;p75"/>
              <p:cNvSpPr/>
              <p:nvPr/>
            </p:nvSpPr>
            <p:spPr>
              <a:xfrm>
                <a:off x="9704233" y="3561007"/>
                <a:ext cx="1094704" cy="528034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6" name="Google Shape;1366;p75"/>
              <p:cNvSpPr/>
              <p:nvPr/>
            </p:nvSpPr>
            <p:spPr>
              <a:xfrm>
                <a:off x="9274940" y="4110502"/>
                <a:ext cx="1094704" cy="575259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7" name="Google Shape;1367;p75"/>
              <p:cNvSpPr/>
              <p:nvPr/>
            </p:nvSpPr>
            <p:spPr>
              <a:xfrm>
                <a:off x="8178090" y="4250021"/>
                <a:ext cx="1313640" cy="575259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8" name="Google Shape;1368;p75"/>
              <p:cNvSpPr/>
              <p:nvPr/>
            </p:nvSpPr>
            <p:spPr>
              <a:xfrm>
                <a:off x="7222907" y="4170602"/>
                <a:ext cx="1313640" cy="575259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9" name="Google Shape;1369;p75"/>
              <p:cNvSpPr/>
              <p:nvPr/>
            </p:nvSpPr>
            <p:spPr>
              <a:xfrm>
                <a:off x="7029724" y="3539536"/>
                <a:ext cx="1313640" cy="575259"/>
              </a:xfrm>
              <a:prstGeom prst="ellipse">
                <a:avLst/>
              </a:prstGeom>
              <a:noFill/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r" dir="135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0" name="Google Shape;1370;p75"/>
              <p:cNvSpPr/>
              <p:nvPr/>
            </p:nvSpPr>
            <p:spPr>
              <a:xfrm>
                <a:off x="9792240" y="3842194"/>
                <a:ext cx="1094704" cy="575259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1" name="Google Shape;1371;p75"/>
              <p:cNvSpPr/>
              <p:nvPr/>
            </p:nvSpPr>
            <p:spPr>
              <a:xfrm>
                <a:off x="9358649" y="3395729"/>
                <a:ext cx="1094704" cy="528034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A5A5A5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2" name="Google Shape;1372;p75"/>
              <p:cNvSpPr/>
              <p:nvPr/>
            </p:nvSpPr>
            <p:spPr>
              <a:xfrm>
                <a:off x="7727324" y="3374265"/>
                <a:ext cx="1442434" cy="605307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dir="16200000" dist="38100">
                  <a:srgbClr val="A5A5A5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3" name="Google Shape;1373;p75"/>
              <p:cNvSpPr/>
              <p:nvPr/>
            </p:nvSpPr>
            <p:spPr>
              <a:xfrm>
                <a:off x="6576817" y="3859361"/>
                <a:ext cx="1313640" cy="575259"/>
              </a:xfrm>
              <a:prstGeom prst="ellipse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r" dir="13500000" dist="38100">
                  <a:srgbClr val="BFBFBF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4" name="Google Shape;1374;p75"/>
              <p:cNvSpPr/>
              <p:nvPr/>
            </p:nvSpPr>
            <p:spPr>
              <a:xfrm>
                <a:off x="7094483" y="3443189"/>
                <a:ext cx="3651294" cy="1248629"/>
              </a:xfrm>
              <a:custGeom>
                <a:rect b="b" l="l" r="r" t="t"/>
                <a:pathLst>
                  <a:path extrusionOk="0" h="1248629" w="3651294">
                    <a:moveTo>
                      <a:pt x="18918" y="327923"/>
                    </a:moveTo>
                    <a:lnTo>
                      <a:pt x="0" y="472965"/>
                    </a:lnTo>
                    <a:lnTo>
                      <a:pt x="75674" y="939625"/>
                    </a:lnTo>
                    <a:lnTo>
                      <a:pt x="176574" y="964850"/>
                    </a:lnTo>
                    <a:lnTo>
                      <a:pt x="214411" y="1034218"/>
                    </a:lnTo>
                    <a:lnTo>
                      <a:pt x="1072055" y="1248629"/>
                    </a:lnTo>
                    <a:lnTo>
                      <a:pt x="1210791" y="1179261"/>
                    </a:lnTo>
                    <a:lnTo>
                      <a:pt x="1311691" y="1248629"/>
                    </a:lnTo>
                    <a:lnTo>
                      <a:pt x="2238703" y="1242323"/>
                    </a:lnTo>
                    <a:lnTo>
                      <a:pt x="2352215" y="1072055"/>
                    </a:lnTo>
                    <a:lnTo>
                      <a:pt x="2453114" y="1109892"/>
                    </a:lnTo>
                    <a:lnTo>
                      <a:pt x="3165716" y="1021605"/>
                    </a:lnTo>
                    <a:lnTo>
                      <a:pt x="3272921" y="870257"/>
                    </a:lnTo>
                    <a:lnTo>
                      <a:pt x="3651294" y="567559"/>
                    </a:lnTo>
                    <a:lnTo>
                      <a:pt x="3600844" y="510803"/>
                    </a:lnTo>
                    <a:lnTo>
                      <a:pt x="3619763" y="416210"/>
                    </a:lnTo>
                    <a:lnTo>
                      <a:pt x="3436883" y="245942"/>
                    </a:lnTo>
                    <a:lnTo>
                      <a:pt x="3436883" y="245942"/>
                    </a:lnTo>
                    <a:lnTo>
                      <a:pt x="3285534" y="182880"/>
                    </a:lnTo>
                    <a:lnTo>
                      <a:pt x="2699056" y="18919"/>
                    </a:lnTo>
                    <a:lnTo>
                      <a:pt x="2440502" y="69368"/>
                    </a:lnTo>
                    <a:lnTo>
                      <a:pt x="2308071" y="6306"/>
                    </a:lnTo>
                    <a:lnTo>
                      <a:pt x="2011680" y="0"/>
                    </a:lnTo>
                    <a:lnTo>
                      <a:pt x="1828800" y="31531"/>
                    </a:lnTo>
                    <a:lnTo>
                      <a:pt x="775663" y="94593"/>
                    </a:lnTo>
                    <a:lnTo>
                      <a:pt x="599089" y="170268"/>
                    </a:lnTo>
                    <a:lnTo>
                      <a:pt x="283779" y="195492"/>
                    </a:lnTo>
                    <a:lnTo>
                      <a:pt x="18918" y="32792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75" name="Google Shape;1375;p75"/>
            <p:cNvSpPr/>
            <p:nvPr/>
          </p:nvSpPr>
          <p:spPr>
            <a:xfrm>
              <a:off x="6211492" y="3817384"/>
              <a:ext cx="5140325" cy="5000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560"/>
                <a:buFont typeface="Noto Sans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… operates as </a:t>
              </a:r>
              <a:r>
                <a:rPr b="0" i="0" lang="en-US" sz="24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multiple 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virtual switches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60350" lvl="0" marL="342900" marR="0" rtl="0" algn="l">
                <a:lnSpc>
                  <a:spcPct val="85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99"/>
                </a:buClr>
                <a:buSzPts val="1300"/>
                <a:buFont typeface="Noto Sans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grpSp>
          <p:nvGrpSpPr>
            <p:cNvPr id="1376" name="Google Shape;1376;p75"/>
            <p:cNvGrpSpPr/>
            <p:nvPr/>
          </p:nvGrpSpPr>
          <p:grpSpPr>
            <a:xfrm>
              <a:off x="6371136" y="4706033"/>
              <a:ext cx="2504545" cy="1723693"/>
              <a:chOff x="6713475" y="4508715"/>
              <a:chExt cx="2504545" cy="1723693"/>
            </a:xfrm>
          </p:grpSpPr>
          <p:grpSp>
            <p:nvGrpSpPr>
              <p:cNvPr id="1377" name="Google Shape;1377;p75"/>
              <p:cNvGrpSpPr/>
              <p:nvPr/>
            </p:nvGrpSpPr>
            <p:grpSpPr>
              <a:xfrm>
                <a:off x="7956791" y="4882148"/>
                <a:ext cx="1253884" cy="519112"/>
                <a:chOff x="9277591" y="4082048"/>
                <a:chExt cx="1253884" cy="519112"/>
              </a:xfrm>
            </p:grpSpPr>
            <p:sp>
              <p:nvSpPr>
                <p:cNvPr id="1378" name="Google Shape;1378;p75"/>
                <p:cNvSpPr/>
                <p:nvPr/>
              </p:nvSpPr>
              <p:spPr>
                <a:xfrm>
                  <a:off x="9340181" y="4127584"/>
                  <a:ext cx="1188897" cy="471997"/>
                </a:xfrm>
                <a:prstGeom prst="rect">
                  <a:avLst/>
                </a:prstGeom>
                <a:solidFill>
                  <a:srgbClr val="F56F6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79" name="Google Shape;1379;p75"/>
                <p:cNvSpPr/>
                <p:nvPr/>
              </p:nvSpPr>
              <p:spPr>
                <a:xfrm>
                  <a:off x="9349866" y="4128085"/>
                  <a:ext cx="1181609" cy="468313"/>
                </a:xfrm>
                <a:prstGeom prst="rect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380" name="Google Shape;1380;p75"/>
                <p:cNvCxnSpPr/>
                <p:nvPr/>
              </p:nvCxnSpPr>
              <p:spPr>
                <a:xfrm flipH="1" rot="10800000">
                  <a:off x="9351453" y="4342570"/>
                  <a:ext cx="1179110" cy="1416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381" name="Google Shape;1381;p75"/>
                <p:cNvSpPr txBox="1"/>
                <p:nvPr/>
              </p:nvSpPr>
              <p:spPr>
                <a:xfrm>
                  <a:off x="9277591" y="4097084"/>
                  <a:ext cx="241300" cy="214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0" i="0" lang="en-US" sz="8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382" name="Google Shape;1382;p75"/>
                <p:cNvCxnSpPr/>
                <p:nvPr/>
              </p:nvCxnSpPr>
              <p:spPr>
                <a:xfrm>
                  <a:off x="9930891" y="4132848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383" name="Google Shape;1383;p75"/>
                <p:cNvCxnSpPr/>
                <p:nvPr/>
              </p:nvCxnSpPr>
              <p:spPr>
                <a:xfrm>
                  <a:off x="9640378" y="4129673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384" name="Google Shape;1384;p75"/>
                <p:cNvCxnSpPr/>
                <p:nvPr/>
              </p:nvCxnSpPr>
              <p:spPr>
                <a:xfrm>
                  <a:off x="10211878" y="4137610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385" name="Google Shape;1385;p75"/>
                <p:cNvSpPr txBox="1"/>
                <p:nvPr/>
              </p:nvSpPr>
              <p:spPr>
                <a:xfrm>
                  <a:off x="10148378" y="4296360"/>
                  <a:ext cx="241300" cy="214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0" i="0" lang="en-US" sz="8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8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6" name="Google Shape;1386;p75"/>
                <p:cNvSpPr txBox="1"/>
                <p:nvPr/>
              </p:nvSpPr>
              <p:spPr>
                <a:xfrm>
                  <a:off x="9287115" y="4297109"/>
                  <a:ext cx="241300" cy="214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0" i="0" lang="en-US" sz="8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2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7" name="Google Shape;1387;p75"/>
                <p:cNvSpPr txBox="1"/>
                <p:nvPr/>
              </p:nvSpPr>
              <p:spPr>
                <a:xfrm>
                  <a:off x="10143616" y="4082048"/>
                  <a:ext cx="241300" cy="2143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0" i="0" lang="en-US" sz="8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8" name="Google Shape;1388;p75"/>
                <p:cNvSpPr/>
                <p:nvPr/>
              </p:nvSpPr>
              <p:spPr>
                <a:xfrm>
                  <a:off x="9465753" y="4442410"/>
                  <a:ext cx="42863" cy="47625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89" name="Google Shape;1389;p75"/>
                <p:cNvSpPr/>
                <p:nvPr/>
              </p:nvSpPr>
              <p:spPr>
                <a:xfrm>
                  <a:off x="9757853" y="4439235"/>
                  <a:ext cx="42863" cy="47625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90" name="Google Shape;1390;p75"/>
                <p:cNvSpPr/>
                <p:nvPr/>
              </p:nvSpPr>
              <p:spPr>
                <a:xfrm>
                  <a:off x="10345228" y="4443998"/>
                  <a:ext cx="42863" cy="47625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391" name="Google Shape;1391;p75"/>
              <p:cNvGrpSpPr/>
              <p:nvPr/>
            </p:nvGrpSpPr>
            <p:grpSpPr>
              <a:xfrm>
                <a:off x="8011898" y="4508715"/>
                <a:ext cx="1206122" cy="410624"/>
                <a:chOff x="7399107" y="1365161"/>
                <a:chExt cx="2388836" cy="732595"/>
              </a:xfrm>
            </p:grpSpPr>
            <p:sp>
              <p:nvSpPr>
                <p:cNvPr id="1392" name="Google Shape;1392;p75"/>
                <p:cNvSpPr/>
                <p:nvPr/>
              </p:nvSpPr>
              <p:spPr>
                <a:xfrm>
                  <a:off x="7399107" y="1365161"/>
                  <a:ext cx="2388836" cy="732595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393" name="Google Shape;1393;p75"/>
                <p:cNvGrpSpPr/>
                <p:nvPr/>
              </p:nvGrpSpPr>
              <p:grpSpPr>
                <a:xfrm>
                  <a:off x="7564997" y="1450537"/>
                  <a:ext cx="2021605" cy="589765"/>
                  <a:chOff x="7939341" y="3037317"/>
                  <a:chExt cx="897649" cy="353919"/>
                </a:xfrm>
              </p:grpSpPr>
              <p:sp>
                <p:nvSpPr>
                  <p:cNvPr id="1394" name="Google Shape;1394;p75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95" name="Google Shape;1395;p75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96" name="Google Shape;1396;p75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397" name="Google Shape;1397;p75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1398" name="Google Shape;1398;p75"/>
              <p:cNvGrpSpPr/>
              <p:nvPr/>
            </p:nvGrpSpPr>
            <p:grpSpPr>
              <a:xfrm>
                <a:off x="6713475" y="5263098"/>
                <a:ext cx="2324083" cy="969310"/>
                <a:chOff x="6713475" y="5263098"/>
                <a:chExt cx="2324083" cy="969310"/>
              </a:xfrm>
            </p:grpSpPr>
            <p:cxnSp>
              <p:nvCxnSpPr>
                <p:cNvPr id="1399" name="Google Shape;1399;p75"/>
                <p:cNvCxnSpPr/>
                <p:nvPr/>
              </p:nvCxnSpPr>
              <p:spPr>
                <a:xfrm flipH="1">
                  <a:off x="7259676" y="5267911"/>
                  <a:ext cx="901700" cy="2794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00" name="Google Shape;1400;p75"/>
                <p:cNvCxnSpPr/>
                <p:nvPr/>
              </p:nvCxnSpPr>
              <p:spPr>
                <a:xfrm flipH="1">
                  <a:off x="7645439" y="5263098"/>
                  <a:ext cx="806450" cy="4191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01" name="Google Shape;1401;p75"/>
                <p:cNvCxnSpPr/>
                <p:nvPr/>
              </p:nvCxnSpPr>
              <p:spPr>
                <a:xfrm flipH="1">
                  <a:off x="8364575" y="5268398"/>
                  <a:ext cx="672983" cy="36131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402" name="Google Shape;1402;p75"/>
                <p:cNvSpPr txBox="1"/>
                <p:nvPr/>
              </p:nvSpPr>
              <p:spPr>
                <a:xfrm>
                  <a:off x="6869377" y="5955409"/>
                  <a:ext cx="1731567" cy="276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200"/>
                    <a:buFont typeface="Arial"/>
                    <a:buNone/>
                  </a:pPr>
                  <a:r>
                    <a:rPr b="0" i="0" lang="en-US" sz="12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EE (VLAN ports 1-8)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03" name="Google Shape;1403;p75"/>
                <p:cNvSpPr txBox="1"/>
                <p:nvPr/>
              </p:nvSpPr>
              <p:spPr>
                <a:xfrm>
                  <a:off x="7898227" y="5426891"/>
                  <a:ext cx="343364" cy="36933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rPr b="0" i="0" lang="en-US" sz="1800" u="none" cap="none" strike="noStrike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…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1404" name="Google Shape;1404;p75"/>
                <p:cNvGrpSpPr/>
                <p:nvPr/>
              </p:nvGrpSpPr>
              <p:grpSpPr>
                <a:xfrm>
                  <a:off x="6713475" y="5434396"/>
                  <a:ext cx="609600" cy="558800"/>
                  <a:chOff x="-44" y="1473"/>
                  <a:chExt cx="981" cy="1105"/>
                </a:xfrm>
              </p:grpSpPr>
              <p:pic>
                <p:nvPicPr>
                  <p:cNvPr descr="desktop_computer_stylized_medium" id="1405" name="Google Shape;1405;p7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406" name="Google Shape;1406;p75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407" name="Google Shape;1407;p75"/>
                <p:cNvGrpSpPr/>
                <p:nvPr/>
              </p:nvGrpSpPr>
              <p:grpSpPr>
                <a:xfrm>
                  <a:off x="7278256" y="5439730"/>
                  <a:ext cx="609600" cy="558800"/>
                  <a:chOff x="-44" y="1473"/>
                  <a:chExt cx="981" cy="1105"/>
                </a:xfrm>
              </p:grpSpPr>
              <p:pic>
                <p:nvPicPr>
                  <p:cNvPr descr="desktop_computer_stylized_medium" id="1408" name="Google Shape;1408;p7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409" name="Google Shape;1409;p75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410" name="Google Shape;1410;p75"/>
                <p:cNvGrpSpPr/>
                <p:nvPr/>
              </p:nvGrpSpPr>
              <p:grpSpPr>
                <a:xfrm>
                  <a:off x="8035123" y="5435068"/>
                  <a:ext cx="609600" cy="558800"/>
                  <a:chOff x="-44" y="1473"/>
                  <a:chExt cx="981" cy="1105"/>
                </a:xfrm>
              </p:grpSpPr>
              <p:pic>
                <p:nvPicPr>
                  <p:cNvPr descr="desktop_computer_stylized_medium" id="1411" name="Google Shape;1411;p75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412" name="Google Shape;1412;p75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rgbClr val="FFFFFF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grpSp>
          <p:nvGrpSpPr>
            <p:cNvPr id="1413" name="Google Shape;1413;p75"/>
            <p:cNvGrpSpPr/>
            <p:nvPr/>
          </p:nvGrpSpPr>
          <p:grpSpPr>
            <a:xfrm>
              <a:off x="8944384" y="4697880"/>
              <a:ext cx="2572510" cy="1717408"/>
              <a:chOff x="8810272" y="4515000"/>
              <a:chExt cx="2572510" cy="1717408"/>
            </a:xfrm>
          </p:grpSpPr>
          <p:grpSp>
            <p:nvGrpSpPr>
              <p:cNvPr id="1414" name="Google Shape;1414;p75"/>
              <p:cNvGrpSpPr/>
              <p:nvPr/>
            </p:nvGrpSpPr>
            <p:grpSpPr>
              <a:xfrm>
                <a:off x="9139356" y="4877393"/>
                <a:ext cx="1256356" cy="523875"/>
                <a:chOff x="10935644" y="4822113"/>
                <a:chExt cx="1256356" cy="523875"/>
              </a:xfrm>
            </p:grpSpPr>
            <p:sp>
              <p:nvSpPr>
                <p:cNvPr id="1415" name="Google Shape;1415;p75"/>
                <p:cNvSpPr/>
                <p:nvPr/>
              </p:nvSpPr>
              <p:spPr>
                <a:xfrm>
                  <a:off x="11001071" y="4880851"/>
                  <a:ext cx="1190929" cy="457200"/>
                </a:xfrm>
                <a:prstGeom prst="rect">
                  <a:avLst/>
                </a:prstGeom>
                <a:solidFill>
                  <a:srgbClr val="9CC2E5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16" name="Google Shape;1416;p75"/>
                <p:cNvSpPr/>
                <p:nvPr/>
              </p:nvSpPr>
              <p:spPr>
                <a:xfrm>
                  <a:off x="11010391" y="4872913"/>
                  <a:ext cx="1181609" cy="468313"/>
                </a:xfrm>
                <a:prstGeom prst="rect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1417" name="Google Shape;1417;p75"/>
                <p:cNvCxnSpPr/>
                <p:nvPr/>
              </p:nvCxnSpPr>
              <p:spPr>
                <a:xfrm>
                  <a:off x="11009376" y="5090714"/>
                  <a:ext cx="1163270" cy="286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18" name="Google Shape;1418;p75"/>
                <p:cNvCxnSpPr/>
                <p:nvPr/>
              </p:nvCxnSpPr>
              <p:spPr>
                <a:xfrm>
                  <a:off x="11601146" y="4882438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19" name="Google Shape;1419;p75"/>
                <p:cNvCxnSpPr/>
                <p:nvPr/>
              </p:nvCxnSpPr>
              <p:spPr>
                <a:xfrm>
                  <a:off x="11305871" y="4877676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420" name="Google Shape;1420;p75"/>
                <p:cNvCxnSpPr/>
                <p:nvPr/>
              </p:nvCxnSpPr>
              <p:spPr>
                <a:xfrm>
                  <a:off x="11896421" y="4872913"/>
                  <a:ext cx="0" cy="4635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00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1421" name="Google Shape;1421;p75"/>
                <p:cNvSpPr txBox="1"/>
                <p:nvPr/>
              </p:nvSpPr>
              <p:spPr>
                <a:xfrm>
                  <a:off x="10954695" y="4830300"/>
                  <a:ext cx="241300" cy="2143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0" i="0" lang="en-US" sz="8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9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2" name="Google Shape;1422;p75"/>
                <p:cNvSpPr txBox="1"/>
                <p:nvPr/>
              </p:nvSpPr>
              <p:spPr>
                <a:xfrm>
                  <a:off x="11813871" y="5045951"/>
                  <a:ext cx="298450" cy="2143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0" i="0" lang="en-US" sz="8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16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3" name="Google Shape;1423;p75"/>
                <p:cNvSpPr txBox="1"/>
                <p:nvPr/>
              </p:nvSpPr>
              <p:spPr>
                <a:xfrm>
                  <a:off x="10935644" y="5045951"/>
                  <a:ext cx="298450" cy="2143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0" i="0" lang="en-US" sz="8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10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4" name="Google Shape;1424;p75"/>
                <p:cNvSpPr txBox="1"/>
                <p:nvPr/>
              </p:nvSpPr>
              <p:spPr>
                <a:xfrm>
                  <a:off x="11809108" y="4822113"/>
                  <a:ext cx="298450" cy="2143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800"/>
                    <a:buFont typeface="Arial"/>
                    <a:buNone/>
                  </a:pPr>
                  <a:r>
                    <a:rPr b="0" i="0" lang="en-US" sz="800" u="none" cap="none" strike="noStrik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15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5" name="Google Shape;1425;p75"/>
                <p:cNvSpPr/>
                <p:nvPr/>
              </p:nvSpPr>
              <p:spPr>
                <a:xfrm>
                  <a:off x="11147121" y="5185651"/>
                  <a:ext cx="42862" cy="47625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6" name="Google Shape;1426;p75"/>
                <p:cNvSpPr/>
                <p:nvPr/>
              </p:nvSpPr>
              <p:spPr>
                <a:xfrm>
                  <a:off x="11134421" y="4971338"/>
                  <a:ext cx="42862" cy="47625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27" name="Google Shape;1427;p75"/>
                <p:cNvSpPr/>
                <p:nvPr/>
              </p:nvSpPr>
              <p:spPr>
                <a:xfrm>
                  <a:off x="12009133" y="4968163"/>
                  <a:ext cx="42863" cy="47625"/>
                </a:xfrm>
                <a:prstGeom prst="ellipse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428" name="Google Shape;1428;p75"/>
              <p:cNvSpPr txBox="1"/>
              <p:nvPr/>
            </p:nvSpPr>
            <p:spPr>
              <a:xfrm>
                <a:off x="10144471" y="5463844"/>
                <a:ext cx="34336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…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429" name="Google Shape;1429;p75"/>
              <p:cNvCxnSpPr/>
              <p:nvPr/>
            </p:nvCxnSpPr>
            <p:spPr>
              <a:xfrm>
                <a:off x="9363013" y="5251834"/>
                <a:ext cx="101600" cy="377825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0" name="Google Shape;1430;p75"/>
              <p:cNvCxnSpPr/>
              <p:nvPr/>
            </p:nvCxnSpPr>
            <p:spPr>
              <a:xfrm>
                <a:off x="9353488" y="5050221"/>
                <a:ext cx="479425" cy="6032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1431" name="Google Shape;1431;p75"/>
              <p:cNvSpPr txBox="1"/>
              <p:nvPr/>
            </p:nvSpPr>
            <p:spPr>
              <a:xfrm>
                <a:off x="8810272" y="5955409"/>
                <a:ext cx="2572510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CS (VLAN ports 9-15)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32" name="Google Shape;1432;p75"/>
              <p:cNvGrpSpPr/>
              <p:nvPr/>
            </p:nvGrpSpPr>
            <p:grpSpPr>
              <a:xfrm>
                <a:off x="9000524" y="5430406"/>
                <a:ext cx="609600" cy="558800"/>
                <a:chOff x="-44" y="1473"/>
                <a:chExt cx="981" cy="1105"/>
              </a:xfrm>
            </p:grpSpPr>
            <p:pic>
              <p:nvPicPr>
                <p:cNvPr descr="desktop_computer_stylized_medium" id="1433" name="Google Shape;1433;p7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34" name="Google Shape;1434;p75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35" name="Google Shape;1435;p75"/>
              <p:cNvGrpSpPr/>
              <p:nvPr/>
            </p:nvGrpSpPr>
            <p:grpSpPr>
              <a:xfrm>
                <a:off x="9515751" y="5436316"/>
                <a:ext cx="609600" cy="558800"/>
                <a:chOff x="-44" y="1473"/>
                <a:chExt cx="981" cy="1105"/>
              </a:xfrm>
            </p:grpSpPr>
            <p:pic>
              <p:nvPicPr>
                <p:cNvPr descr="desktop_computer_stylized_medium" id="1436" name="Google Shape;1436;p7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37" name="Google Shape;1437;p75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38" name="Google Shape;1438;p75"/>
              <p:cNvGrpSpPr/>
              <p:nvPr/>
            </p:nvGrpSpPr>
            <p:grpSpPr>
              <a:xfrm>
                <a:off x="9202354" y="4515000"/>
                <a:ext cx="1206122" cy="410624"/>
                <a:chOff x="7399107" y="1365161"/>
                <a:chExt cx="2388836" cy="732595"/>
              </a:xfrm>
            </p:grpSpPr>
            <p:sp>
              <p:nvSpPr>
                <p:cNvPr id="1439" name="Google Shape;1439;p75"/>
                <p:cNvSpPr/>
                <p:nvPr/>
              </p:nvSpPr>
              <p:spPr>
                <a:xfrm>
                  <a:off x="7399107" y="1365161"/>
                  <a:ext cx="2388836" cy="732595"/>
                </a:xfrm>
                <a:custGeom>
                  <a:rect b="b" l="l" r="r" t="t"/>
                  <a:pathLst>
                    <a:path extrusionOk="0" h="1324303" w="3783724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440" name="Google Shape;1440;p75"/>
                <p:cNvGrpSpPr/>
                <p:nvPr/>
              </p:nvGrpSpPr>
              <p:grpSpPr>
                <a:xfrm>
                  <a:off x="7564997" y="1450537"/>
                  <a:ext cx="2021605" cy="589765"/>
                  <a:chOff x="7939341" y="3037317"/>
                  <a:chExt cx="897649" cy="353919"/>
                </a:xfrm>
              </p:grpSpPr>
              <p:sp>
                <p:nvSpPr>
                  <p:cNvPr id="1441" name="Google Shape;1441;p75"/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42" name="Google Shape;1442;p75"/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43" name="Google Shape;1443;p75"/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444" name="Google Shape;1444;p75"/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cxnSp>
            <p:nvCxnSpPr>
              <p:cNvPr id="1445" name="Google Shape;1445;p75"/>
              <p:cNvCxnSpPr/>
              <p:nvPr/>
            </p:nvCxnSpPr>
            <p:spPr>
              <a:xfrm>
                <a:off x="10232595" y="5048617"/>
                <a:ext cx="479425" cy="60325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grpSp>
            <p:nvGrpSpPr>
              <p:cNvPr id="1446" name="Google Shape;1446;p75"/>
              <p:cNvGrpSpPr/>
              <p:nvPr/>
            </p:nvGrpSpPr>
            <p:grpSpPr>
              <a:xfrm>
                <a:off x="10379352" y="5445308"/>
                <a:ext cx="609600" cy="558800"/>
                <a:chOff x="-44" y="1473"/>
                <a:chExt cx="981" cy="1105"/>
              </a:xfrm>
            </p:grpSpPr>
            <p:pic>
              <p:nvPicPr>
                <p:cNvPr descr="desktop_computer_stylized_medium" id="1447" name="Google Shape;1447;p7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48" name="Google Shape;1448;p75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rgbClr val="FFFFFF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3" name="Shape 1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4" name="Google Shape;1454;p76"/>
          <p:cNvGrpSpPr/>
          <p:nvPr/>
        </p:nvGrpSpPr>
        <p:grpSpPr>
          <a:xfrm>
            <a:off x="8767518" y="3871809"/>
            <a:ext cx="1243611" cy="519112"/>
            <a:chOff x="9287864" y="4082048"/>
            <a:chExt cx="1243611" cy="519112"/>
          </a:xfrm>
        </p:grpSpPr>
        <p:sp>
          <p:nvSpPr>
            <p:cNvPr id="1455" name="Google Shape;1455;p76"/>
            <p:cNvSpPr/>
            <p:nvPr/>
          </p:nvSpPr>
          <p:spPr>
            <a:xfrm>
              <a:off x="9340181" y="4127584"/>
              <a:ext cx="1188897" cy="471997"/>
            </a:xfrm>
            <a:prstGeom prst="rect">
              <a:avLst/>
            </a:prstGeom>
            <a:solidFill>
              <a:srgbClr val="F56F6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76"/>
            <p:cNvSpPr/>
            <p:nvPr/>
          </p:nvSpPr>
          <p:spPr>
            <a:xfrm>
              <a:off x="9349866" y="4128085"/>
              <a:ext cx="1181609" cy="468313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57" name="Google Shape;1457;p76"/>
            <p:cNvCxnSpPr/>
            <p:nvPr/>
          </p:nvCxnSpPr>
          <p:spPr>
            <a:xfrm flipH="1" rot="10800000">
              <a:off x="9351453" y="4342570"/>
              <a:ext cx="1179110" cy="141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58" name="Google Shape;1458;p76"/>
            <p:cNvSpPr txBox="1"/>
            <p:nvPr/>
          </p:nvSpPr>
          <p:spPr>
            <a:xfrm>
              <a:off x="9287864" y="4107358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59" name="Google Shape;1459;p76"/>
            <p:cNvCxnSpPr/>
            <p:nvPr/>
          </p:nvCxnSpPr>
          <p:spPr>
            <a:xfrm>
              <a:off x="9930891" y="4132848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0" name="Google Shape;1460;p76"/>
            <p:cNvCxnSpPr/>
            <p:nvPr/>
          </p:nvCxnSpPr>
          <p:spPr>
            <a:xfrm>
              <a:off x="9640378" y="4129673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1" name="Google Shape;1461;p76"/>
            <p:cNvCxnSpPr/>
            <p:nvPr/>
          </p:nvCxnSpPr>
          <p:spPr>
            <a:xfrm>
              <a:off x="10211878" y="4137610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62" name="Google Shape;1462;p76"/>
            <p:cNvSpPr txBox="1"/>
            <p:nvPr/>
          </p:nvSpPr>
          <p:spPr>
            <a:xfrm>
              <a:off x="10148378" y="4296360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76"/>
            <p:cNvSpPr txBox="1"/>
            <p:nvPr/>
          </p:nvSpPr>
          <p:spPr>
            <a:xfrm>
              <a:off x="9290540" y="4300533"/>
              <a:ext cx="24130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76"/>
            <p:cNvSpPr txBox="1"/>
            <p:nvPr/>
          </p:nvSpPr>
          <p:spPr>
            <a:xfrm>
              <a:off x="10143616" y="4082048"/>
              <a:ext cx="24130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76"/>
            <p:cNvSpPr/>
            <p:nvPr/>
          </p:nvSpPr>
          <p:spPr>
            <a:xfrm>
              <a:off x="9465753" y="4442410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76"/>
            <p:cNvSpPr/>
            <p:nvPr/>
          </p:nvSpPr>
          <p:spPr>
            <a:xfrm>
              <a:off x="9757853" y="4439235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76"/>
            <p:cNvSpPr/>
            <p:nvPr/>
          </p:nvSpPr>
          <p:spPr>
            <a:xfrm>
              <a:off x="10345228" y="4443998"/>
              <a:ext cx="42863" cy="47625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8" name="Google Shape;1468;p76"/>
          <p:cNvGrpSpPr/>
          <p:nvPr/>
        </p:nvGrpSpPr>
        <p:grpSpPr>
          <a:xfrm>
            <a:off x="9936386" y="3867054"/>
            <a:ext cx="1259780" cy="523875"/>
            <a:chOff x="10932220" y="4822113"/>
            <a:chExt cx="1259780" cy="523875"/>
          </a:xfrm>
        </p:grpSpPr>
        <p:sp>
          <p:nvSpPr>
            <p:cNvPr id="1469" name="Google Shape;1469;p76"/>
            <p:cNvSpPr/>
            <p:nvPr/>
          </p:nvSpPr>
          <p:spPr>
            <a:xfrm>
              <a:off x="11001071" y="4880851"/>
              <a:ext cx="1190929" cy="457200"/>
            </a:xfrm>
            <a:prstGeom prst="rect">
              <a:avLst/>
            </a:prstGeom>
            <a:solidFill>
              <a:srgbClr val="9C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76"/>
            <p:cNvSpPr/>
            <p:nvPr/>
          </p:nvSpPr>
          <p:spPr>
            <a:xfrm>
              <a:off x="11010391" y="4872913"/>
              <a:ext cx="1181609" cy="468313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71" name="Google Shape;1471;p76"/>
            <p:cNvCxnSpPr/>
            <p:nvPr/>
          </p:nvCxnSpPr>
          <p:spPr>
            <a:xfrm>
              <a:off x="11009376" y="5090714"/>
              <a:ext cx="1163270" cy="28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2" name="Google Shape;1472;p76"/>
            <p:cNvCxnSpPr/>
            <p:nvPr/>
          </p:nvCxnSpPr>
          <p:spPr>
            <a:xfrm>
              <a:off x="11601146" y="4882438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3" name="Google Shape;1473;p76"/>
            <p:cNvCxnSpPr/>
            <p:nvPr/>
          </p:nvCxnSpPr>
          <p:spPr>
            <a:xfrm>
              <a:off x="11305871" y="4877676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4" name="Google Shape;1474;p76"/>
            <p:cNvCxnSpPr/>
            <p:nvPr/>
          </p:nvCxnSpPr>
          <p:spPr>
            <a:xfrm>
              <a:off x="11896421" y="4872913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75" name="Google Shape;1475;p76"/>
            <p:cNvSpPr txBox="1"/>
            <p:nvPr/>
          </p:nvSpPr>
          <p:spPr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76"/>
            <p:cNvSpPr txBox="1"/>
            <p:nvPr/>
          </p:nvSpPr>
          <p:spPr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76"/>
            <p:cNvSpPr txBox="1"/>
            <p:nvPr/>
          </p:nvSpPr>
          <p:spPr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76"/>
            <p:cNvSpPr txBox="1"/>
            <p:nvPr/>
          </p:nvSpPr>
          <p:spPr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76"/>
            <p:cNvSpPr/>
            <p:nvPr/>
          </p:nvSpPr>
          <p:spPr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76"/>
            <p:cNvSpPr/>
            <p:nvPr/>
          </p:nvSpPr>
          <p:spPr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76"/>
            <p:cNvSpPr/>
            <p:nvPr/>
          </p:nvSpPr>
          <p:spPr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82" name="Google Shape;1482;p76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Port-based VLANs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76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484" name="Google Shape;1484;p76"/>
          <p:cNvGrpSpPr/>
          <p:nvPr/>
        </p:nvGrpSpPr>
        <p:grpSpPr>
          <a:xfrm>
            <a:off x="8811490" y="3492261"/>
            <a:ext cx="2388836" cy="410624"/>
            <a:chOff x="7399107" y="1365161"/>
            <a:chExt cx="2388836" cy="732595"/>
          </a:xfrm>
        </p:grpSpPr>
        <p:sp>
          <p:nvSpPr>
            <p:cNvPr id="1485" name="Google Shape;1485;p76"/>
            <p:cNvSpPr/>
            <p:nvPr/>
          </p:nvSpPr>
          <p:spPr>
            <a:xfrm>
              <a:off x="7399107" y="1365161"/>
              <a:ext cx="2388836" cy="732595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86" name="Google Shape;1486;p76"/>
            <p:cNvGrpSpPr/>
            <p:nvPr/>
          </p:nvGrpSpPr>
          <p:grpSpPr>
            <a:xfrm>
              <a:off x="7564997" y="1450537"/>
              <a:ext cx="2021605" cy="589765"/>
              <a:chOff x="7939341" y="3037317"/>
              <a:chExt cx="897649" cy="353919"/>
            </a:xfrm>
          </p:grpSpPr>
          <p:sp>
            <p:nvSpPr>
              <p:cNvPr id="1487" name="Google Shape;1487;p76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8" name="Google Shape;1488;p76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89" name="Google Shape;1489;p76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90" name="Google Shape;1490;p76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491" name="Google Shape;1491;p76"/>
          <p:cNvCxnSpPr/>
          <p:nvPr/>
        </p:nvCxnSpPr>
        <p:spPr>
          <a:xfrm flipH="1">
            <a:off x="8059268" y="4222579"/>
            <a:ext cx="901700" cy="279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2" name="Google Shape;1492;p76"/>
          <p:cNvCxnSpPr/>
          <p:nvPr/>
        </p:nvCxnSpPr>
        <p:spPr>
          <a:xfrm flipH="1">
            <a:off x="8445031" y="4222579"/>
            <a:ext cx="806450" cy="419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3" name="Google Shape;1493;p76"/>
          <p:cNvCxnSpPr/>
          <p:nvPr/>
        </p:nvCxnSpPr>
        <p:spPr>
          <a:xfrm flipH="1">
            <a:off x="9164167" y="4237505"/>
            <a:ext cx="672983" cy="361311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4" name="Google Shape;1494;p76"/>
          <p:cNvSpPr txBox="1"/>
          <p:nvPr/>
        </p:nvSpPr>
        <p:spPr>
          <a:xfrm>
            <a:off x="10953689" y="4437764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5" name="Google Shape;1495;p76"/>
          <p:cNvCxnSpPr/>
          <p:nvPr/>
        </p:nvCxnSpPr>
        <p:spPr>
          <a:xfrm>
            <a:off x="10172231" y="4225754"/>
            <a:ext cx="101600" cy="3778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6" name="Google Shape;1496;p76"/>
          <p:cNvCxnSpPr/>
          <p:nvPr/>
        </p:nvCxnSpPr>
        <p:spPr>
          <a:xfrm>
            <a:off x="10162706" y="4024141"/>
            <a:ext cx="479425" cy="6032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7" name="Google Shape;1497;p76"/>
          <p:cNvCxnSpPr/>
          <p:nvPr/>
        </p:nvCxnSpPr>
        <p:spPr>
          <a:xfrm>
            <a:off x="11018368" y="3968579"/>
            <a:ext cx="514350" cy="4841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8" name="Google Shape;1498;p76"/>
          <p:cNvSpPr txBox="1"/>
          <p:nvPr/>
        </p:nvSpPr>
        <p:spPr>
          <a:xfrm>
            <a:off x="7678595" y="4929329"/>
            <a:ext cx="17315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EE (VLAN ports 1-8)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9" name="Google Shape;1499;p76"/>
          <p:cNvSpPr txBox="1"/>
          <p:nvPr/>
        </p:nvSpPr>
        <p:spPr>
          <a:xfrm>
            <a:off x="9619490" y="4929329"/>
            <a:ext cx="25725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 (VLAN ports 9-15)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0" name="Google Shape;1500;p76"/>
          <p:cNvSpPr txBox="1"/>
          <p:nvPr/>
        </p:nvSpPr>
        <p:spPr>
          <a:xfrm>
            <a:off x="8707445" y="4400811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01" name="Google Shape;1501;p76"/>
          <p:cNvGrpSpPr/>
          <p:nvPr/>
        </p:nvGrpSpPr>
        <p:grpSpPr>
          <a:xfrm>
            <a:off x="7522693" y="4408316"/>
            <a:ext cx="609600" cy="558800"/>
            <a:chOff x="-44" y="1473"/>
            <a:chExt cx="981" cy="1105"/>
          </a:xfrm>
        </p:grpSpPr>
        <p:pic>
          <p:nvPicPr>
            <p:cNvPr descr="desktop_computer_stylized_medium" id="1502" name="Google Shape;1502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3" name="Google Shape;1503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4" name="Google Shape;1504;p76"/>
          <p:cNvGrpSpPr/>
          <p:nvPr/>
        </p:nvGrpSpPr>
        <p:grpSpPr>
          <a:xfrm>
            <a:off x="8087474" y="4413650"/>
            <a:ext cx="609600" cy="558800"/>
            <a:chOff x="-44" y="1473"/>
            <a:chExt cx="981" cy="1105"/>
          </a:xfrm>
        </p:grpSpPr>
        <p:pic>
          <p:nvPicPr>
            <p:cNvPr descr="desktop_computer_stylized_medium" id="1505" name="Google Shape;1505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6" name="Google Shape;1506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7" name="Google Shape;1507;p76"/>
          <p:cNvGrpSpPr/>
          <p:nvPr/>
        </p:nvGrpSpPr>
        <p:grpSpPr>
          <a:xfrm>
            <a:off x="8844341" y="4408988"/>
            <a:ext cx="609600" cy="558800"/>
            <a:chOff x="-44" y="1473"/>
            <a:chExt cx="981" cy="1105"/>
          </a:xfrm>
        </p:grpSpPr>
        <p:pic>
          <p:nvPicPr>
            <p:cNvPr descr="desktop_computer_stylized_medium" id="1508" name="Google Shape;1508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9" name="Google Shape;1509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0" name="Google Shape;1510;p76"/>
          <p:cNvGrpSpPr/>
          <p:nvPr/>
        </p:nvGrpSpPr>
        <p:grpSpPr>
          <a:xfrm>
            <a:off x="9809742" y="4404326"/>
            <a:ext cx="609600" cy="558800"/>
            <a:chOff x="-44" y="1473"/>
            <a:chExt cx="981" cy="1105"/>
          </a:xfrm>
        </p:grpSpPr>
        <p:pic>
          <p:nvPicPr>
            <p:cNvPr descr="desktop_computer_stylized_medium" id="1511" name="Google Shape;1511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2" name="Google Shape;1512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3" name="Google Shape;1513;p76"/>
          <p:cNvGrpSpPr/>
          <p:nvPr/>
        </p:nvGrpSpPr>
        <p:grpSpPr>
          <a:xfrm>
            <a:off x="10324969" y="4410236"/>
            <a:ext cx="609600" cy="558800"/>
            <a:chOff x="-44" y="1473"/>
            <a:chExt cx="981" cy="1105"/>
          </a:xfrm>
        </p:grpSpPr>
        <p:pic>
          <p:nvPicPr>
            <p:cNvPr descr="desktop_computer_stylized_medium" id="1514" name="Google Shape;1514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5" name="Google Shape;1515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6" name="Google Shape;1516;p76"/>
          <p:cNvGrpSpPr/>
          <p:nvPr/>
        </p:nvGrpSpPr>
        <p:grpSpPr>
          <a:xfrm>
            <a:off x="11188570" y="4419228"/>
            <a:ext cx="609600" cy="558800"/>
            <a:chOff x="-44" y="1473"/>
            <a:chExt cx="981" cy="1105"/>
          </a:xfrm>
        </p:grpSpPr>
        <p:pic>
          <p:nvPicPr>
            <p:cNvPr descr="desktop_computer_stylized_medium" id="1517" name="Google Shape;1517;p7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18" name="Google Shape;1518;p76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9" name="Google Shape;1519;p76"/>
          <p:cNvSpPr txBox="1"/>
          <p:nvPr/>
        </p:nvSpPr>
        <p:spPr>
          <a:xfrm>
            <a:off x="998537" y="1497947"/>
            <a:ext cx="6074615" cy="1763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traffic isolation: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frames to/from ports 1-8 can </a:t>
            </a: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reach ports 1-8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3836" lvl="1" marL="681038" marR="0" rtl="0" algn="l">
              <a:lnSpc>
                <a:spcPct val="85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also define VLAN based on MAC addresses of endpoints, rather than switch 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0" name="Google Shape;1520;p76"/>
          <p:cNvSpPr/>
          <p:nvPr/>
        </p:nvSpPr>
        <p:spPr>
          <a:xfrm>
            <a:off x="998444" y="3339914"/>
            <a:ext cx="5886450" cy="1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"/>
              <a:buChar char="▪"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dynamic membership</a:t>
            </a:r>
            <a:r>
              <a:rPr b="0" i="0" lang="en-US" sz="28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ports can be dynamically assigned among VLANs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21" name="Google Shape;1521;p76"/>
          <p:cNvGrpSpPr/>
          <p:nvPr/>
        </p:nvGrpSpPr>
        <p:grpSpPr>
          <a:xfrm>
            <a:off x="994376" y="1896035"/>
            <a:ext cx="9669142" cy="4109104"/>
            <a:chOff x="994376" y="1896035"/>
            <a:chExt cx="9669142" cy="4109104"/>
          </a:xfrm>
        </p:grpSpPr>
        <p:sp>
          <p:nvSpPr>
            <p:cNvPr id="1522" name="Google Shape;1522;p76"/>
            <p:cNvSpPr/>
            <p:nvPr/>
          </p:nvSpPr>
          <p:spPr>
            <a:xfrm>
              <a:off x="994376" y="4392239"/>
              <a:ext cx="6199939" cy="16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"/>
                <a:buChar char="▪"/>
              </a:pPr>
              <a:r>
                <a:rPr b="0" i="0" lang="en-US" sz="2800" u="none" cap="none" strike="noStrike">
                  <a:solidFill>
                    <a:srgbClr val="CC0000"/>
                  </a:solidFill>
                  <a:latin typeface="Calibri"/>
                  <a:ea typeface="Calibri"/>
                  <a:cs typeface="Calibri"/>
                  <a:sym typeface="Calibri"/>
                </a:rPr>
                <a:t>forwarding between VLANS: </a:t>
              </a: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done via routing (just as with separate switches)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23836" lvl="1" marL="681038" marR="0" rtl="0" algn="l">
                <a:lnSpc>
                  <a:spcPct val="85000"/>
                </a:lnSpc>
                <a:spcBef>
                  <a:spcPts val="480"/>
                </a:spcBef>
                <a:spcAft>
                  <a:spcPts val="0"/>
                </a:spcAft>
                <a:buClr>
                  <a:srgbClr val="000099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 practice vendors sell combined switches plus routers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23" name="Google Shape;1523;p76"/>
            <p:cNvCxnSpPr/>
            <p:nvPr/>
          </p:nvCxnSpPr>
          <p:spPr>
            <a:xfrm>
              <a:off x="9829800" y="2216523"/>
              <a:ext cx="0" cy="1815353"/>
            </a:xfrm>
            <a:prstGeom prst="straightConnector1">
              <a:avLst/>
            </a:prstGeom>
            <a:noFill/>
            <a:ln cap="flat" cmpd="sng" w="222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524" name="Google Shape;1524;p76"/>
            <p:cNvCxnSpPr/>
            <p:nvPr/>
          </p:nvCxnSpPr>
          <p:spPr>
            <a:xfrm>
              <a:off x="10466294" y="2216523"/>
              <a:ext cx="0" cy="1815353"/>
            </a:xfrm>
            <a:prstGeom prst="straightConnector1">
              <a:avLst/>
            </a:prstGeom>
            <a:noFill/>
            <a:ln cap="flat" cmpd="sng" w="222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1525" name="Google Shape;1525;p76"/>
            <p:cNvGrpSpPr/>
            <p:nvPr/>
          </p:nvGrpSpPr>
          <p:grpSpPr>
            <a:xfrm>
              <a:off x="9594532" y="1896035"/>
              <a:ext cx="1068986" cy="551329"/>
              <a:chOff x="7493876" y="2774731"/>
              <a:chExt cx="1481958" cy="894622"/>
            </a:xfrm>
          </p:grpSpPr>
          <p:sp>
            <p:nvSpPr>
              <p:cNvPr id="1526" name="Google Shape;1526;p7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7" name="Google Shape;1527;p7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28" name="Google Shape;1528;p7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529" name="Google Shape;1529;p7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0" name="Google Shape;1530;p7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1" name="Google Shape;1531;p7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532" name="Google Shape;1532;p7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77"/>
          <p:cNvSpPr/>
          <p:nvPr/>
        </p:nvSpPr>
        <p:spPr>
          <a:xfrm>
            <a:off x="4402748" y="2279650"/>
            <a:ext cx="294061" cy="222307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9" name="Google Shape;1539;p77"/>
          <p:cNvSpPr/>
          <p:nvPr/>
        </p:nvSpPr>
        <p:spPr>
          <a:xfrm>
            <a:off x="6971200" y="2519374"/>
            <a:ext cx="302725" cy="252401"/>
          </a:xfrm>
          <a:prstGeom prst="rect">
            <a:avLst/>
          </a:prstGeom>
          <a:solidFill>
            <a:srgbClr val="F56F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0" name="Google Shape;1540;p77"/>
          <p:cNvSpPr/>
          <p:nvPr/>
        </p:nvSpPr>
        <p:spPr>
          <a:xfrm>
            <a:off x="7860323" y="2308273"/>
            <a:ext cx="294061" cy="247659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1" name="Google Shape;1541;p77"/>
          <p:cNvSpPr/>
          <p:nvPr/>
        </p:nvSpPr>
        <p:spPr>
          <a:xfrm>
            <a:off x="2324905" y="2276804"/>
            <a:ext cx="1188897" cy="471997"/>
          </a:xfrm>
          <a:prstGeom prst="rect">
            <a:avLst/>
          </a:prstGeom>
          <a:solidFill>
            <a:srgbClr val="F56F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2" name="Google Shape;1542;p77"/>
          <p:cNvSpPr/>
          <p:nvPr/>
        </p:nvSpPr>
        <p:spPr>
          <a:xfrm>
            <a:off x="2334590" y="2277305"/>
            <a:ext cx="1181609" cy="46831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3" name="Google Shape;1543;p77"/>
          <p:cNvCxnSpPr/>
          <p:nvPr/>
        </p:nvCxnSpPr>
        <p:spPr>
          <a:xfrm flipH="1" rot="10800000">
            <a:off x="2336177" y="2491790"/>
            <a:ext cx="1179110" cy="1416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4" name="Google Shape;1544;p77"/>
          <p:cNvSpPr txBox="1"/>
          <p:nvPr/>
        </p:nvSpPr>
        <p:spPr>
          <a:xfrm>
            <a:off x="2272588" y="2256578"/>
            <a:ext cx="2413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5" name="Google Shape;1545;p77"/>
          <p:cNvCxnSpPr/>
          <p:nvPr/>
        </p:nvCxnSpPr>
        <p:spPr>
          <a:xfrm>
            <a:off x="2915615" y="2282068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6" name="Google Shape;1546;p77"/>
          <p:cNvCxnSpPr/>
          <p:nvPr/>
        </p:nvCxnSpPr>
        <p:spPr>
          <a:xfrm>
            <a:off x="2625102" y="2278893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7" name="Google Shape;1547;p77"/>
          <p:cNvCxnSpPr/>
          <p:nvPr/>
        </p:nvCxnSpPr>
        <p:spPr>
          <a:xfrm>
            <a:off x="3196602" y="2286830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8" name="Google Shape;1548;p77"/>
          <p:cNvSpPr txBox="1"/>
          <p:nvPr/>
        </p:nvSpPr>
        <p:spPr>
          <a:xfrm>
            <a:off x="3133102" y="2445580"/>
            <a:ext cx="2413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9" name="Google Shape;1549;p77"/>
          <p:cNvSpPr txBox="1"/>
          <p:nvPr/>
        </p:nvSpPr>
        <p:spPr>
          <a:xfrm>
            <a:off x="2275264" y="2449753"/>
            <a:ext cx="241300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0" name="Google Shape;1550;p77"/>
          <p:cNvSpPr txBox="1"/>
          <p:nvPr/>
        </p:nvSpPr>
        <p:spPr>
          <a:xfrm>
            <a:off x="3128340" y="2231268"/>
            <a:ext cx="241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1" name="Google Shape;1551;p77"/>
          <p:cNvSpPr/>
          <p:nvPr/>
        </p:nvSpPr>
        <p:spPr>
          <a:xfrm>
            <a:off x="2450477" y="2591630"/>
            <a:ext cx="42863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77"/>
          <p:cNvSpPr/>
          <p:nvPr/>
        </p:nvSpPr>
        <p:spPr>
          <a:xfrm>
            <a:off x="2742577" y="2588455"/>
            <a:ext cx="42863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3" name="Google Shape;1553;p77"/>
          <p:cNvSpPr/>
          <p:nvPr/>
        </p:nvSpPr>
        <p:spPr>
          <a:xfrm>
            <a:off x="3329952" y="2593218"/>
            <a:ext cx="42863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77"/>
          <p:cNvSpPr/>
          <p:nvPr/>
        </p:nvSpPr>
        <p:spPr>
          <a:xfrm>
            <a:off x="7269650" y="2300299"/>
            <a:ext cx="582125" cy="471997"/>
          </a:xfrm>
          <a:prstGeom prst="rect">
            <a:avLst/>
          </a:prstGeom>
          <a:solidFill>
            <a:srgbClr val="F56F6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55" name="Google Shape;1555;p77"/>
          <p:cNvGrpSpPr/>
          <p:nvPr/>
        </p:nvGrpSpPr>
        <p:grpSpPr>
          <a:xfrm>
            <a:off x="3441456" y="2226513"/>
            <a:ext cx="1259780" cy="523875"/>
            <a:chOff x="10932220" y="4822113"/>
            <a:chExt cx="1259780" cy="523875"/>
          </a:xfrm>
        </p:grpSpPr>
        <p:sp>
          <p:nvSpPr>
            <p:cNvPr id="1556" name="Google Shape;1556;p77"/>
            <p:cNvSpPr/>
            <p:nvPr/>
          </p:nvSpPr>
          <p:spPr>
            <a:xfrm>
              <a:off x="11001071" y="4880851"/>
              <a:ext cx="896593" cy="457200"/>
            </a:xfrm>
            <a:prstGeom prst="rect">
              <a:avLst/>
            </a:prstGeom>
            <a:solidFill>
              <a:srgbClr val="9CC2E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77"/>
            <p:cNvSpPr/>
            <p:nvPr/>
          </p:nvSpPr>
          <p:spPr>
            <a:xfrm>
              <a:off x="11010391" y="4872913"/>
              <a:ext cx="1181609" cy="468313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8" name="Google Shape;1558;p77"/>
            <p:cNvCxnSpPr/>
            <p:nvPr/>
          </p:nvCxnSpPr>
          <p:spPr>
            <a:xfrm>
              <a:off x="11009376" y="5090714"/>
              <a:ext cx="1163270" cy="286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9" name="Google Shape;1559;p77"/>
            <p:cNvCxnSpPr/>
            <p:nvPr/>
          </p:nvCxnSpPr>
          <p:spPr>
            <a:xfrm>
              <a:off x="11601146" y="4882438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0" name="Google Shape;1560;p77"/>
            <p:cNvCxnSpPr/>
            <p:nvPr/>
          </p:nvCxnSpPr>
          <p:spPr>
            <a:xfrm>
              <a:off x="11305871" y="4877676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1" name="Google Shape;1561;p77"/>
            <p:cNvCxnSpPr/>
            <p:nvPr/>
          </p:nvCxnSpPr>
          <p:spPr>
            <a:xfrm>
              <a:off x="11896421" y="4872913"/>
              <a:ext cx="0" cy="46355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62" name="Google Shape;1562;p77"/>
            <p:cNvSpPr txBox="1"/>
            <p:nvPr/>
          </p:nvSpPr>
          <p:spPr>
            <a:xfrm>
              <a:off x="10947845" y="4840575"/>
              <a:ext cx="24130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77"/>
            <p:cNvSpPr txBox="1"/>
            <p:nvPr/>
          </p:nvSpPr>
          <p:spPr>
            <a:xfrm>
              <a:off x="11813871" y="5045951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77"/>
            <p:cNvSpPr txBox="1"/>
            <p:nvPr/>
          </p:nvSpPr>
          <p:spPr>
            <a:xfrm>
              <a:off x="10932220" y="5049376"/>
              <a:ext cx="298450" cy="2143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77"/>
            <p:cNvSpPr txBox="1"/>
            <p:nvPr/>
          </p:nvSpPr>
          <p:spPr>
            <a:xfrm>
              <a:off x="11809108" y="4822113"/>
              <a:ext cx="298450" cy="2143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b="0" i="0" lang="en-US" sz="8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77"/>
            <p:cNvSpPr/>
            <p:nvPr/>
          </p:nvSpPr>
          <p:spPr>
            <a:xfrm>
              <a:off x="11147121" y="5185651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77"/>
            <p:cNvSpPr/>
            <p:nvPr/>
          </p:nvSpPr>
          <p:spPr>
            <a:xfrm>
              <a:off x="11134421" y="4971338"/>
              <a:ext cx="42862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77"/>
            <p:cNvSpPr/>
            <p:nvPr/>
          </p:nvSpPr>
          <p:spPr>
            <a:xfrm>
              <a:off x="12009133" y="4968163"/>
              <a:ext cx="42863" cy="47625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9" name="Google Shape;1569;p77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VLANS spanning multiple switches</a:t>
            </a:r>
            <a:endParaRPr b="0" sz="4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p77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571" name="Google Shape;1571;p77"/>
          <p:cNvGrpSpPr/>
          <p:nvPr/>
        </p:nvGrpSpPr>
        <p:grpSpPr>
          <a:xfrm>
            <a:off x="2316560" y="1851720"/>
            <a:ext cx="2388836" cy="410624"/>
            <a:chOff x="7399107" y="1365161"/>
            <a:chExt cx="2388836" cy="732595"/>
          </a:xfrm>
        </p:grpSpPr>
        <p:sp>
          <p:nvSpPr>
            <p:cNvPr id="1572" name="Google Shape;1572;p77"/>
            <p:cNvSpPr/>
            <p:nvPr/>
          </p:nvSpPr>
          <p:spPr>
            <a:xfrm>
              <a:off x="7399107" y="1365161"/>
              <a:ext cx="2388836" cy="732595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73" name="Google Shape;1573;p77"/>
            <p:cNvGrpSpPr/>
            <p:nvPr/>
          </p:nvGrpSpPr>
          <p:grpSpPr>
            <a:xfrm>
              <a:off x="7564997" y="1450537"/>
              <a:ext cx="2021605" cy="589765"/>
              <a:chOff x="7939341" y="3037317"/>
              <a:chExt cx="897649" cy="353919"/>
            </a:xfrm>
          </p:grpSpPr>
          <p:sp>
            <p:nvSpPr>
              <p:cNvPr id="1574" name="Google Shape;1574;p7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5" name="Google Shape;1575;p7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6" name="Google Shape;1576;p7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7" name="Google Shape;1577;p7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578" name="Google Shape;1578;p77"/>
          <p:cNvCxnSpPr/>
          <p:nvPr/>
        </p:nvCxnSpPr>
        <p:spPr>
          <a:xfrm flipH="1">
            <a:off x="1564338" y="2582038"/>
            <a:ext cx="901700" cy="2794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9" name="Google Shape;1579;p77"/>
          <p:cNvCxnSpPr/>
          <p:nvPr/>
        </p:nvCxnSpPr>
        <p:spPr>
          <a:xfrm flipH="1">
            <a:off x="1950101" y="2582038"/>
            <a:ext cx="806450" cy="419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0" name="Google Shape;1580;p77"/>
          <p:cNvCxnSpPr/>
          <p:nvPr/>
        </p:nvCxnSpPr>
        <p:spPr>
          <a:xfrm flipH="1">
            <a:off x="2669236" y="2619375"/>
            <a:ext cx="683563" cy="3389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1" name="Google Shape;1581;p77"/>
          <p:cNvSpPr txBox="1"/>
          <p:nvPr/>
        </p:nvSpPr>
        <p:spPr>
          <a:xfrm>
            <a:off x="4458759" y="2797223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2" name="Google Shape;1582;p77"/>
          <p:cNvCxnSpPr/>
          <p:nvPr/>
        </p:nvCxnSpPr>
        <p:spPr>
          <a:xfrm>
            <a:off x="3679825" y="2613025"/>
            <a:ext cx="99076" cy="35001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3" name="Google Shape;1583;p77"/>
          <p:cNvCxnSpPr/>
          <p:nvPr/>
        </p:nvCxnSpPr>
        <p:spPr>
          <a:xfrm>
            <a:off x="3667126" y="2406650"/>
            <a:ext cx="480076" cy="580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4" name="Google Shape;1584;p77"/>
          <p:cNvCxnSpPr/>
          <p:nvPr/>
        </p:nvCxnSpPr>
        <p:spPr>
          <a:xfrm>
            <a:off x="4537074" y="2397125"/>
            <a:ext cx="500713" cy="415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5" name="Google Shape;1585;p77"/>
          <p:cNvSpPr txBox="1"/>
          <p:nvPr/>
        </p:nvSpPr>
        <p:spPr>
          <a:xfrm>
            <a:off x="1183665" y="3288788"/>
            <a:ext cx="1731567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EE (VLAN ports 1-8)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6" name="Google Shape;1586;p77"/>
          <p:cNvSpPr txBox="1"/>
          <p:nvPr/>
        </p:nvSpPr>
        <p:spPr>
          <a:xfrm>
            <a:off x="3124560" y="3288788"/>
            <a:ext cx="257251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CS (VLAN ports 9-15)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7" name="Google Shape;1587;p77"/>
          <p:cNvSpPr txBox="1"/>
          <p:nvPr/>
        </p:nvSpPr>
        <p:spPr>
          <a:xfrm>
            <a:off x="2212515" y="2760270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88" name="Google Shape;1588;p77"/>
          <p:cNvGrpSpPr/>
          <p:nvPr/>
        </p:nvGrpSpPr>
        <p:grpSpPr>
          <a:xfrm>
            <a:off x="1027763" y="2767775"/>
            <a:ext cx="609600" cy="558800"/>
            <a:chOff x="-44" y="1473"/>
            <a:chExt cx="981" cy="1105"/>
          </a:xfrm>
        </p:grpSpPr>
        <p:pic>
          <p:nvPicPr>
            <p:cNvPr descr="desktop_computer_stylized_medium" id="1589" name="Google Shape;1589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0" name="Google Shape;1590;p7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1" name="Google Shape;1591;p77"/>
          <p:cNvGrpSpPr/>
          <p:nvPr/>
        </p:nvGrpSpPr>
        <p:grpSpPr>
          <a:xfrm>
            <a:off x="1592544" y="2773109"/>
            <a:ext cx="609600" cy="558800"/>
            <a:chOff x="-44" y="1473"/>
            <a:chExt cx="981" cy="1105"/>
          </a:xfrm>
        </p:grpSpPr>
        <p:pic>
          <p:nvPicPr>
            <p:cNvPr descr="desktop_computer_stylized_medium" id="1592" name="Google Shape;1592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3" name="Google Shape;1593;p7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4" name="Google Shape;1594;p77"/>
          <p:cNvGrpSpPr/>
          <p:nvPr/>
        </p:nvGrpSpPr>
        <p:grpSpPr>
          <a:xfrm>
            <a:off x="2349411" y="2768447"/>
            <a:ext cx="609600" cy="558800"/>
            <a:chOff x="-44" y="1473"/>
            <a:chExt cx="981" cy="1105"/>
          </a:xfrm>
        </p:grpSpPr>
        <p:pic>
          <p:nvPicPr>
            <p:cNvPr descr="desktop_computer_stylized_medium" id="1595" name="Google Shape;1595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6" name="Google Shape;1596;p7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7" name="Google Shape;1597;p77"/>
          <p:cNvGrpSpPr/>
          <p:nvPr/>
        </p:nvGrpSpPr>
        <p:grpSpPr>
          <a:xfrm>
            <a:off x="3314812" y="2763785"/>
            <a:ext cx="609600" cy="558800"/>
            <a:chOff x="-44" y="1473"/>
            <a:chExt cx="981" cy="1105"/>
          </a:xfrm>
        </p:grpSpPr>
        <p:pic>
          <p:nvPicPr>
            <p:cNvPr descr="desktop_computer_stylized_medium" id="1598" name="Google Shape;1598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9" name="Google Shape;1599;p7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0" name="Google Shape;1600;p77"/>
          <p:cNvGrpSpPr/>
          <p:nvPr/>
        </p:nvGrpSpPr>
        <p:grpSpPr>
          <a:xfrm>
            <a:off x="3830039" y="2769695"/>
            <a:ext cx="609600" cy="558800"/>
            <a:chOff x="-44" y="1473"/>
            <a:chExt cx="981" cy="1105"/>
          </a:xfrm>
        </p:grpSpPr>
        <p:pic>
          <p:nvPicPr>
            <p:cNvPr descr="desktop_computer_stylized_medium" id="1601" name="Google Shape;1601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2" name="Google Shape;1602;p7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3" name="Google Shape;1603;p77"/>
          <p:cNvGrpSpPr/>
          <p:nvPr/>
        </p:nvGrpSpPr>
        <p:grpSpPr>
          <a:xfrm>
            <a:off x="4693640" y="2778687"/>
            <a:ext cx="609600" cy="558800"/>
            <a:chOff x="-44" y="1473"/>
            <a:chExt cx="981" cy="1105"/>
          </a:xfrm>
        </p:grpSpPr>
        <p:pic>
          <p:nvPicPr>
            <p:cNvPr descr="desktop_computer_stylized_medium" id="1604" name="Google Shape;1604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5" name="Google Shape;1605;p7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6" name="Google Shape;1606;p77"/>
          <p:cNvSpPr/>
          <p:nvPr/>
        </p:nvSpPr>
        <p:spPr>
          <a:xfrm>
            <a:off x="7262446" y="2518116"/>
            <a:ext cx="887249" cy="247659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7" name="Google Shape;1607;p77"/>
          <p:cNvSpPr/>
          <p:nvPr/>
        </p:nvSpPr>
        <p:spPr>
          <a:xfrm>
            <a:off x="6968086" y="2300638"/>
            <a:ext cx="1181609" cy="468313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8" name="Google Shape;1608;p77"/>
          <p:cNvCxnSpPr/>
          <p:nvPr/>
        </p:nvCxnSpPr>
        <p:spPr>
          <a:xfrm>
            <a:off x="6967071" y="2518439"/>
            <a:ext cx="1163270" cy="2862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9" name="Google Shape;1609;p77"/>
          <p:cNvCxnSpPr/>
          <p:nvPr/>
        </p:nvCxnSpPr>
        <p:spPr>
          <a:xfrm>
            <a:off x="7558841" y="2310163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0" name="Google Shape;1610;p77"/>
          <p:cNvCxnSpPr/>
          <p:nvPr/>
        </p:nvCxnSpPr>
        <p:spPr>
          <a:xfrm>
            <a:off x="7263566" y="2305401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1" name="Google Shape;1611;p77"/>
          <p:cNvCxnSpPr/>
          <p:nvPr/>
        </p:nvCxnSpPr>
        <p:spPr>
          <a:xfrm>
            <a:off x="7854116" y="2300638"/>
            <a:ext cx="0" cy="4635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12" name="Google Shape;1612;p77"/>
          <p:cNvSpPr txBox="1"/>
          <p:nvPr/>
        </p:nvSpPr>
        <p:spPr>
          <a:xfrm>
            <a:off x="7499716" y="2254508"/>
            <a:ext cx="241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3" name="Google Shape;1613;p77"/>
          <p:cNvSpPr txBox="1"/>
          <p:nvPr/>
        </p:nvSpPr>
        <p:spPr>
          <a:xfrm>
            <a:off x="7785634" y="2478093"/>
            <a:ext cx="24237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4" name="Google Shape;1614;p77"/>
          <p:cNvSpPr txBox="1"/>
          <p:nvPr/>
        </p:nvSpPr>
        <p:spPr>
          <a:xfrm>
            <a:off x="6893339" y="2473676"/>
            <a:ext cx="24237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5" name="Google Shape;1615;p77"/>
          <p:cNvSpPr txBox="1"/>
          <p:nvPr/>
        </p:nvSpPr>
        <p:spPr>
          <a:xfrm>
            <a:off x="7789706" y="2258673"/>
            <a:ext cx="24237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6" name="Google Shape;1616;p77"/>
          <p:cNvSpPr/>
          <p:nvPr/>
        </p:nvSpPr>
        <p:spPr>
          <a:xfrm>
            <a:off x="7104816" y="2613376"/>
            <a:ext cx="42862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7" name="Google Shape;1617;p77"/>
          <p:cNvSpPr/>
          <p:nvPr/>
        </p:nvSpPr>
        <p:spPr>
          <a:xfrm>
            <a:off x="7092116" y="2399063"/>
            <a:ext cx="42862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8" name="Google Shape;1618;p77"/>
          <p:cNvSpPr/>
          <p:nvPr/>
        </p:nvSpPr>
        <p:spPr>
          <a:xfrm>
            <a:off x="7971245" y="2607922"/>
            <a:ext cx="42863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9" name="Google Shape;1619;p77"/>
          <p:cNvSpPr txBox="1"/>
          <p:nvPr/>
        </p:nvSpPr>
        <p:spPr>
          <a:xfrm>
            <a:off x="7898454" y="2836289"/>
            <a:ext cx="3433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0" name="Google Shape;1620;p77"/>
          <p:cNvCxnSpPr/>
          <p:nvPr/>
        </p:nvCxnSpPr>
        <p:spPr>
          <a:xfrm>
            <a:off x="7116996" y="2624279"/>
            <a:ext cx="101600" cy="3778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1" name="Google Shape;1621;p77"/>
          <p:cNvCxnSpPr/>
          <p:nvPr/>
        </p:nvCxnSpPr>
        <p:spPr>
          <a:xfrm flipH="1">
            <a:off x="7586896" y="2641600"/>
            <a:ext cx="117034" cy="38431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22" name="Google Shape;1622;p77"/>
          <p:cNvGrpSpPr/>
          <p:nvPr/>
        </p:nvGrpSpPr>
        <p:grpSpPr>
          <a:xfrm>
            <a:off x="6754507" y="2802851"/>
            <a:ext cx="609600" cy="558800"/>
            <a:chOff x="-44" y="1473"/>
            <a:chExt cx="981" cy="1105"/>
          </a:xfrm>
        </p:grpSpPr>
        <p:pic>
          <p:nvPicPr>
            <p:cNvPr descr="desktop_computer_stylized_medium" id="1623" name="Google Shape;1623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4" name="Google Shape;1624;p7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5" name="Google Shape;1625;p77"/>
          <p:cNvGrpSpPr/>
          <p:nvPr/>
        </p:nvGrpSpPr>
        <p:grpSpPr>
          <a:xfrm>
            <a:off x="7269734" y="2808761"/>
            <a:ext cx="609600" cy="558800"/>
            <a:chOff x="-44" y="1473"/>
            <a:chExt cx="981" cy="1105"/>
          </a:xfrm>
        </p:grpSpPr>
        <p:pic>
          <p:nvPicPr>
            <p:cNvPr descr="desktop_computer_stylized_medium" id="1626" name="Google Shape;1626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7" name="Google Shape;1627;p7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8" name="Google Shape;1628;p77"/>
          <p:cNvGrpSpPr/>
          <p:nvPr/>
        </p:nvGrpSpPr>
        <p:grpSpPr>
          <a:xfrm>
            <a:off x="6951920" y="1887445"/>
            <a:ext cx="1206122" cy="410624"/>
            <a:chOff x="7399107" y="1365161"/>
            <a:chExt cx="2388836" cy="732595"/>
          </a:xfrm>
        </p:grpSpPr>
        <p:sp>
          <p:nvSpPr>
            <p:cNvPr id="1629" name="Google Shape;1629;p77"/>
            <p:cNvSpPr/>
            <p:nvPr/>
          </p:nvSpPr>
          <p:spPr>
            <a:xfrm>
              <a:off x="7399107" y="1365161"/>
              <a:ext cx="2388836" cy="732595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630" name="Google Shape;1630;p77"/>
            <p:cNvGrpSpPr/>
            <p:nvPr/>
          </p:nvGrpSpPr>
          <p:grpSpPr>
            <a:xfrm>
              <a:off x="7564997" y="1450537"/>
              <a:ext cx="2021605" cy="589765"/>
              <a:chOff x="7939341" y="3037317"/>
              <a:chExt cx="897649" cy="353919"/>
            </a:xfrm>
          </p:grpSpPr>
          <p:sp>
            <p:nvSpPr>
              <p:cNvPr id="1631" name="Google Shape;1631;p7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2" name="Google Shape;1632;p7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3" name="Google Shape;1633;p7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34" name="Google Shape;1634;p7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635" name="Google Shape;1635;p77"/>
          <p:cNvCxnSpPr/>
          <p:nvPr/>
        </p:nvCxnSpPr>
        <p:spPr>
          <a:xfrm>
            <a:off x="7991061" y="2628348"/>
            <a:ext cx="474942" cy="395964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636" name="Google Shape;1636;p77"/>
          <p:cNvGrpSpPr/>
          <p:nvPr/>
        </p:nvGrpSpPr>
        <p:grpSpPr>
          <a:xfrm>
            <a:off x="8133335" y="2817753"/>
            <a:ext cx="609600" cy="558800"/>
            <a:chOff x="-44" y="1473"/>
            <a:chExt cx="981" cy="1105"/>
          </a:xfrm>
        </p:grpSpPr>
        <p:pic>
          <p:nvPicPr>
            <p:cNvPr descr="desktop_computer_stylized_medium" id="1637" name="Google Shape;1637;p7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8" name="Google Shape;1638;p7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39" name="Google Shape;1639;p77"/>
          <p:cNvGrpSpPr/>
          <p:nvPr/>
        </p:nvGrpSpPr>
        <p:grpSpPr>
          <a:xfrm>
            <a:off x="4317661" y="2251388"/>
            <a:ext cx="2835275" cy="430213"/>
            <a:chOff x="2096" y="1154"/>
            <a:chExt cx="1786" cy="271"/>
          </a:xfrm>
        </p:grpSpPr>
        <p:sp>
          <p:nvSpPr>
            <p:cNvPr id="1640" name="Google Shape;1640;p77"/>
            <p:cNvSpPr/>
            <p:nvPr/>
          </p:nvSpPr>
          <p:spPr>
            <a:xfrm>
              <a:off x="2215" y="1381"/>
              <a:ext cx="27" cy="3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41" name="Google Shape;1641;p77"/>
            <p:cNvGrpSpPr/>
            <p:nvPr/>
          </p:nvGrpSpPr>
          <p:grpSpPr>
            <a:xfrm>
              <a:off x="2096" y="1154"/>
              <a:ext cx="1786" cy="271"/>
              <a:chOff x="2096" y="1154"/>
              <a:chExt cx="1786" cy="271"/>
            </a:xfrm>
          </p:grpSpPr>
          <p:sp>
            <p:nvSpPr>
              <p:cNvPr id="1642" name="Google Shape;1642;p77"/>
              <p:cNvSpPr txBox="1"/>
              <p:nvPr/>
            </p:nvSpPr>
            <p:spPr>
              <a:xfrm>
                <a:off x="2096" y="1290"/>
                <a:ext cx="188" cy="1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16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3" name="Google Shape;1643;p77"/>
              <p:cNvSpPr txBox="1"/>
              <p:nvPr/>
            </p:nvSpPr>
            <p:spPr>
              <a:xfrm>
                <a:off x="3729" y="1154"/>
                <a:ext cx="152" cy="1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b="0" i="0" lang="en-US" sz="8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4" name="Google Shape;1644;p77"/>
              <p:cNvSpPr/>
              <p:nvPr/>
            </p:nvSpPr>
            <p:spPr>
              <a:xfrm>
                <a:off x="3855" y="1247"/>
                <a:ext cx="27" cy="30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5" name="Google Shape;1645;p77"/>
              <p:cNvSpPr/>
              <p:nvPr/>
            </p:nvSpPr>
            <p:spPr>
              <a:xfrm>
                <a:off x="2226" y="1260"/>
                <a:ext cx="1644" cy="135"/>
              </a:xfrm>
              <a:custGeom>
                <a:rect b="b" l="l" r="r" t="t"/>
                <a:pathLst>
                  <a:path extrusionOk="0" h="135" w="1644">
                    <a:moveTo>
                      <a:pt x="0" y="135"/>
                    </a:moveTo>
                    <a:lnTo>
                      <a:pt x="852" y="132"/>
                    </a:lnTo>
                    <a:lnTo>
                      <a:pt x="1050" y="0"/>
                    </a:lnTo>
                    <a:lnTo>
                      <a:pt x="1644" y="0"/>
                    </a:lnTo>
                  </a:path>
                </a:pathLst>
              </a:custGeom>
              <a:noFill/>
              <a:ln cap="flat" cmpd="sng" w="28575">
                <a:solidFill>
                  <a:srgbClr val="FF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46" name="Google Shape;1646;p77"/>
          <p:cNvSpPr txBox="1"/>
          <p:nvPr/>
        </p:nvSpPr>
        <p:spPr>
          <a:xfrm>
            <a:off x="7500889" y="2475447"/>
            <a:ext cx="241300" cy="214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7" name="Google Shape;1647;p77"/>
          <p:cNvSpPr txBox="1"/>
          <p:nvPr/>
        </p:nvSpPr>
        <p:spPr>
          <a:xfrm>
            <a:off x="7218068" y="2256799"/>
            <a:ext cx="24237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8" name="Google Shape;1648;p77"/>
          <p:cNvSpPr txBox="1"/>
          <p:nvPr/>
        </p:nvSpPr>
        <p:spPr>
          <a:xfrm>
            <a:off x="7199854" y="2474305"/>
            <a:ext cx="242374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9" name="Google Shape;1649;p77"/>
          <p:cNvSpPr/>
          <p:nvPr/>
        </p:nvSpPr>
        <p:spPr>
          <a:xfrm>
            <a:off x="7682457" y="2619380"/>
            <a:ext cx="42863" cy="47625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0" name="Google Shape;1650;p77"/>
          <p:cNvSpPr txBox="1"/>
          <p:nvPr/>
        </p:nvSpPr>
        <p:spPr>
          <a:xfrm>
            <a:off x="6441701" y="3325906"/>
            <a:ext cx="240823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Ports 2,3,5 belong to EE VLAN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Ports 4,6,7,8 belong to CS VLAN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1" name="Google Shape;1651;p77"/>
          <p:cNvSpPr txBox="1"/>
          <p:nvPr/>
        </p:nvSpPr>
        <p:spPr>
          <a:xfrm>
            <a:off x="1379351" y="4052608"/>
            <a:ext cx="9983414" cy="2687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trunk port: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carries frames between VLANS defined over multiple physical switches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013" lvl="1" marL="4667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frames forwarded within VLAN between switches can’t be vanilla 802.1 frames (must carry VLAN ID info)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7013" lvl="1" marL="4667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802.1q protocol adds/removed additional header fields for frames forwarded between trunk ports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78"/>
          <p:cNvSpPr txBox="1"/>
          <p:nvPr>
            <p:ph type="title"/>
          </p:nvPr>
        </p:nvSpPr>
        <p:spPr>
          <a:xfrm>
            <a:off x="800100" y="349426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4400"/>
              <a:buFont typeface="Calibri"/>
              <a:buNone/>
            </a:pPr>
            <a:r>
              <a:rPr b="0" lang="en-US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802.1Q VLAN frame format</a:t>
            </a:r>
            <a:endParaRPr/>
          </a:p>
        </p:txBody>
      </p:sp>
      <p:sp>
        <p:nvSpPr>
          <p:cNvPr id="1658" name="Google Shape;1658;p78"/>
          <p:cNvSpPr txBox="1"/>
          <p:nvPr>
            <p:ph idx="12" type="sldNum"/>
          </p:nvPr>
        </p:nvSpPr>
        <p:spPr>
          <a:xfrm>
            <a:off x="9206737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Link Layer: 6-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9" name="Google Shape;1659;p78"/>
          <p:cNvSpPr txBox="1"/>
          <p:nvPr/>
        </p:nvSpPr>
        <p:spPr>
          <a:xfrm>
            <a:off x="9037266" y="1963177"/>
            <a:ext cx="285334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802.1 Ethernet frame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60" name="Google Shape;1660;p78"/>
          <p:cNvGrpSpPr/>
          <p:nvPr/>
        </p:nvGrpSpPr>
        <p:grpSpPr>
          <a:xfrm>
            <a:off x="970245" y="1413943"/>
            <a:ext cx="7867780" cy="1104405"/>
            <a:chOff x="940711" y="4902593"/>
            <a:chExt cx="6291001" cy="992895"/>
          </a:xfrm>
        </p:grpSpPr>
        <p:cxnSp>
          <p:nvCxnSpPr>
            <p:cNvPr id="1661" name="Google Shape;1661;p78"/>
            <p:cNvCxnSpPr/>
            <p:nvPr/>
          </p:nvCxnSpPr>
          <p:spPr>
            <a:xfrm>
              <a:off x="3570934" y="5199463"/>
              <a:ext cx="0" cy="20464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62" name="Google Shape;1662;p78"/>
            <p:cNvSpPr/>
            <p:nvPr/>
          </p:nvSpPr>
          <p:spPr>
            <a:xfrm>
              <a:off x="976959" y="5272489"/>
              <a:ext cx="6254753" cy="547846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63" name="Google Shape;1663;p78"/>
            <p:cNvCxnSpPr/>
            <p:nvPr/>
          </p:nvCxnSpPr>
          <p:spPr>
            <a:xfrm>
              <a:off x="1970955" y="5262636"/>
              <a:ext cx="0" cy="550375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4" name="Google Shape;1664;p78"/>
            <p:cNvCxnSpPr/>
            <p:nvPr/>
          </p:nvCxnSpPr>
          <p:spPr>
            <a:xfrm>
              <a:off x="2701175" y="5265808"/>
              <a:ext cx="0" cy="583683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5" name="Google Shape;1665;p78"/>
            <p:cNvCxnSpPr/>
            <p:nvPr/>
          </p:nvCxnSpPr>
          <p:spPr>
            <a:xfrm>
              <a:off x="3429808" y="5270567"/>
              <a:ext cx="0" cy="548789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6" name="Google Shape;1666;p78"/>
            <p:cNvCxnSpPr/>
            <p:nvPr/>
          </p:nvCxnSpPr>
          <p:spPr>
            <a:xfrm>
              <a:off x="3683797" y="5265808"/>
              <a:ext cx="0" cy="580510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7" name="Google Shape;1667;p78"/>
            <p:cNvCxnSpPr/>
            <p:nvPr/>
          </p:nvCxnSpPr>
          <p:spPr>
            <a:xfrm>
              <a:off x="5650628" y="5272152"/>
              <a:ext cx="0" cy="62333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68" name="Google Shape;1668;p78"/>
            <p:cNvSpPr txBox="1"/>
            <p:nvPr/>
          </p:nvSpPr>
          <p:spPr>
            <a:xfrm>
              <a:off x="1927355" y="5375236"/>
              <a:ext cx="844810" cy="329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dest.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78"/>
            <p:cNvSpPr txBox="1"/>
            <p:nvPr/>
          </p:nvSpPr>
          <p:spPr>
            <a:xfrm>
              <a:off x="2652391" y="5379038"/>
              <a:ext cx="844810" cy="329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78"/>
            <p:cNvSpPr txBox="1"/>
            <p:nvPr/>
          </p:nvSpPr>
          <p:spPr>
            <a:xfrm>
              <a:off x="3969632" y="5447787"/>
              <a:ext cx="1377407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 (payload)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78"/>
            <p:cNvSpPr txBox="1"/>
            <p:nvPr/>
          </p:nvSpPr>
          <p:spPr>
            <a:xfrm>
              <a:off x="5941065" y="5431291"/>
              <a:ext cx="855572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2" name="Google Shape;1672;p78"/>
            <p:cNvSpPr txBox="1"/>
            <p:nvPr/>
          </p:nvSpPr>
          <p:spPr>
            <a:xfrm>
              <a:off x="940711" y="5468237"/>
              <a:ext cx="1070128" cy="2126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preamble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3" name="Google Shape;1673;p78"/>
            <p:cNvSpPr txBox="1"/>
            <p:nvPr/>
          </p:nvSpPr>
          <p:spPr>
            <a:xfrm>
              <a:off x="3321504" y="4902593"/>
              <a:ext cx="770260" cy="2923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type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674" name="Google Shape;1674;p78"/>
          <p:cNvCxnSpPr/>
          <p:nvPr/>
        </p:nvCxnSpPr>
        <p:spPr>
          <a:xfrm>
            <a:off x="4366933" y="3946525"/>
            <a:ext cx="0" cy="8572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5" name="Google Shape;1675;p78"/>
          <p:cNvSpPr/>
          <p:nvPr/>
        </p:nvSpPr>
        <p:spPr>
          <a:xfrm>
            <a:off x="1407459" y="4770209"/>
            <a:ext cx="3210879" cy="6771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2-byte Tag Protocol Identifier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           (value: 81-00)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6" name="Google Shape;1676;p78"/>
          <p:cNvSpPr/>
          <p:nvPr/>
        </p:nvSpPr>
        <p:spPr>
          <a:xfrm>
            <a:off x="4702269" y="5148138"/>
            <a:ext cx="4818248" cy="7694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Tag Control Information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(12 bit VLAN ID field, 3 bit priority field like IP TOS)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77" name="Google Shape;1677;p78"/>
          <p:cNvCxnSpPr/>
          <p:nvPr/>
        </p:nvCxnSpPr>
        <p:spPr>
          <a:xfrm>
            <a:off x="8942855" y="4032157"/>
            <a:ext cx="0" cy="8572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78" name="Google Shape;1678;p78"/>
          <p:cNvSpPr/>
          <p:nvPr/>
        </p:nvSpPr>
        <p:spPr>
          <a:xfrm>
            <a:off x="8485655" y="4887819"/>
            <a:ext cx="1238250" cy="4810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Recomputed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CRC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9" name="Google Shape;1679;p78"/>
          <p:cNvGrpSpPr/>
          <p:nvPr/>
        </p:nvGrpSpPr>
        <p:grpSpPr>
          <a:xfrm>
            <a:off x="974727" y="2418509"/>
            <a:ext cx="10895172" cy="1664180"/>
            <a:chOff x="974727" y="2418509"/>
            <a:chExt cx="10895172" cy="1664180"/>
          </a:xfrm>
        </p:grpSpPr>
        <p:cxnSp>
          <p:nvCxnSpPr>
            <p:cNvPr id="1680" name="Google Shape;1680;p78"/>
            <p:cNvCxnSpPr/>
            <p:nvPr/>
          </p:nvCxnSpPr>
          <p:spPr>
            <a:xfrm>
              <a:off x="4089588" y="2418509"/>
              <a:ext cx="979954" cy="95670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681" name="Google Shape;1681;p78"/>
            <p:cNvCxnSpPr/>
            <p:nvPr/>
          </p:nvCxnSpPr>
          <p:spPr>
            <a:xfrm>
              <a:off x="8803063" y="2441481"/>
              <a:ext cx="905714" cy="94717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1682" name="Google Shape;1682;p78"/>
            <p:cNvSpPr txBox="1"/>
            <p:nvPr/>
          </p:nvSpPr>
          <p:spPr>
            <a:xfrm>
              <a:off x="9968288" y="3478025"/>
              <a:ext cx="1901611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802.1Q frame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83" name="Google Shape;1683;p78"/>
            <p:cNvCxnSpPr/>
            <p:nvPr/>
          </p:nvCxnSpPr>
          <p:spPr>
            <a:xfrm>
              <a:off x="5272715" y="3308495"/>
              <a:ext cx="0" cy="22763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84" name="Google Shape;1684;p78"/>
            <p:cNvSpPr/>
            <p:nvPr/>
          </p:nvSpPr>
          <p:spPr>
            <a:xfrm>
              <a:off x="1020060" y="3389722"/>
              <a:ext cx="8796294" cy="609373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t/>
              </a:r>
              <a:endPara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85" name="Google Shape;1685;p78"/>
            <p:cNvCxnSpPr/>
            <p:nvPr/>
          </p:nvCxnSpPr>
          <p:spPr>
            <a:xfrm>
              <a:off x="2263192" y="3378763"/>
              <a:ext cx="0" cy="61218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6" name="Google Shape;1686;p78"/>
            <p:cNvCxnSpPr/>
            <p:nvPr/>
          </p:nvCxnSpPr>
          <p:spPr>
            <a:xfrm>
              <a:off x="3176434" y="3382291"/>
              <a:ext cx="0" cy="649235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7" name="Google Shape;1687;p78"/>
            <p:cNvCxnSpPr/>
            <p:nvPr/>
          </p:nvCxnSpPr>
          <p:spPr>
            <a:xfrm>
              <a:off x="5096217" y="3387584"/>
              <a:ext cx="0" cy="61042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8" name="Google Shape;1688;p78"/>
            <p:cNvCxnSpPr/>
            <p:nvPr/>
          </p:nvCxnSpPr>
          <p:spPr>
            <a:xfrm>
              <a:off x="5413866" y="3382291"/>
              <a:ext cx="0" cy="64570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9" name="Google Shape;1689;p78"/>
            <p:cNvCxnSpPr/>
            <p:nvPr/>
          </p:nvCxnSpPr>
          <p:spPr>
            <a:xfrm>
              <a:off x="7873664" y="3389347"/>
              <a:ext cx="0" cy="69334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90" name="Google Shape;1690;p78"/>
            <p:cNvSpPr txBox="1"/>
            <p:nvPr/>
          </p:nvSpPr>
          <p:spPr>
            <a:xfrm>
              <a:off x="2208664" y="3504009"/>
              <a:ext cx="1056553" cy="36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dest.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1" name="Google Shape;1691;p78"/>
            <p:cNvSpPr txBox="1"/>
            <p:nvPr/>
          </p:nvSpPr>
          <p:spPr>
            <a:xfrm>
              <a:off x="3115423" y="3508238"/>
              <a:ext cx="1056553" cy="3661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source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1" lang="en-US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address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2" name="Google Shape;1692;p78"/>
            <p:cNvSpPr txBox="1"/>
            <p:nvPr/>
          </p:nvSpPr>
          <p:spPr>
            <a:xfrm>
              <a:off x="5771342" y="3584708"/>
              <a:ext cx="1722641" cy="2365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 (payload)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78"/>
            <p:cNvSpPr txBox="1"/>
            <p:nvPr/>
          </p:nvSpPr>
          <p:spPr>
            <a:xfrm>
              <a:off x="8236896" y="3566359"/>
              <a:ext cx="1070013" cy="2365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CRC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4" name="Google Shape;1694;p78"/>
            <p:cNvSpPr txBox="1"/>
            <p:nvPr/>
          </p:nvSpPr>
          <p:spPr>
            <a:xfrm>
              <a:off x="974727" y="3607454"/>
              <a:ext cx="1338345" cy="2365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6666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preamble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5" name="Google Shape;1695;p78"/>
            <p:cNvSpPr txBox="1"/>
            <p:nvPr/>
          </p:nvSpPr>
          <p:spPr>
            <a:xfrm>
              <a:off x="4960768" y="2978284"/>
              <a:ext cx="963318" cy="3251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type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96" name="Google Shape;1696;p78"/>
            <p:cNvCxnSpPr/>
            <p:nvPr/>
          </p:nvCxnSpPr>
          <p:spPr>
            <a:xfrm>
              <a:off x="4092170" y="3405513"/>
              <a:ext cx="0" cy="61042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7" name="Google Shape;1697;p78"/>
            <p:cNvCxnSpPr/>
            <p:nvPr/>
          </p:nvCxnSpPr>
          <p:spPr>
            <a:xfrm>
              <a:off x="4594194" y="3383101"/>
              <a:ext cx="0" cy="61042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8" name="Google Shape;1698;p78"/>
            <p:cNvCxnSpPr/>
            <p:nvPr/>
          </p:nvCxnSpPr>
          <p:spPr>
            <a:xfrm flipH="1">
              <a:off x="1035424" y="2436437"/>
              <a:ext cx="19611" cy="96566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699" name="Google Shape;1699;p78"/>
            <p:cNvCxnSpPr/>
            <p:nvPr/>
          </p:nvCxnSpPr>
          <p:spPr>
            <a:xfrm flipH="1">
              <a:off x="4065495" y="2440920"/>
              <a:ext cx="19611" cy="965667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</p:grpSp>
      <p:cxnSp>
        <p:nvCxnSpPr>
          <p:cNvPr id="1700" name="Google Shape;1700;p78"/>
          <p:cNvCxnSpPr/>
          <p:nvPr/>
        </p:nvCxnSpPr>
        <p:spPr>
          <a:xfrm>
            <a:off x="4827494" y="4034118"/>
            <a:ext cx="0" cy="1156447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01" name="Google Shape;1701;p78"/>
          <p:cNvSpPr/>
          <p:nvPr/>
        </p:nvSpPr>
        <p:spPr>
          <a:xfrm>
            <a:off x="4101353" y="3334872"/>
            <a:ext cx="1008529" cy="68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7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2020-01-18T07:24:59Z</dcterms:created>
  <dc:creator>James Kurose</dc:creator>
</cp:coreProperties>
</file>