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5" r:id="rId1"/>
  </p:sldMasterIdLst>
  <p:notesMasterIdLst>
    <p:notesMasterId r:id="rId3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Lst>
  <p:sldSz cx="9144000" cy="5143500" type="screen16x9"/>
  <p:notesSz cx="6858000" cy="9144000"/>
  <p:embeddedFontLst>
    <p:embeddedFont>
      <p:font typeface="Calibri" pitchFamily="34" charset="0"/>
      <p:regular r:id="rId40"/>
      <p:bold r:id="rId41"/>
      <p:italic r:id="rId42"/>
      <p:boldItalic r:id="rId43"/>
    </p:embeddedFont>
    <p:embeddedFont>
      <p:font typeface="Quattrocento Sans" charset="0"/>
      <p:regular r:id="rId44"/>
      <p:bold r:id="rId45"/>
      <p:italic r:id="rId46"/>
      <p:boldItalic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2" d="100"/>
          <a:sy n="102" d="100"/>
        </p:scale>
        <p:origin x="-456" y="1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3.fntdata"/><Relationship Id="rId47" Type="http://schemas.openxmlformats.org/officeDocument/2006/relationships/font" Target="fonts/font8.fntdata"/><Relationship Id="rId50"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1.fntdata"/><Relationship Id="rId45"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4.fntdata"/><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414545923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112a33a3f41_0_6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112a33a3f41_0_6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10b705fbb91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10b705fbb9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112a33a3f41_0_2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g112a33a3f41_0_2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10e87518221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10e87518221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112a33a3f41_0_4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 name="Google Shape;195;g112a33a3f41_0_4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112a33a3f41_0_4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112a33a3f41_0_4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112a33a3f41_0_4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112a33a3f41_0_4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112a33a3f41_0_4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112a33a3f41_0_4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112a33a3f41_0_4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g112a33a3f41_0_4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1139e2556fc_0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1139e2556fc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112a33a3f41_0_45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112a33a3f41_0_4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1139e2556fc_0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 name="Google Shape;242;g1139e2556fc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10e2acc05a8_0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9" name="Google Shape;249;g10e2acc05a8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112a33a3f41_0_6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 name="Google Shape;256;g112a33a3f41_0_6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10e2acc05a8_0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3" name="Google Shape;263;g10e2acc05a8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112a33a3f41_0_46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9" name="Google Shape;269;g112a33a3f41_0_4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112a33a3f41_0_47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7" name="Google Shape;287;g112a33a3f41_0_4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112a33a3f41_0_48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112a33a3f41_0_4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114f2d6524b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114f2d6524b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112a33a3f41_0_48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5" name="Google Shape;305;g112a33a3f41_0_4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g114f94e7724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1" name="Google Shape;311;g114f94e7724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g112a33a3f41_0_49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8" name="Google Shape;318;g112a33a3f41_0_4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g114f94e7724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4" name="Google Shape;324;g114f94e772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g112a33a3f41_0_2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1" name="Google Shape;331;g112a33a3f41_0_2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g114f2d6524b_0_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7" name="Google Shape;337;g114f2d6524b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g114f2d6524b_0_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3" name="Google Shape;343;g114f2d6524b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g114efe09233_0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9" name="Google Shape;349;g114efe09233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g114efe09233_0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6" name="Google Shape;356;g114efe09233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g1152e8e2a68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 name="Google Shape;363;g1152e8e2a6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g112a33a3f41_0_2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1" name="Google Shape;371;g112a33a3f41_0_2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g10e87518221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6" name="Google Shape;376;g10e8751822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g10d1ed6367e_0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2" name="Google Shape;382;g10d1ed6367e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g10e87518221_0_8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8" name="Google Shape;388;g10e87518221_0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g10e87518221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4" name="Google Shape;394;g10e87518221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g10e87518221_0_1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0" name="Google Shape;400;g10e87518221_0_1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g10e87518221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6" name="Google Shape;406;g10e87518221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rgbClr val="3EADA7"/>
        </a:solidFill>
        <a:effectLst/>
      </p:bgPr>
    </p:bg>
    <p:spTree>
      <p:nvGrpSpPr>
        <p:cNvPr id="1" name="Shape 11"/>
        <p:cNvGrpSpPr/>
        <p:nvPr/>
      </p:nvGrpSpPr>
      <p:grpSpPr>
        <a:xfrm>
          <a:off x="0" y="0"/>
          <a:ext cx="0" cy="0"/>
          <a:chOff x="0" y="0"/>
          <a:chExt cx="0" cy="0"/>
        </a:xfrm>
      </p:grpSpPr>
      <p:pic>
        <p:nvPicPr>
          <p:cNvPr id="12" name="Google Shape;12;p2" descr="IIITD_pptslide_jpeg-03.jpg"/>
          <p:cNvPicPr preferRelativeResize="0"/>
          <p:nvPr/>
        </p:nvPicPr>
        <p:blipFill rotWithShape="1">
          <a:blip r:embed="rId2">
            <a:alphaModFix/>
          </a:blip>
          <a:srcRect l="72917" t="69259"/>
          <a:stretch/>
        </p:blipFill>
        <p:spPr>
          <a:xfrm>
            <a:off x="7286625" y="3562350"/>
            <a:ext cx="1857374" cy="1581152"/>
          </a:xfrm>
          <a:prstGeom prst="rect">
            <a:avLst/>
          </a:prstGeom>
          <a:noFill/>
          <a:ln>
            <a:noFill/>
          </a:ln>
        </p:spPr>
      </p:pic>
      <p:sp>
        <p:nvSpPr>
          <p:cNvPr id="13" name="Google Shape;13;p2"/>
          <p:cNvSpPr txBox="1">
            <a:spLocks noGrp="1"/>
          </p:cNvSpPr>
          <p:nvPr>
            <p:ph type="ctrTitle"/>
          </p:nvPr>
        </p:nvSpPr>
        <p:spPr>
          <a:xfrm>
            <a:off x="1143000" y="797753"/>
            <a:ext cx="7315200" cy="1406400"/>
          </a:xfrm>
          <a:prstGeom prst="rect">
            <a:avLst/>
          </a:prstGeom>
          <a:noFill/>
          <a:ln>
            <a:noFill/>
          </a:ln>
        </p:spPr>
        <p:txBody>
          <a:bodyPr spcFirstLastPara="1" wrap="square" lIns="68575" tIns="34275" rIns="68575" bIns="34275" anchor="b" anchorCtr="0">
            <a:normAutofit/>
          </a:bodyPr>
          <a:lstStyle>
            <a:lvl1pPr lvl="0" algn="r">
              <a:lnSpc>
                <a:spcPct val="90000"/>
              </a:lnSpc>
              <a:spcBef>
                <a:spcPts val="0"/>
              </a:spcBef>
              <a:spcAft>
                <a:spcPts val="0"/>
              </a:spcAft>
              <a:buClr>
                <a:schemeClr val="lt1"/>
              </a:buClr>
              <a:buSzPts val="4100"/>
              <a:buFont typeface="Quattrocento Sans"/>
              <a:buNone/>
              <a:defRPr sz="41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4" name="Google Shape;14;p2"/>
          <p:cNvSpPr txBox="1">
            <a:spLocks noGrp="1"/>
          </p:cNvSpPr>
          <p:nvPr>
            <p:ph type="subTitle" idx="1"/>
          </p:nvPr>
        </p:nvSpPr>
        <p:spPr>
          <a:xfrm>
            <a:off x="4114800" y="2430433"/>
            <a:ext cx="4343400" cy="1532100"/>
          </a:xfrm>
          <a:prstGeom prst="rect">
            <a:avLst/>
          </a:prstGeom>
          <a:noFill/>
          <a:ln>
            <a:noFill/>
          </a:ln>
        </p:spPr>
        <p:txBody>
          <a:bodyPr spcFirstLastPara="1" wrap="square" lIns="68575" tIns="34275" rIns="68575" bIns="34275" anchor="t" anchorCtr="0">
            <a:normAutofit/>
          </a:bodyPr>
          <a:lstStyle>
            <a:lvl1pPr lvl="0" algn="r">
              <a:lnSpc>
                <a:spcPct val="90000"/>
              </a:lnSpc>
              <a:spcBef>
                <a:spcPts val="800"/>
              </a:spcBef>
              <a:spcAft>
                <a:spcPts val="0"/>
              </a:spcAft>
              <a:buClr>
                <a:srgbClr val="E9F7F6"/>
              </a:buClr>
              <a:buSzPts val="1800"/>
              <a:buNone/>
              <a:defRPr sz="1800">
                <a:solidFill>
                  <a:srgbClr val="E9F7F6"/>
                </a:solidFill>
              </a:defRPr>
            </a:lvl1pPr>
            <a:lvl2pPr lvl="1" algn="ctr">
              <a:lnSpc>
                <a:spcPct val="90000"/>
              </a:lnSpc>
              <a:spcBef>
                <a:spcPts val="400"/>
              </a:spcBef>
              <a:spcAft>
                <a:spcPts val="0"/>
              </a:spcAft>
              <a:buClr>
                <a:schemeClr val="dk1"/>
              </a:buClr>
              <a:buSzPts val="2100"/>
              <a:buNone/>
              <a:defRPr sz="2100"/>
            </a:lvl2pPr>
            <a:lvl3pPr lvl="2" algn="ctr">
              <a:lnSpc>
                <a:spcPct val="90000"/>
              </a:lnSpc>
              <a:spcBef>
                <a:spcPts val="400"/>
              </a:spcBef>
              <a:spcAft>
                <a:spcPts val="0"/>
              </a:spcAft>
              <a:buClr>
                <a:schemeClr val="dk1"/>
              </a:buClr>
              <a:buSzPts val="1800"/>
              <a:buNone/>
              <a:defRPr sz="1800"/>
            </a:lvl3pPr>
            <a:lvl4pPr lvl="3" algn="ctr">
              <a:lnSpc>
                <a:spcPct val="90000"/>
              </a:lnSpc>
              <a:spcBef>
                <a:spcPts val="400"/>
              </a:spcBef>
              <a:spcAft>
                <a:spcPts val="0"/>
              </a:spcAft>
              <a:buClr>
                <a:schemeClr val="dk1"/>
              </a:buClr>
              <a:buSzPts val="1500"/>
              <a:buNone/>
              <a:defRPr sz="1500"/>
            </a:lvl4pPr>
            <a:lvl5pPr lvl="4" algn="ctr">
              <a:lnSpc>
                <a:spcPct val="90000"/>
              </a:lnSpc>
              <a:spcBef>
                <a:spcPts val="400"/>
              </a:spcBef>
              <a:spcAft>
                <a:spcPts val="0"/>
              </a:spcAft>
              <a:buClr>
                <a:schemeClr val="dk1"/>
              </a:buClr>
              <a:buSzPts val="1500"/>
              <a:buNone/>
              <a:defRPr sz="1500"/>
            </a:lvl5pPr>
            <a:lvl6pPr lvl="5" algn="ctr">
              <a:spcBef>
                <a:spcPts val="300"/>
              </a:spcBef>
              <a:spcAft>
                <a:spcPts val="0"/>
              </a:spcAft>
              <a:buClr>
                <a:schemeClr val="dk1"/>
              </a:buClr>
              <a:buSzPts val="1500"/>
              <a:buNone/>
              <a:defRPr sz="1500"/>
            </a:lvl6pPr>
            <a:lvl7pPr lvl="6" algn="ctr">
              <a:spcBef>
                <a:spcPts val="300"/>
              </a:spcBef>
              <a:spcAft>
                <a:spcPts val="0"/>
              </a:spcAft>
              <a:buClr>
                <a:schemeClr val="dk1"/>
              </a:buClr>
              <a:buSzPts val="1500"/>
              <a:buNone/>
              <a:defRPr sz="1500"/>
            </a:lvl7pPr>
            <a:lvl8pPr lvl="7" algn="ctr">
              <a:spcBef>
                <a:spcPts val="300"/>
              </a:spcBef>
              <a:spcAft>
                <a:spcPts val="0"/>
              </a:spcAft>
              <a:buClr>
                <a:schemeClr val="dk1"/>
              </a:buClr>
              <a:buSzPts val="1500"/>
              <a:buNone/>
              <a:defRPr sz="1500"/>
            </a:lvl8pPr>
            <a:lvl9pPr lvl="8" algn="ctr">
              <a:spcBef>
                <a:spcPts val="300"/>
              </a:spcBef>
              <a:spcAft>
                <a:spcPts val="0"/>
              </a:spcAft>
              <a:buClr>
                <a:schemeClr val="dk1"/>
              </a:buClr>
              <a:buSzPts val="1500"/>
              <a:buNone/>
              <a:defRPr sz="1500"/>
            </a:lvl9pPr>
          </a:lstStyle>
          <a:p>
            <a:endParaRPr/>
          </a:p>
        </p:txBody>
      </p:sp>
      <p:sp>
        <p:nvSpPr>
          <p:cNvPr id="15" name="Google Shape;15;p2"/>
          <p:cNvSpPr txBox="1">
            <a:spLocks noGrp="1"/>
          </p:cNvSpPr>
          <p:nvPr>
            <p:ph type="dt" idx="10"/>
          </p:nvPr>
        </p:nvSpPr>
        <p:spPr>
          <a:xfrm>
            <a:off x="411480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Google Shape;16;p2"/>
          <p:cNvSpPr txBox="1">
            <a:spLocks noGrp="1"/>
          </p:cNvSpPr>
          <p:nvPr>
            <p:ph type="sldNum" idx="12"/>
          </p:nvPr>
        </p:nvSpPr>
        <p:spPr>
          <a:xfrm>
            <a:off x="6463146"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cxnSp>
        <p:nvCxnSpPr>
          <p:cNvPr id="17" name="Google Shape;17;p2"/>
          <p:cNvCxnSpPr/>
          <p:nvPr/>
        </p:nvCxnSpPr>
        <p:spPr>
          <a:xfrm>
            <a:off x="685800" y="2317221"/>
            <a:ext cx="7772400" cy="0"/>
          </a:xfrm>
          <a:prstGeom prst="straightConnector1">
            <a:avLst/>
          </a:prstGeom>
          <a:noFill/>
          <a:ln w="9525" cap="flat" cmpd="sng">
            <a:solidFill>
              <a:schemeClr val="lt1"/>
            </a:solidFill>
            <a:prstDash val="solid"/>
            <a:round/>
            <a:headEnd type="none" w="sm" len="sm"/>
            <a:tailEnd type="none" w="sm" len="sm"/>
          </a:ln>
        </p:spPr>
      </p:cxnSp>
      <p:pic>
        <p:nvPicPr>
          <p:cNvPr id="18" name="Google Shape;18;p2"/>
          <p:cNvPicPr preferRelativeResize="0"/>
          <p:nvPr/>
        </p:nvPicPr>
        <p:blipFill rotWithShape="1">
          <a:blip r:embed="rId3">
            <a:alphaModFix/>
          </a:blip>
          <a:srcRect/>
          <a:stretch/>
        </p:blipFill>
        <p:spPr>
          <a:xfrm>
            <a:off x="685800" y="3401088"/>
            <a:ext cx="2260623" cy="1244144"/>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pic>
        <p:nvPicPr>
          <p:cNvPr id="20" name="Google Shape;20;p3"/>
          <p:cNvPicPr preferRelativeResize="0"/>
          <p:nvPr/>
        </p:nvPicPr>
        <p:blipFill rotWithShape="1">
          <a:blip r:embed="rId2">
            <a:alphaModFix/>
          </a:blip>
          <a:srcRect l="72690" t="69862"/>
          <a:stretch/>
        </p:blipFill>
        <p:spPr>
          <a:xfrm>
            <a:off x="7271061" y="3592286"/>
            <a:ext cx="1872937" cy="1551215"/>
          </a:xfrm>
          <a:prstGeom prst="rect">
            <a:avLst/>
          </a:prstGeom>
          <a:noFill/>
          <a:ln>
            <a:noFill/>
          </a:ln>
        </p:spPr>
      </p:pic>
      <p:sp>
        <p:nvSpPr>
          <p:cNvPr id="21" name="Google Shape;21;p3"/>
          <p:cNvSpPr txBox="1">
            <a:spLocks noGrp="1"/>
          </p:cNvSpPr>
          <p:nvPr>
            <p:ph type="title"/>
          </p:nvPr>
        </p:nvSpPr>
        <p:spPr>
          <a:xfrm>
            <a:off x="633845" y="274320"/>
            <a:ext cx="7084200" cy="6195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rgbClr val="3EADA7"/>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2" name="Google Shape;22;p3"/>
          <p:cNvSpPr txBox="1">
            <a:spLocks noGrp="1"/>
          </p:cNvSpPr>
          <p:nvPr>
            <p:ph type="body" idx="1"/>
          </p:nvPr>
        </p:nvSpPr>
        <p:spPr>
          <a:xfrm>
            <a:off x="633845" y="1035887"/>
            <a:ext cx="7886700" cy="35991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spcBef>
                <a:spcPts val="300"/>
              </a:spcBef>
              <a:spcAft>
                <a:spcPts val="0"/>
              </a:spcAft>
              <a:buClr>
                <a:schemeClr val="dk1"/>
              </a:buClr>
              <a:buSzPts val="1400"/>
              <a:buChar char="●"/>
              <a:defRPr/>
            </a:lvl6pPr>
            <a:lvl7pPr marL="3200400" lvl="6" indent="-317500" algn="l">
              <a:spcBef>
                <a:spcPts val="300"/>
              </a:spcBef>
              <a:spcAft>
                <a:spcPts val="0"/>
              </a:spcAft>
              <a:buClr>
                <a:schemeClr val="dk1"/>
              </a:buClr>
              <a:buSzPts val="1400"/>
              <a:buChar char="●"/>
              <a:defRPr/>
            </a:lvl7pPr>
            <a:lvl8pPr marL="3657600" lvl="7" indent="-317500" algn="l">
              <a:spcBef>
                <a:spcPts val="300"/>
              </a:spcBef>
              <a:spcAft>
                <a:spcPts val="0"/>
              </a:spcAft>
              <a:buClr>
                <a:schemeClr val="dk1"/>
              </a:buClr>
              <a:buSzPts val="1400"/>
              <a:buChar char="●"/>
              <a:defRPr/>
            </a:lvl8pPr>
            <a:lvl9pPr marL="4114800" lvl="8" indent="-317500" algn="l">
              <a:spcBef>
                <a:spcPts val="300"/>
              </a:spcBef>
              <a:spcAft>
                <a:spcPts val="0"/>
              </a:spcAft>
              <a:buClr>
                <a:schemeClr val="dk1"/>
              </a:buClr>
              <a:buSzPts val="1400"/>
              <a:buChar char="●"/>
              <a:defRPr/>
            </a:lvl9pPr>
          </a:lstStyle>
          <a:p>
            <a:endParaRPr/>
          </a:p>
        </p:txBody>
      </p:sp>
      <p:sp>
        <p:nvSpPr>
          <p:cNvPr id="23" name="Google Shape;23;p3"/>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4" name="Google Shape;24;p3"/>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5" name="Google Shape;25;p3"/>
          <p:cNvSpPr txBox="1">
            <a:spLocks noGrp="1"/>
          </p:cNvSpPr>
          <p:nvPr>
            <p:ph type="sldNum" idx="12"/>
          </p:nvPr>
        </p:nvSpPr>
        <p:spPr>
          <a:xfrm>
            <a:off x="6463146"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cxnSp>
        <p:nvCxnSpPr>
          <p:cNvPr id="26" name="Google Shape;26;p3"/>
          <p:cNvCxnSpPr/>
          <p:nvPr/>
        </p:nvCxnSpPr>
        <p:spPr>
          <a:xfrm>
            <a:off x="633845" y="893949"/>
            <a:ext cx="7886700" cy="0"/>
          </a:xfrm>
          <a:prstGeom prst="straightConnector1">
            <a:avLst/>
          </a:prstGeom>
          <a:noFill/>
          <a:ln w="9525" cap="flat" cmpd="sng">
            <a:solidFill>
              <a:srgbClr val="3DACA7"/>
            </a:solidFill>
            <a:prstDash val="solid"/>
            <a:round/>
            <a:headEnd type="none" w="sm" len="sm"/>
            <a:tailEnd type="none" w="sm" len="sm"/>
          </a:ln>
        </p:spPr>
      </p:cxnSp>
      <p:pic>
        <p:nvPicPr>
          <p:cNvPr id="27" name="Google Shape;27;p3"/>
          <p:cNvPicPr preferRelativeResize="0"/>
          <p:nvPr/>
        </p:nvPicPr>
        <p:blipFill rotWithShape="1">
          <a:blip r:embed="rId3">
            <a:alphaModFix/>
          </a:blip>
          <a:srcRect/>
          <a:stretch/>
        </p:blipFill>
        <p:spPr>
          <a:xfrm>
            <a:off x="7920471" y="416256"/>
            <a:ext cx="600075" cy="33575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8"/>
        <p:cNvGrpSpPr/>
        <p:nvPr/>
      </p:nvGrpSpPr>
      <p:grpSpPr>
        <a:xfrm>
          <a:off x="0" y="0"/>
          <a:ext cx="0" cy="0"/>
          <a:chOff x="0" y="0"/>
          <a:chExt cx="0" cy="0"/>
        </a:xfrm>
      </p:grpSpPr>
      <p:pic>
        <p:nvPicPr>
          <p:cNvPr id="29" name="Google Shape;29;p4"/>
          <p:cNvPicPr preferRelativeResize="0"/>
          <p:nvPr/>
        </p:nvPicPr>
        <p:blipFill rotWithShape="1">
          <a:blip r:embed="rId2">
            <a:alphaModFix/>
          </a:blip>
          <a:srcRect l="72690" t="69862"/>
          <a:stretch/>
        </p:blipFill>
        <p:spPr>
          <a:xfrm>
            <a:off x="7271061" y="3592286"/>
            <a:ext cx="1872937" cy="1551215"/>
          </a:xfrm>
          <a:prstGeom prst="rect">
            <a:avLst/>
          </a:prstGeom>
          <a:noFill/>
          <a:ln>
            <a:noFill/>
          </a:ln>
        </p:spPr>
      </p:pic>
      <p:sp>
        <p:nvSpPr>
          <p:cNvPr id="30" name="Google Shape;30;p4"/>
          <p:cNvSpPr txBox="1">
            <a:spLocks noGrp="1"/>
          </p:cNvSpPr>
          <p:nvPr>
            <p:ph type="title"/>
          </p:nvPr>
        </p:nvSpPr>
        <p:spPr>
          <a:xfrm>
            <a:off x="623888" y="1284317"/>
            <a:ext cx="7886700" cy="21384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rgbClr val="3EADA7"/>
              </a:buClr>
              <a:buSzPts val="4500"/>
              <a:buFont typeface="Quattrocento Sans"/>
              <a:buNone/>
              <a:defRPr sz="4500" b="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Google Shape;31;p4"/>
          <p:cNvSpPr txBox="1">
            <a:spLocks noGrp="1"/>
          </p:cNvSpPr>
          <p:nvPr>
            <p:ph type="body" idx="1"/>
          </p:nvPr>
        </p:nvSpPr>
        <p:spPr>
          <a:xfrm>
            <a:off x="623888" y="3414475"/>
            <a:ext cx="7886700" cy="11250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3F3F3F"/>
              </a:buClr>
              <a:buSzPts val="1800"/>
              <a:buNone/>
              <a:defRPr sz="1800">
                <a:solidFill>
                  <a:srgbClr val="3F3F3F"/>
                </a:solidFill>
              </a:defRPr>
            </a:lvl1pPr>
            <a:lvl2pPr marL="914400" lvl="1" indent="-228600" algn="l">
              <a:lnSpc>
                <a:spcPct val="90000"/>
              </a:lnSpc>
              <a:spcBef>
                <a:spcPts val="400"/>
              </a:spcBef>
              <a:spcAft>
                <a:spcPts val="0"/>
              </a:spcAft>
              <a:buClr>
                <a:srgbClr val="888888"/>
              </a:buClr>
              <a:buSzPts val="1400"/>
              <a:buNone/>
              <a:defRPr sz="1400">
                <a:solidFill>
                  <a:srgbClr val="888888"/>
                </a:solidFill>
              </a:defRPr>
            </a:lvl2pPr>
            <a:lvl3pPr marL="1371600" lvl="2" indent="-228600" algn="l">
              <a:lnSpc>
                <a:spcPct val="90000"/>
              </a:lnSpc>
              <a:spcBef>
                <a:spcPts val="400"/>
              </a:spcBef>
              <a:spcAft>
                <a:spcPts val="0"/>
              </a:spcAft>
              <a:buClr>
                <a:srgbClr val="888888"/>
              </a:buClr>
              <a:buSzPts val="1200"/>
              <a:buNone/>
              <a:defRPr sz="1200">
                <a:solidFill>
                  <a:srgbClr val="888888"/>
                </a:solidFill>
              </a:defRPr>
            </a:lvl3pPr>
            <a:lvl4pPr marL="1828800" lvl="3" indent="-228600" algn="l">
              <a:lnSpc>
                <a:spcPct val="90000"/>
              </a:lnSpc>
              <a:spcBef>
                <a:spcPts val="400"/>
              </a:spcBef>
              <a:spcAft>
                <a:spcPts val="0"/>
              </a:spcAft>
              <a:buClr>
                <a:srgbClr val="888888"/>
              </a:buClr>
              <a:buSzPts val="1100"/>
              <a:buNone/>
              <a:defRPr sz="1100">
                <a:solidFill>
                  <a:srgbClr val="888888"/>
                </a:solidFill>
              </a:defRPr>
            </a:lvl4pPr>
            <a:lvl5pPr marL="2286000" lvl="4" indent="-228600" algn="l">
              <a:lnSpc>
                <a:spcPct val="90000"/>
              </a:lnSpc>
              <a:spcBef>
                <a:spcPts val="400"/>
              </a:spcBef>
              <a:spcAft>
                <a:spcPts val="0"/>
              </a:spcAft>
              <a:buClr>
                <a:srgbClr val="888888"/>
              </a:buClr>
              <a:buSzPts val="1100"/>
              <a:buNone/>
              <a:defRPr sz="1100">
                <a:solidFill>
                  <a:srgbClr val="888888"/>
                </a:solidFill>
              </a:defRPr>
            </a:lvl5pPr>
            <a:lvl6pPr marL="2743200" lvl="5" indent="-228600" algn="l">
              <a:spcBef>
                <a:spcPts val="200"/>
              </a:spcBef>
              <a:spcAft>
                <a:spcPts val="0"/>
              </a:spcAft>
              <a:buClr>
                <a:srgbClr val="888888"/>
              </a:buClr>
              <a:buSzPts val="1100"/>
              <a:buNone/>
              <a:defRPr sz="1100">
                <a:solidFill>
                  <a:srgbClr val="888888"/>
                </a:solidFill>
              </a:defRPr>
            </a:lvl6pPr>
            <a:lvl7pPr marL="3200400" lvl="6" indent="-228600" algn="l">
              <a:spcBef>
                <a:spcPts val="200"/>
              </a:spcBef>
              <a:spcAft>
                <a:spcPts val="0"/>
              </a:spcAft>
              <a:buClr>
                <a:srgbClr val="888888"/>
              </a:buClr>
              <a:buSzPts val="1100"/>
              <a:buNone/>
              <a:defRPr sz="1100">
                <a:solidFill>
                  <a:srgbClr val="888888"/>
                </a:solidFill>
              </a:defRPr>
            </a:lvl7pPr>
            <a:lvl8pPr marL="3657600" lvl="7" indent="-228600" algn="l">
              <a:spcBef>
                <a:spcPts val="200"/>
              </a:spcBef>
              <a:spcAft>
                <a:spcPts val="0"/>
              </a:spcAft>
              <a:buClr>
                <a:srgbClr val="888888"/>
              </a:buClr>
              <a:buSzPts val="1100"/>
              <a:buNone/>
              <a:defRPr sz="1100">
                <a:solidFill>
                  <a:srgbClr val="888888"/>
                </a:solidFill>
              </a:defRPr>
            </a:lvl8pPr>
            <a:lvl9pPr marL="4114800" lvl="8" indent="-228600" algn="l">
              <a:spcBef>
                <a:spcPts val="200"/>
              </a:spcBef>
              <a:spcAft>
                <a:spcPts val="0"/>
              </a:spcAft>
              <a:buClr>
                <a:srgbClr val="888888"/>
              </a:buClr>
              <a:buSzPts val="1100"/>
              <a:buNone/>
              <a:defRPr sz="1100">
                <a:solidFill>
                  <a:srgbClr val="888888"/>
                </a:solidFill>
              </a:defRPr>
            </a:lvl9pPr>
          </a:lstStyle>
          <a:p>
            <a:endParaRPr/>
          </a:p>
        </p:txBody>
      </p:sp>
      <p:sp>
        <p:nvSpPr>
          <p:cNvPr id="32" name="Google Shape;32;p4"/>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3" name="Google Shape;33;p4"/>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Google Shape;34;p4"/>
          <p:cNvSpPr txBox="1">
            <a:spLocks noGrp="1"/>
          </p:cNvSpPr>
          <p:nvPr>
            <p:ph type="sldNum" idx="12"/>
          </p:nvPr>
        </p:nvSpPr>
        <p:spPr>
          <a:xfrm>
            <a:off x="6463146"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35"/>
        <p:cNvGrpSpPr/>
        <p:nvPr/>
      </p:nvGrpSpPr>
      <p:grpSpPr>
        <a:xfrm>
          <a:off x="0" y="0"/>
          <a:ext cx="0" cy="0"/>
          <a:chOff x="0" y="0"/>
          <a:chExt cx="0" cy="0"/>
        </a:xfrm>
      </p:grpSpPr>
      <p:pic>
        <p:nvPicPr>
          <p:cNvPr id="36" name="Google Shape;36;p5"/>
          <p:cNvPicPr preferRelativeResize="0"/>
          <p:nvPr/>
        </p:nvPicPr>
        <p:blipFill rotWithShape="1">
          <a:blip r:embed="rId2">
            <a:alphaModFix/>
          </a:blip>
          <a:srcRect l="72690" t="69862"/>
          <a:stretch/>
        </p:blipFill>
        <p:spPr>
          <a:xfrm>
            <a:off x="7271061" y="3592286"/>
            <a:ext cx="1872937" cy="1551215"/>
          </a:xfrm>
          <a:prstGeom prst="rect">
            <a:avLst/>
          </a:prstGeom>
          <a:noFill/>
          <a:ln>
            <a:noFill/>
          </a:ln>
        </p:spPr>
      </p:pic>
      <p:sp>
        <p:nvSpPr>
          <p:cNvPr id="37" name="Google Shape;37;p5"/>
          <p:cNvSpPr txBox="1">
            <a:spLocks noGrp="1"/>
          </p:cNvSpPr>
          <p:nvPr>
            <p:ph type="body" idx="1"/>
          </p:nvPr>
        </p:nvSpPr>
        <p:spPr>
          <a:xfrm>
            <a:off x="633845" y="1035887"/>
            <a:ext cx="3886200" cy="35991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spcBef>
                <a:spcPts val="300"/>
              </a:spcBef>
              <a:spcAft>
                <a:spcPts val="0"/>
              </a:spcAft>
              <a:buClr>
                <a:schemeClr val="dk1"/>
              </a:buClr>
              <a:buSzPts val="1400"/>
              <a:buChar char="●"/>
              <a:defRPr/>
            </a:lvl6pPr>
            <a:lvl7pPr marL="3200400" lvl="6" indent="-317500" algn="l">
              <a:spcBef>
                <a:spcPts val="300"/>
              </a:spcBef>
              <a:spcAft>
                <a:spcPts val="0"/>
              </a:spcAft>
              <a:buClr>
                <a:schemeClr val="dk1"/>
              </a:buClr>
              <a:buSzPts val="1400"/>
              <a:buChar char="●"/>
              <a:defRPr/>
            </a:lvl7pPr>
            <a:lvl8pPr marL="3657600" lvl="7" indent="-317500" algn="l">
              <a:spcBef>
                <a:spcPts val="300"/>
              </a:spcBef>
              <a:spcAft>
                <a:spcPts val="0"/>
              </a:spcAft>
              <a:buClr>
                <a:schemeClr val="dk1"/>
              </a:buClr>
              <a:buSzPts val="1400"/>
              <a:buChar char="●"/>
              <a:defRPr/>
            </a:lvl8pPr>
            <a:lvl9pPr marL="4114800" lvl="8" indent="-317500" algn="l">
              <a:spcBef>
                <a:spcPts val="300"/>
              </a:spcBef>
              <a:spcAft>
                <a:spcPts val="0"/>
              </a:spcAft>
              <a:buClr>
                <a:schemeClr val="dk1"/>
              </a:buClr>
              <a:buSzPts val="1400"/>
              <a:buChar char="●"/>
              <a:defRPr/>
            </a:lvl9pPr>
          </a:lstStyle>
          <a:p>
            <a:endParaRPr/>
          </a:p>
        </p:txBody>
      </p:sp>
      <p:sp>
        <p:nvSpPr>
          <p:cNvPr id="38" name="Google Shape;38;p5"/>
          <p:cNvSpPr txBox="1">
            <a:spLocks noGrp="1"/>
          </p:cNvSpPr>
          <p:nvPr>
            <p:ph type="body" idx="2"/>
          </p:nvPr>
        </p:nvSpPr>
        <p:spPr>
          <a:xfrm>
            <a:off x="4629150" y="1035887"/>
            <a:ext cx="3886200" cy="35991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spcBef>
                <a:spcPts val="300"/>
              </a:spcBef>
              <a:spcAft>
                <a:spcPts val="0"/>
              </a:spcAft>
              <a:buClr>
                <a:schemeClr val="dk1"/>
              </a:buClr>
              <a:buSzPts val="1400"/>
              <a:buChar char="●"/>
              <a:defRPr/>
            </a:lvl6pPr>
            <a:lvl7pPr marL="3200400" lvl="6" indent="-317500" algn="l">
              <a:spcBef>
                <a:spcPts val="300"/>
              </a:spcBef>
              <a:spcAft>
                <a:spcPts val="0"/>
              </a:spcAft>
              <a:buClr>
                <a:schemeClr val="dk1"/>
              </a:buClr>
              <a:buSzPts val="1400"/>
              <a:buChar char="●"/>
              <a:defRPr/>
            </a:lvl7pPr>
            <a:lvl8pPr marL="3657600" lvl="7" indent="-317500" algn="l">
              <a:spcBef>
                <a:spcPts val="300"/>
              </a:spcBef>
              <a:spcAft>
                <a:spcPts val="0"/>
              </a:spcAft>
              <a:buClr>
                <a:schemeClr val="dk1"/>
              </a:buClr>
              <a:buSzPts val="1400"/>
              <a:buChar char="●"/>
              <a:defRPr/>
            </a:lvl8pPr>
            <a:lvl9pPr marL="4114800" lvl="8" indent="-317500" algn="l">
              <a:spcBef>
                <a:spcPts val="300"/>
              </a:spcBef>
              <a:spcAft>
                <a:spcPts val="0"/>
              </a:spcAft>
              <a:buClr>
                <a:schemeClr val="dk1"/>
              </a:buClr>
              <a:buSzPts val="1400"/>
              <a:buChar char="●"/>
              <a:defRPr/>
            </a:lvl9pPr>
          </a:lstStyle>
          <a:p>
            <a:endParaRPr/>
          </a:p>
        </p:txBody>
      </p:sp>
      <p:sp>
        <p:nvSpPr>
          <p:cNvPr id="39" name="Google Shape;39;p5"/>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0" name="Google Shape;40;p5"/>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1" name="Google Shape;41;p5"/>
          <p:cNvSpPr txBox="1">
            <a:spLocks noGrp="1"/>
          </p:cNvSpPr>
          <p:nvPr>
            <p:ph type="sldNum" idx="12"/>
          </p:nvPr>
        </p:nvSpPr>
        <p:spPr>
          <a:xfrm>
            <a:off x="6463146"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
        <p:nvSpPr>
          <p:cNvPr id="42" name="Google Shape;42;p5"/>
          <p:cNvSpPr txBox="1">
            <a:spLocks noGrp="1"/>
          </p:cNvSpPr>
          <p:nvPr>
            <p:ph type="title"/>
          </p:nvPr>
        </p:nvSpPr>
        <p:spPr>
          <a:xfrm>
            <a:off x="633845" y="274320"/>
            <a:ext cx="7084200" cy="6195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rgbClr val="3EADA7"/>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cxnSp>
        <p:nvCxnSpPr>
          <p:cNvPr id="43" name="Google Shape;43;p5"/>
          <p:cNvCxnSpPr/>
          <p:nvPr/>
        </p:nvCxnSpPr>
        <p:spPr>
          <a:xfrm>
            <a:off x="633845" y="893949"/>
            <a:ext cx="7886700" cy="0"/>
          </a:xfrm>
          <a:prstGeom prst="straightConnector1">
            <a:avLst/>
          </a:prstGeom>
          <a:noFill/>
          <a:ln w="9525" cap="flat" cmpd="sng">
            <a:solidFill>
              <a:srgbClr val="3DACA7"/>
            </a:solidFill>
            <a:prstDash val="solid"/>
            <a:round/>
            <a:headEnd type="none" w="sm" len="sm"/>
            <a:tailEnd type="none" w="sm" len="sm"/>
          </a:ln>
        </p:spPr>
      </p:cxnSp>
      <p:pic>
        <p:nvPicPr>
          <p:cNvPr id="44" name="Google Shape;44;p5"/>
          <p:cNvPicPr preferRelativeResize="0"/>
          <p:nvPr/>
        </p:nvPicPr>
        <p:blipFill rotWithShape="1">
          <a:blip r:embed="rId3">
            <a:alphaModFix/>
          </a:blip>
          <a:srcRect/>
          <a:stretch/>
        </p:blipFill>
        <p:spPr>
          <a:xfrm>
            <a:off x="7920471" y="416256"/>
            <a:ext cx="600075" cy="33575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45"/>
        <p:cNvGrpSpPr/>
        <p:nvPr/>
      </p:nvGrpSpPr>
      <p:grpSpPr>
        <a:xfrm>
          <a:off x="0" y="0"/>
          <a:ext cx="0" cy="0"/>
          <a:chOff x="0" y="0"/>
          <a:chExt cx="0" cy="0"/>
        </a:xfrm>
      </p:grpSpPr>
      <p:pic>
        <p:nvPicPr>
          <p:cNvPr id="46" name="Google Shape;46;p6"/>
          <p:cNvPicPr preferRelativeResize="0"/>
          <p:nvPr/>
        </p:nvPicPr>
        <p:blipFill rotWithShape="1">
          <a:blip r:embed="rId2">
            <a:alphaModFix/>
          </a:blip>
          <a:srcRect l="72690" t="69862"/>
          <a:stretch/>
        </p:blipFill>
        <p:spPr>
          <a:xfrm>
            <a:off x="7271061" y="3592286"/>
            <a:ext cx="1872937" cy="1551215"/>
          </a:xfrm>
          <a:prstGeom prst="rect">
            <a:avLst/>
          </a:prstGeom>
          <a:noFill/>
          <a:ln>
            <a:noFill/>
          </a:ln>
        </p:spPr>
      </p:pic>
      <p:sp>
        <p:nvSpPr>
          <p:cNvPr id="47" name="Google Shape;47;p6"/>
          <p:cNvSpPr txBox="1">
            <a:spLocks noGrp="1"/>
          </p:cNvSpPr>
          <p:nvPr>
            <p:ph type="body" idx="1"/>
          </p:nvPr>
        </p:nvSpPr>
        <p:spPr>
          <a:xfrm>
            <a:off x="633845" y="1035886"/>
            <a:ext cx="3867000" cy="619200"/>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spcBef>
                <a:spcPts val="200"/>
              </a:spcBef>
              <a:spcAft>
                <a:spcPts val="0"/>
              </a:spcAft>
              <a:buClr>
                <a:schemeClr val="dk1"/>
              </a:buClr>
              <a:buSzPts val="1200"/>
              <a:buNone/>
              <a:defRPr sz="1200" b="1"/>
            </a:lvl6pPr>
            <a:lvl7pPr marL="3200400" lvl="6" indent="-228600" algn="l">
              <a:spcBef>
                <a:spcPts val="200"/>
              </a:spcBef>
              <a:spcAft>
                <a:spcPts val="0"/>
              </a:spcAft>
              <a:buClr>
                <a:schemeClr val="dk1"/>
              </a:buClr>
              <a:buSzPts val="1200"/>
              <a:buNone/>
              <a:defRPr sz="1200" b="1"/>
            </a:lvl7pPr>
            <a:lvl8pPr marL="3657600" lvl="7" indent="-228600" algn="l">
              <a:spcBef>
                <a:spcPts val="200"/>
              </a:spcBef>
              <a:spcAft>
                <a:spcPts val="0"/>
              </a:spcAft>
              <a:buClr>
                <a:schemeClr val="dk1"/>
              </a:buClr>
              <a:buSzPts val="1200"/>
              <a:buNone/>
              <a:defRPr sz="1200" b="1"/>
            </a:lvl8pPr>
            <a:lvl9pPr marL="4114800" lvl="8" indent="-228600" algn="l">
              <a:spcBef>
                <a:spcPts val="200"/>
              </a:spcBef>
              <a:spcAft>
                <a:spcPts val="0"/>
              </a:spcAft>
              <a:buClr>
                <a:schemeClr val="dk1"/>
              </a:buClr>
              <a:buSzPts val="1200"/>
              <a:buNone/>
              <a:defRPr sz="1200" b="1"/>
            </a:lvl9pPr>
          </a:lstStyle>
          <a:p>
            <a:endParaRPr/>
          </a:p>
        </p:txBody>
      </p:sp>
      <p:sp>
        <p:nvSpPr>
          <p:cNvPr id="48" name="Google Shape;48;p6"/>
          <p:cNvSpPr txBox="1">
            <a:spLocks noGrp="1"/>
          </p:cNvSpPr>
          <p:nvPr>
            <p:ph type="body" idx="2"/>
          </p:nvPr>
        </p:nvSpPr>
        <p:spPr>
          <a:xfrm>
            <a:off x="633845" y="1655160"/>
            <a:ext cx="3867000" cy="29859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spcBef>
                <a:spcPts val="300"/>
              </a:spcBef>
              <a:spcAft>
                <a:spcPts val="0"/>
              </a:spcAft>
              <a:buClr>
                <a:schemeClr val="dk1"/>
              </a:buClr>
              <a:buSzPts val="1400"/>
              <a:buChar char="●"/>
              <a:defRPr/>
            </a:lvl6pPr>
            <a:lvl7pPr marL="3200400" lvl="6" indent="-317500" algn="l">
              <a:spcBef>
                <a:spcPts val="300"/>
              </a:spcBef>
              <a:spcAft>
                <a:spcPts val="0"/>
              </a:spcAft>
              <a:buClr>
                <a:schemeClr val="dk1"/>
              </a:buClr>
              <a:buSzPts val="1400"/>
              <a:buChar char="●"/>
              <a:defRPr/>
            </a:lvl7pPr>
            <a:lvl8pPr marL="3657600" lvl="7" indent="-317500" algn="l">
              <a:spcBef>
                <a:spcPts val="300"/>
              </a:spcBef>
              <a:spcAft>
                <a:spcPts val="0"/>
              </a:spcAft>
              <a:buClr>
                <a:schemeClr val="dk1"/>
              </a:buClr>
              <a:buSzPts val="1400"/>
              <a:buChar char="●"/>
              <a:defRPr/>
            </a:lvl8pPr>
            <a:lvl9pPr marL="4114800" lvl="8" indent="-317500" algn="l">
              <a:spcBef>
                <a:spcPts val="300"/>
              </a:spcBef>
              <a:spcAft>
                <a:spcPts val="0"/>
              </a:spcAft>
              <a:buClr>
                <a:schemeClr val="dk1"/>
              </a:buClr>
              <a:buSzPts val="1400"/>
              <a:buChar char="●"/>
              <a:defRPr/>
            </a:lvl9pPr>
          </a:lstStyle>
          <a:p>
            <a:endParaRPr/>
          </a:p>
        </p:txBody>
      </p:sp>
      <p:sp>
        <p:nvSpPr>
          <p:cNvPr id="49" name="Google Shape;49;p6"/>
          <p:cNvSpPr txBox="1">
            <a:spLocks noGrp="1"/>
          </p:cNvSpPr>
          <p:nvPr>
            <p:ph type="body" idx="3"/>
          </p:nvPr>
        </p:nvSpPr>
        <p:spPr>
          <a:xfrm>
            <a:off x="4629150" y="1035887"/>
            <a:ext cx="3886200" cy="619200"/>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spcBef>
                <a:spcPts val="200"/>
              </a:spcBef>
              <a:spcAft>
                <a:spcPts val="0"/>
              </a:spcAft>
              <a:buClr>
                <a:schemeClr val="dk1"/>
              </a:buClr>
              <a:buSzPts val="1200"/>
              <a:buNone/>
              <a:defRPr sz="1200" b="1"/>
            </a:lvl6pPr>
            <a:lvl7pPr marL="3200400" lvl="6" indent="-228600" algn="l">
              <a:spcBef>
                <a:spcPts val="200"/>
              </a:spcBef>
              <a:spcAft>
                <a:spcPts val="0"/>
              </a:spcAft>
              <a:buClr>
                <a:schemeClr val="dk1"/>
              </a:buClr>
              <a:buSzPts val="1200"/>
              <a:buNone/>
              <a:defRPr sz="1200" b="1"/>
            </a:lvl7pPr>
            <a:lvl8pPr marL="3657600" lvl="7" indent="-228600" algn="l">
              <a:spcBef>
                <a:spcPts val="200"/>
              </a:spcBef>
              <a:spcAft>
                <a:spcPts val="0"/>
              </a:spcAft>
              <a:buClr>
                <a:schemeClr val="dk1"/>
              </a:buClr>
              <a:buSzPts val="1200"/>
              <a:buNone/>
              <a:defRPr sz="1200" b="1"/>
            </a:lvl8pPr>
            <a:lvl9pPr marL="4114800" lvl="8" indent="-228600" algn="l">
              <a:spcBef>
                <a:spcPts val="200"/>
              </a:spcBef>
              <a:spcAft>
                <a:spcPts val="0"/>
              </a:spcAft>
              <a:buClr>
                <a:schemeClr val="dk1"/>
              </a:buClr>
              <a:buSzPts val="1200"/>
              <a:buNone/>
              <a:defRPr sz="1200" b="1"/>
            </a:lvl9pPr>
          </a:lstStyle>
          <a:p>
            <a:endParaRPr/>
          </a:p>
        </p:txBody>
      </p:sp>
      <p:sp>
        <p:nvSpPr>
          <p:cNvPr id="50" name="Google Shape;50;p6"/>
          <p:cNvSpPr txBox="1">
            <a:spLocks noGrp="1"/>
          </p:cNvSpPr>
          <p:nvPr>
            <p:ph type="body" idx="4"/>
          </p:nvPr>
        </p:nvSpPr>
        <p:spPr>
          <a:xfrm>
            <a:off x="4629150" y="1655160"/>
            <a:ext cx="3886200" cy="29859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spcBef>
                <a:spcPts val="300"/>
              </a:spcBef>
              <a:spcAft>
                <a:spcPts val="0"/>
              </a:spcAft>
              <a:buClr>
                <a:schemeClr val="dk1"/>
              </a:buClr>
              <a:buSzPts val="1400"/>
              <a:buChar char="●"/>
              <a:defRPr/>
            </a:lvl6pPr>
            <a:lvl7pPr marL="3200400" lvl="6" indent="-317500" algn="l">
              <a:spcBef>
                <a:spcPts val="300"/>
              </a:spcBef>
              <a:spcAft>
                <a:spcPts val="0"/>
              </a:spcAft>
              <a:buClr>
                <a:schemeClr val="dk1"/>
              </a:buClr>
              <a:buSzPts val="1400"/>
              <a:buChar char="●"/>
              <a:defRPr/>
            </a:lvl7pPr>
            <a:lvl8pPr marL="3657600" lvl="7" indent="-317500" algn="l">
              <a:spcBef>
                <a:spcPts val="300"/>
              </a:spcBef>
              <a:spcAft>
                <a:spcPts val="0"/>
              </a:spcAft>
              <a:buClr>
                <a:schemeClr val="dk1"/>
              </a:buClr>
              <a:buSzPts val="1400"/>
              <a:buChar char="●"/>
              <a:defRPr/>
            </a:lvl8pPr>
            <a:lvl9pPr marL="4114800" lvl="8" indent="-317500" algn="l">
              <a:spcBef>
                <a:spcPts val="300"/>
              </a:spcBef>
              <a:spcAft>
                <a:spcPts val="0"/>
              </a:spcAft>
              <a:buClr>
                <a:schemeClr val="dk1"/>
              </a:buClr>
              <a:buSzPts val="1400"/>
              <a:buChar char="●"/>
              <a:defRPr/>
            </a:lvl9pPr>
          </a:lstStyle>
          <a:p>
            <a:endParaRPr/>
          </a:p>
        </p:txBody>
      </p:sp>
      <p:sp>
        <p:nvSpPr>
          <p:cNvPr id="51" name="Google Shape;51;p6"/>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Google Shape;52;p6"/>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Google Shape;53;p6"/>
          <p:cNvSpPr txBox="1">
            <a:spLocks noGrp="1"/>
          </p:cNvSpPr>
          <p:nvPr>
            <p:ph type="sldNum" idx="12"/>
          </p:nvPr>
        </p:nvSpPr>
        <p:spPr>
          <a:xfrm>
            <a:off x="6463146"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
        <p:nvSpPr>
          <p:cNvPr id="54" name="Google Shape;54;p6"/>
          <p:cNvSpPr txBox="1">
            <a:spLocks noGrp="1"/>
          </p:cNvSpPr>
          <p:nvPr>
            <p:ph type="title"/>
          </p:nvPr>
        </p:nvSpPr>
        <p:spPr>
          <a:xfrm>
            <a:off x="633845" y="274320"/>
            <a:ext cx="7084200" cy="6195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rgbClr val="3EADA7"/>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cxnSp>
        <p:nvCxnSpPr>
          <p:cNvPr id="55" name="Google Shape;55;p6"/>
          <p:cNvCxnSpPr/>
          <p:nvPr/>
        </p:nvCxnSpPr>
        <p:spPr>
          <a:xfrm>
            <a:off x="633845" y="893949"/>
            <a:ext cx="7886700" cy="0"/>
          </a:xfrm>
          <a:prstGeom prst="straightConnector1">
            <a:avLst/>
          </a:prstGeom>
          <a:noFill/>
          <a:ln w="9525" cap="flat" cmpd="sng">
            <a:solidFill>
              <a:srgbClr val="3DACA7"/>
            </a:solidFill>
            <a:prstDash val="solid"/>
            <a:round/>
            <a:headEnd type="none" w="sm" len="sm"/>
            <a:tailEnd type="none" w="sm" len="sm"/>
          </a:ln>
        </p:spPr>
      </p:cxnSp>
      <p:pic>
        <p:nvPicPr>
          <p:cNvPr id="56" name="Google Shape;56;p6"/>
          <p:cNvPicPr preferRelativeResize="0"/>
          <p:nvPr/>
        </p:nvPicPr>
        <p:blipFill rotWithShape="1">
          <a:blip r:embed="rId3">
            <a:alphaModFix/>
          </a:blip>
          <a:srcRect/>
          <a:stretch/>
        </p:blipFill>
        <p:spPr>
          <a:xfrm>
            <a:off x="7920471" y="416256"/>
            <a:ext cx="600075" cy="33575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57"/>
        <p:cNvGrpSpPr/>
        <p:nvPr/>
      </p:nvGrpSpPr>
      <p:grpSpPr>
        <a:xfrm>
          <a:off x="0" y="0"/>
          <a:ext cx="0" cy="0"/>
          <a:chOff x="0" y="0"/>
          <a:chExt cx="0" cy="0"/>
        </a:xfrm>
      </p:grpSpPr>
      <p:pic>
        <p:nvPicPr>
          <p:cNvPr id="58" name="Google Shape;58;p7"/>
          <p:cNvPicPr preferRelativeResize="0"/>
          <p:nvPr/>
        </p:nvPicPr>
        <p:blipFill rotWithShape="1">
          <a:blip r:embed="rId2">
            <a:alphaModFix/>
          </a:blip>
          <a:srcRect l="72690" t="69862"/>
          <a:stretch/>
        </p:blipFill>
        <p:spPr>
          <a:xfrm>
            <a:off x="7271061" y="3592286"/>
            <a:ext cx="1872937" cy="1551215"/>
          </a:xfrm>
          <a:prstGeom prst="rect">
            <a:avLst/>
          </a:prstGeom>
          <a:noFill/>
          <a:ln>
            <a:noFill/>
          </a:ln>
        </p:spPr>
      </p:pic>
      <p:sp>
        <p:nvSpPr>
          <p:cNvPr id="59" name="Google Shape;59;p7"/>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Google Shape;60;p7"/>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1" name="Google Shape;61;p7"/>
          <p:cNvSpPr txBox="1">
            <a:spLocks noGrp="1"/>
          </p:cNvSpPr>
          <p:nvPr>
            <p:ph type="sldNum" idx="12"/>
          </p:nvPr>
        </p:nvSpPr>
        <p:spPr>
          <a:xfrm>
            <a:off x="6463146"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
        <p:nvSpPr>
          <p:cNvPr id="62" name="Google Shape;62;p7"/>
          <p:cNvSpPr txBox="1">
            <a:spLocks noGrp="1"/>
          </p:cNvSpPr>
          <p:nvPr>
            <p:ph type="title"/>
          </p:nvPr>
        </p:nvSpPr>
        <p:spPr>
          <a:xfrm>
            <a:off x="633845" y="274320"/>
            <a:ext cx="7084200" cy="6195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rgbClr val="3EADA7"/>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cxnSp>
        <p:nvCxnSpPr>
          <p:cNvPr id="63" name="Google Shape;63;p7"/>
          <p:cNvCxnSpPr/>
          <p:nvPr/>
        </p:nvCxnSpPr>
        <p:spPr>
          <a:xfrm>
            <a:off x="633845" y="893949"/>
            <a:ext cx="7886700" cy="0"/>
          </a:xfrm>
          <a:prstGeom prst="straightConnector1">
            <a:avLst/>
          </a:prstGeom>
          <a:noFill/>
          <a:ln w="9525" cap="flat" cmpd="sng">
            <a:solidFill>
              <a:srgbClr val="3DACA7"/>
            </a:solidFill>
            <a:prstDash val="solid"/>
            <a:round/>
            <a:headEnd type="none" w="sm" len="sm"/>
            <a:tailEnd type="none" w="sm" len="sm"/>
          </a:ln>
        </p:spPr>
      </p:cxnSp>
      <p:pic>
        <p:nvPicPr>
          <p:cNvPr id="64" name="Google Shape;64;p7"/>
          <p:cNvPicPr preferRelativeResize="0"/>
          <p:nvPr/>
        </p:nvPicPr>
        <p:blipFill rotWithShape="1">
          <a:blip r:embed="rId3">
            <a:alphaModFix/>
          </a:blip>
          <a:srcRect/>
          <a:stretch/>
        </p:blipFill>
        <p:spPr>
          <a:xfrm>
            <a:off x="7920471" y="416256"/>
            <a:ext cx="600075" cy="33575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5"/>
        <p:cNvGrpSpPr/>
        <p:nvPr/>
      </p:nvGrpSpPr>
      <p:grpSpPr>
        <a:xfrm>
          <a:off x="0" y="0"/>
          <a:ext cx="0" cy="0"/>
          <a:chOff x="0" y="0"/>
          <a:chExt cx="0" cy="0"/>
        </a:xfrm>
      </p:grpSpPr>
      <p:sp>
        <p:nvSpPr>
          <p:cNvPr id="66" name="Google Shape;66;p8"/>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Google Shape;67;p8"/>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8" name="Google Shape;68;p8"/>
          <p:cNvSpPr txBox="1">
            <a:spLocks noGrp="1"/>
          </p:cNvSpPr>
          <p:nvPr>
            <p:ph type="sldNum" idx="12"/>
          </p:nvPr>
        </p:nvSpPr>
        <p:spPr>
          <a:xfrm>
            <a:off x="6463146"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9"/>
        <p:cNvGrpSpPr/>
        <p:nvPr/>
      </p:nvGrpSpPr>
      <p:grpSpPr>
        <a:xfrm>
          <a:off x="0" y="0"/>
          <a:ext cx="0" cy="0"/>
          <a:chOff x="0" y="0"/>
          <a:chExt cx="0" cy="0"/>
        </a:xfrm>
      </p:grpSpPr>
      <p:pic>
        <p:nvPicPr>
          <p:cNvPr id="70" name="Google Shape;70;p9"/>
          <p:cNvPicPr preferRelativeResize="0"/>
          <p:nvPr/>
        </p:nvPicPr>
        <p:blipFill rotWithShape="1">
          <a:blip r:embed="rId2">
            <a:alphaModFix/>
          </a:blip>
          <a:srcRect l="72690" t="69862"/>
          <a:stretch/>
        </p:blipFill>
        <p:spPr>
          <a:xfrm>
            <a:off x="7271061" y="3592286"/>
            <a:ext cx="1872937" cy="1551215"/>
          </a:xfrm>
          <a:prstGeom prst="rect">
            <a:avLst/>
          </a:prstGeom>
          <a:noFill/>
          <a:ln>
            <a:noFill/>
          </a:ln>
        </p:spPr>
      </p:pic>
      <p:sp>
        <p:nvSpPr>
          <p:cNvPr id="71" name="Google Shape;71;p9"/>
          <p:cNvSpPr txBox="1">
            <a:spLocks noGrp="1"/>
          </p:cNvSpPr>
          <p:nvPr>
            <p:ph type="title"/>
          </p:nvPr>
        </p:nvSpPr>
        <p:spPr>
          <a:xfrm>
            <a:off x="630936" y="342900"/>
            <a:ext cx="2949000" cy="12000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rgbClr val="3EADA7"/>
              </a:buClr>
              <a:buSzPts val="2400"/>
              <a:buFont typeface="Quattrocento Sans"/>
              <a:buNone/>
              <a:defRPr sz="2400" b="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2" name="Google Shape;72;p9"/>
          <p:cNvSpPr txBox="1">
            <a:spLocks noGrp="1"/>
          </p:cNvSpPr>
          <p:nvPr>
            <p:ph type="body" idx="1"/>
          </p:nvPr>
        </p:nvSpPr>
        <p:spPr>
          <a:xfrm>
            <a:off x="3886200" y="742950"/>
            <a:ext cx="4629000" cy="3657600"/>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spcBef>
                <a:spcPts val="300"/>
              </a:spcBef>
              <a:spcAft>
                <a:spcPts val="0"/>
              </a:spcAft>
              <a:buClr>
                <a:schemeClr val="dk1"/>
              </a:buClr>
              <a:buSzPts val="1500"/>
              <a:buChar char="●"/>
              <a:defRPr sz="1500"/>
            </a:lvl6pPr>
            <a:lvl7pPr marL="3200400" lvl="6" indent="-323850" algn="l">
              <a:spcBef>
                <a:spcPts val="300"/>
              </a:spcBef>
              <a:spcAft>
                <a:spcPts val="0"/>
              </a:spcAft>
              <a:buClr>
                <a:schemeClr val="dk1"/>
              </a:buClr>
              <a:buSzPts val="1500"/>
              <a:buChar char="●"/>
              <a:defRPr sz="1500"/>
            </a:lvl7pPr>
            <a:lvl8pPr marL="3657600" lvl="7" indent="-323850" algn="l">
              <a:spcBef>
                <a:spcPts val="300"/>
              </a:spcBef>
              <a:spcAft>
                <a:spcPts val="0"/>
              </a:spcAft>
              <a:buClr>
                <a:schemeClr val="dk1"/>
              </a:buClr>
              <a:buSzPts val="1500"/>
              <a:buChar char="●"/>
              <a:defRPr sz="1500"/>
            </a:lvl8pPr>
            <a:lvl9pPr marL="4114800" lvl="8" indent="-323850" algn="l">
              <a:spcBef>
                <a:spcPts val="300"/>
              </a:spcBef>
              <a:spcAft>
                <a:spcPts val="0"/>
              </a:spcAft>
              <a:buClr>
                <a:schemeClr val="dk1"/>
              </a:buClr>
              <a:buSzPts val="1500"/>
              <a:buChar char="●"/>
              <a:defRPr sz="1500"/>
            </a:lvl9pPr>
          </a:lstStyle>
          <a:p>
            <a:endParaRPr/>
          </a:p>
        </p:txBody>
      </p:sp>
      <p:sp>
        <p:nvSpPr>
          <p:cNvPr id="73" name="Google Shape;73;p9"/>
          <p:cNvSpPr txBox="1">
            <a:spLocks noGrp="1"/>
          </p:cNvSpPr>
          <p:nvPr>
            <p:ph type="body" idx="2"/>
          </p:nvPr>
        </p:nvSpPr>
        <p:spPr>
          <a:xfrm>
            <a:off x="630936" y="1543049"/>
            <a:ext cx="2949000" cy="28575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900"/>
              <a:buNone/>
              <a:defRPr sz="900"/>
            </a:lvl2pPr>
            <a:lvl3pPr marL="1371600" lvl="2" indent="-228600" algn="l">
              <a:lnSpc>
                <a:spcPct val="90000"/>
              </a:lnSpc>
              <a:spcBef>
                <a:spcPts val="400"/>
              </a:spcBef>
              <a:spcAft>
                <a:spcPts val="0"/>
              </a:spcAft>
              <a:buClr>
                <a:schemeClr val="dk1"/>
              </a:buClr>
              <a:buSzPts val="800"/>
              <a:buNone/>
              <a:defRPr sz="800"/>
            </a:lvl3pPr>
            <a:lvl4pPr marL="1828800" lvl="3" indent="-228600" algn="l">
              <a:lnSpc>
                <a:spcPct val="90000"/>
              </a:lnSpc>
              <a:spcBef>
                <a:spcPts val="400"/>
              </a:spcBef>
              <a:spcAft>
                <a:spcPts val="0"/>
              </a:spcAft>
              <a:buClr>
                <a:schemeClr val="dk1"/>
              </a:buClr>
              <a:buSzPts val="700"/>
              <a:buNone/>
              <a:defRPr sz="700"/>
            </a:lvl4pPr>
            <a:lvl5pPr marL="2286000" lvl="4" indent="-228600" algn="l">
              <a:lnSpc>
                <a:spcPct val="90000"/>
              </a:lnSpc>
              <a:spcBef>
                <a:spcPts val="400"/>
              </a:spcBef>
              <a:spcAft>
                <a:spcPts val="0"/>
              </a:spcAft>
              <a:buClr>
                <a:schemeClr val="dk1"/>
              </a:buClr>
              <a:buSzPts val="700"/>
              <a:buNone/>
              <a:defRPr sz="700"/>
            </a:lvl5pPr>
            <a:lvl6pPr marL="2743200" lvl="5" indent="-228600" algn="l">
              <a:spcBef>
                <a:spcPts val="100"/>
              </a:spcBef>
              <a:spcAft>
                <a:spcPts val="0"/>
              </a:spcAft>
              <a:buClr>
                <a:schemeClr val="dk1"/>
              </a:buClr>
              <a:buSzPts val="700"/>
              <a:buNone/>
              <a:defRPr sz="700"/>
            </a:lvl6pPr>
            <a:lvl7pPr marL="3200400" lvl="6" indent="-228600" algn="l">
              <a:spcBef>
                <a:spcPts val="100"/>
              </a:spcBef>
              <a:spcAft>
                <a:spcPts val="0"/>
              </a:spcAft>
              <a:buClr>
                <a:schemeClr val="dk1"/>
              </a:buClr>
              <a:buSzPts val="700"/>
              <a:buNone/>
              <a:defRPr sz="700"/>
            </a:lvl7pPr>
            <a:lvl8pPr marL="3657600" lvl="7" indent="-228600" algn="l">
              <a:spcBef>
                <a:spcPts val="100"/>
              </a:spcBef>
              <a:spcAft>
                <a:spcPts val="0"/>
              </a:spcAft>
              <a:buClr>
                <a:schemeClr val="dk1"/>
              </a:buClr>
              <a:buSzPts val="700"/>
              <a:buNone/>
              <a:defRPr sz="700"/>
            </a:lvl8pPr>
            <a:lvl9pPr marL="4114800" lvl="8" indent="-228600" algn="l">
              <a:spcBef>
                <a:spcPts val="100"/>
              </a:spcBef>
              <a:spcAft>
                <a:spcPts val="0"/>
              </a:spcAft>
              <a:buClr>
                <a:schemeClr val="dk1"/>
              </a:buClr>
              <a:buSzPts val="700"/>
              <a:buNone/>
              <a:defRPr sz="700"/>
            </a:lvl9pPr>
          </a:lstStyle>
          <a:p>
            <a:endParaRPr/>
          </a:p>
        </p:txBody>
      </p:sp>
      <p:sp>
        <p:nvSpPr>
          <p:cNvPr id="74" name="Google Shape;74;p9"/>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5" name="Google Shape;75;p9"/>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6" name="Google Shape;76;p9"/>
          <p:cNvSpPr txBox="1">
            <a:spLocks noGrp="1"/>
          </p:cNvSpPr>
          <p:nvPr>
            <p:ph type="sldNum" idx="12"/>
          </p:nvPr>
        </p:nvSpPr>
        <p:spPr>
          <a:xfrm>
            <a:off x="6463146"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cxnSp>
        <p:nvCxnSpPr>
          <p:cNvPr id="77" name="Google Shape;77;p9"/>
          <p:cNvCxnSpPr/>
          <p:nvPr/>
        </p:nvCxnSpPr>
        <p:spPr>
          <a:xfrm>
            <a:off x="645450" y="1545772"/>
            <a:ext cx="2949000" cy="0"/>
          </a:xfrm>
          <a:prstGeom prst="straightConnector1">
            <a:avLst/>
          </a:prstGeom>
          <a:noFill/>
          <a:ln w="9525" cap="flat" cmpd="sng">
            <a:solidFill>
              <a:srgbClr val="3DACA7"/>
            </a:solidFill>
            <a:prstDash val="solid"/>
            <a:round/>
            <a:headEnd type="none" w="sm" len="sm"/>
            <a:tailEnd type="none" w="sm" len="sm"/>
          </a:ln>
        </p:spPr>
      </p:cxnSp>
      <p:pic>
        <p:nvPicPr>
          <p:cNvPr id="78" name="Google Shape;78;p9"/>
          <p:cNvPicPr preferRelativeResize="0"/>
          <p:nvPr/>
        </p:nvPicPr>
        <p:blipFill rotWithShape="1">
          <a:blip r:embed="rId3">
            <a:alphaModFix/>
          </a:blip>
          <a:srcRect/>
          <a:stretch/>
        </p:blipFill>
        <p:spPr>
          <a:xfrm>
            <a:off x="7920471" y="416256"/>
            <a:ext cx="600075" cy="33575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9"/>
        <p:cNvGrpSpPr/>
        <p:nvPr/>
      </p:nvGrpSpPr>
      <p:grpSpPr>
        <a:xfrm>
          <a:off x="0" y="0"/>
          <a:ext cx="0" cy="0"/>
          <a:chOff x="0" y="0"/>
          <a:chExt cx="0" cy="0"/>
        </a:xfrm>
      </p:grpSpPr>
      <p:pic>
        <p:nvPicPr>
          <p:cNvPr id="80" name="Google Shape;80;p10"/>
          <p:cNvPicPr preferRelativeResize="0"/>
          <p:nvPr/>
        </p:nvPicPr>
        <p:blipFill rotWithShape="1">
          <a:blip r:embed="rId2">
            <a:alphaModFix/>
          </a:blip>
          <a:srcRect l="72690" t="69862"/>
          <a:stretch/>
        </p:blipFill>
        <p:spPr>
          <a:xfrm>
            <a:off x="7271061" y="3592286"/>
            <a:ext cx="1872937" cy="1551215"/>
          </a:xfrm>
          <a:prstGeom prst="rect">
            <a:avLst/>
          </a:prstGeom>
          <a:noFill/>
          <a:ln>
            <a:noFill/>
          </a:ln>
        </p:spPr>
      </p:pic>
      <p:sp>
        <p:nvSpPr>
          <p:cNvPr id="81" name="Google Shape;81;p10"/>
          <p:cNvSpPr txBox="1">
            <a:spLocks noGrp="1"/>
          </p:cNvSpPr>
          <p:nvPr>
            <p:ph type="title"/>
          </p:nvPr>
        </p:nvSpPr>
        <p:spPr>
          <a:xfrm>
            <a:off x="630936" y="342900"/>
            <a:ext cx="2949000" cy="12000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rgbClr val="3EADA7"/>
              </a:buClr>
              <a:buSzPts val="2400"/>
              <a:buFont typeface="Quattrocento Sans"/>
              <a:buNone/>
              <a:defRPr sz="2400" b="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82" name="Google Shape;82;p10"/>
          <p:cNvSpPr>
            <a:spLocks noGrp="1"/>
          </p:cNvSpPr>
          <p:nvPr>
            <p:ph type="pic" idx="2"/>
          </p:nvPr>
        </p:nvSpPr>
        <p:spPr>
          <a:xfrm>
            <a:off x="3886200" y="742950"/>
            <a:ext cx="4629000" cy="3657600"/>
          </a:xfrm>
          <a:prstGeom prst="rect">
            <a:avLst/>
          </a:prstGeom>
          <a:noFill/>
          <a:ln>
            <a:noFill/>
          </a:ln>
        </p:spPr>
      </p:sp>
      <p:sp>
        <p:nvSpPr>
          <p:cNvPr id="83" name="Google Shape;83;p10"/>
          <p:cNvSpPr txBox="1">
            <a:spLocks noGrp="1"/>
          </p:cNvSpPr>
          <p:nvPr>
            <p:ph type="body" idx="1"/>
          </p:nvPr>
        </p:nvSpPr>
        <p:spPr>
          <a:xfrm>
            <a:off x="630936" y="1543050"/>
            <a:ext cx="2949000" cy="28575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900"/>
              <a:buNone/>
              <a:defRPr sz="900"/>
            </a:lvl2pPr>
            <a:lvl3pPr marL="1371600" lvl="2" indent="-228600" algn="l">
              <a:lnSpc>
                <a:spcPct val="90000"/>
              </a:lnSpc>
              <a:spcBef>
                <a:spcPts val="400"/>
              </a:spcBef>
              <a:spcAft>
                <a:spcPts val="0"/>
              </a:spcAft>
              <a:buClr>
                <a:schemeClr val="dk1"/>
              </a:buClr>
              <a:buSzPts val="800"/>
              <a:buNone/>
              <a:defRPr sz="800"/>
            </a:lvl3pPr>
            <a:lvl4pPr marL="1828800" lvl="3" indent="-228600" algn="l">
              <a:lnSpc>
                <a:spcPct val="90000"/>
              </a:lnSpc>
              <a:spcBef>
                <a:spcPts val="400"/>
              </a:spcBef>
              <a:spcAft>
                <a:spcPts val="0"/>
              </a:spcAft>
              <a:buClr>
                <a:schemeClr val="dk1"/>
              </a:buClr>
              <a:buSzPts val="700"/>
              <a:buNone/>
              <a:defRPr sz="700"/>
            </a:lvl4pPr>
            <a:lvl5pPr marL="2286000" lvl="4" indent="-228600" algn="l">
              <a:lnSpc>
                <a:spcPct val="90000"/>
              </a:lnSpc>
              <a:spcBef>
                <a:spcPts val="400"/>
              </a:spcBef>
              <a:spcAft>
                <a:spcPts val="0"/>
              </a:spcAft>
              <a:buClr>
                <a:schemeClr val="dk1"/>
              </a:buClr>
              <a:buSzPts val="700"/>
              <a:buNone/>
              <a:defRPr sz="700"/>
            </a:lvl5pPr>
            <a:lvl6pPr marL="2743200" lvl="5" indent="-228600" algn="l">
              <a:spcBef>
                <a:spcPts val="100"/>
              </a:spcBef>
              <a:spcAft>
                <a:spcPts val="0"/>
              </a:spcAft>
              <a:buClr>
                <a:schemeClr val="dk1"/>
              </a:buClr>
              <a:buSzPts val="700"/>
              <a:buNone/>
              <a:defRPr sz="700"/>
            </a:lvl6pPr>
            <a:lvl7pPr marL="3200400" lvl="6" indent="-228600" algn="l">
              <a:spcBef>
                <a:spcPts val="100"/>
              </a:spcBef>
              <a:spcAft>
                <a:spcPts val="0"/>
              </a:spcAft>
              <a:buClr>
                <a:schemeClr val="dk1"/>
              </a:buClr>
              <a:buSzPts val="700"/>
              <a:buNone/>
              <a:defRPr sz="700"/>
            </a:lvl7pPr>
            <a:lvl8pPr marL="3657600" lvl="7" indent="-228600" algn="l">
              <a:spcBef>
                <a:spcPts val="100"/>
              </a:spcBef>
              <a:spcAft>
                <a:spcPts val="0"/>
              </a:spcAft>
              <a:buClr>
                <a:schemeClr val="dk1"/>
              </a:buClr>
              <a:buSzPts val="700"/>
              <a:buNone/>
              <a:defRPr sz="700"/>
            </a:lvl8pPr>
            <a:lvl9pPr marL="4114800" lvl="8" indent="-228600" algn="l">
              <a:spcBef>
                <a:spcPts val="100"/>
              </a:spcBef>
              <a:spcAft>
                <a:spcPts val="0"/>
              </a:spcAft>
              <a:buClr>
                <a:schemeClr val="dk1"/>
              </a:buClr>
              <a:buSzPts val="700"/>
              <a:buNone/>
              <a:defRPr sz="700"/>
            </a:lvl9pPr>
          </a:lstStyle>
          <a:p>
            <a:endParaRPr/>
          </a:p>
        </p:txBody>
      </p:sp>
      <p:sp>
        <p:nvSpPr>
          <p:cNvPr id="84" name="Google Shape;84;p10"/>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85" name="Google Shape;85;p10"/>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86" name="Google Shape;86;p10"/>
          <p:cNvSpPr txBox="1">
            <a:spLocks noGrp="1"/>
          </p:cNvSpPr>
          <p:nvPr>
            <p:ph type="sldNum" idx="12"/>
          </p:nvPr>
        </p:nvSpPr>
        <p:spPr>
          <a:xfrm>
            <a:off x="6463146"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cxnSp>
        <p:nvCxnSpPr>
          <p:cNvPr id="87" name="Google Shape;87;p10"/>
          <p:cNvCxnSpPr/>
          <p:nvPr/>
        </p:nvCxnSpPr>
        <p:spPr>
          <a:xfrm>
            <a:off x="645450" y="1545772"/>
            <a:ext cx="2949000" cy="0"/>
          </a:xfrm>
          <a:prstGeom prst="straightConnector1">
            <a:avLst/>
          </a:prstGeom>
          <a:noFill/>
          <a:ln w="9525" cap="flat" cmpd="sng">
            <a:solidFill>
              <a:srgbClr val="3DACA7"/>
            </a:solidFill>
            <a:prstDash val="solid"/>
            <a:round/>
            <a:headEnd type="none" w="sm" len="sm"/>
            <a:tailEnd type="none" w="sm" len="sm"/>
          </a:ln>
        </p:spPr>
      </p:cxnSp>
      <p:pic>
        <p:nvPicPr>
          <p:cNvPr id="88" name="Google Shape;88;p10"/>
          <p:cNvPicPr preferRelativeResize="0"/>
          <p:nvPr/>
        </p:nvPicPr>
        <p:blipFill rotWithShape="1">
          <a:blip r:embed="rId3">
            <a:alphaModFix/>
          </a:blip>
          <a:srcRect/>
          <a:stretch/>
        </p:blipFill>
        <p:spPr>
          <a:xfrm>
            <a:off x="7920471" y="416256"/>
            <a:ext cx="600075" cy="33575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p:cSld name="Title and Vertical Text">
    <p:spTree>
      <p:nvGrpSpPr>
        <p:cNvPr id="1" name="Shape 89"/>
        <p:cNvGrpSpPr/>
        <p:nvPr/>
      </p:nvGrpSpPr>
      <p:grpSpPr>
        <a:xfrm>
          <a:off x="0" y="0"/>
          <a:ext cx="0" cy="0"/>
          <a:chOff x="0" y="0"/>
          <a:chExt cx="0" cy="0"/>
        </a:xfrm>
      </p:grpSpPr>
      <p:pic>
        <p:nvPicPr>
          <p:cNvPr id="90" name="Google Shape;90;p11"/>
          <p:cNvPicPr preferRelativeResize="0"/>
          <p:nvPr/>
        </p:nvPicPr>
        <p:blipFill rotWithShape="1">
          <a:blip r:embed="rId2">
            <a:alphaModFix/>
          </a:blip>
          <a:srcRect l="72690" t="69862"/>
          <a:stretch/>
        </p:blipFill>
        <p:spPr>
          <a:xfrm>
            <a:off x="7271061" y="3592286"/>
            <a:ext cx="1872937" cy="1551215"/>
          </a:xfrm>
          <a:prstGeom prst="rect">
            <a:avLst/>
          </a:prstGeom>
          <a:noFill/>
          <a:ln>
            <a:noFill/>
          </a:ln>
        </p:spPr>
      </p:pic>
      <p:sp>
        <p:nvSpPr>
          <p:cNvPr id="91" name="Google Shape;91;p11"/>
          <p:cNvSpPr txBox="1">
            <a:spLocks noGrp="1"/>
          </p:cNvSpPr>
          <p:nvPr>
            <p:ph type="body" idx="1"/>
          </p:nvPr>
        </p:nvSpPr>
        <p:spPr>
          <a:xfrm rot="5400000">
            <a:off x="2777646" y="-1107913"/>
            <a:ext cx="3599100"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spcBef>
                <a:spcPts val="300"/>
              </a:spcBef>
              <a:spcAft>
                <a:spcPts val="0"/>
              </a:spcAft>
              <a:buClr>
                <a:schemeClr val="dk1"/>
              </a:buClr>
              <a:buSzPts val="1400"/>
              <a:buChar char="●"/>
              <a:defRPr/>
            </a:lvl6pPr>
            <a:lvl7pPr marL="3200400" lvl="6" indent="-317500" algn="l">
              <a:spcBef>
                <a:spcPts val="300"/>
              </a:spcBef>
              <a:spcAft>
                <a:spcPts val="0"/>
              </a:spcAft>
              <a:buClr>
                <a:schemeClr val="dk1"/>
              </a:buClr>
              <a:buSzPts val="1400"/>
              <a:buChar char="●"/>
              <a:defRPr/>
            </a:lvl7pPr>
            <a:lvl8pPr marL="3657600" lvl="7" indent="-317500" algn="l">
              <a:spcBef>
                <a:spcPts val="300"/>
              </a:spcBef>
              <a:spcAft>
                <a:spcPts val="0"/>
              </a:spcAft>
              <a:buClr>
                <a:schemeClr val="dk1"/>
              </a:buClr>
              <a:buSzPts val="1400"/>
              <a:buChar char="●"/>
              <a:defRPr/>
            </a:lvl8pPr>
            <a:lvl9pPr marL="4114800" lvl="8" indent="-317500" algn="l">
              <a:spcBef>
                <a:spcPts val="300"/>
              </a:spcBef>
              <a:spcAft>
                <a:spcPts val="0"/>
              </a:spcAft>
              <a:buClr>
                <a:schemeClr val="dk1"/>
              </a:buClr>
              <a:buSzPts val="1400"/>
              <a:buChar char="●"/>
              <a:defRPr/>
            </a:lvl9pPr>
          </a:lstStyle>
          <a:p>
            <a:endParaRPr/>
          </a:p>
        </p:txBody>
      </p:sp>
      <p:sp>
        <p:nvSpPr>
          <p:cNvPr id="92" name="Google Shape;92;p11"/>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3" name="Google Shape;93;p11"/>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4" name="Google Shape;94;p11"/>
          <p:cNvSpPr txBox="1">
            <a:spLocks noGrp="1"/>
          </p:cNvSpPr>
          <p:nvPr>
            <p:ph type="sldNum" idx="12"/>
          </p:nvPr>
        </p:nvSpPr>
        <p:spPr>
          <a:xfrm>
            <a:off x="6463146"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
        <p:nvSpPr>
          <p:cNvPr id="95" name="Google Shape;95;p11"/>
          <p:cNvSpPr txBox="1">
            <a:spLocks noGrp="1"/>
          </p:cNvSpPr>
          <p:nvPr>
            <p:ph type="title"/>
          </p:nvPr>
        </p:nvSpPr>
        <p:spPr>
          <a:xfrm>
            <a:off x="633845" y="274320"/>
            <a:ext cx="7084200" cy="6195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rgbClr val="3EADA7"/>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cxnSp>
        <p:nvCxnSpPr>
          <p:cNvPr id="96" name="Google Shape;96;p11"/>
          <p:cNvCxnSpPr/>
          <p:nvPr/>
        </p:nvCxnSpPr>
        <p:spPr>
          <a:xfrm>
            <a:off x="633845" y="893949"/>
            <a:ext cx="7886700" cy="0"/>
          </a:xfrm>
          <a:prstGeom prst="straightConnector1">
            <a:avLst/>
          </a:prstGeom>
          <a:noFill/>
          <a:ln w="9525" cap="flat" cmpd="sng">
            <a:solidFill>
              <a:srgbClr val="3DACA7"/>
            </a:solidFill>
            <a:prstDash val="solid"/>
            <a:round/>
            <a:headEnd type="none" w="sm" len="sm"/>
            <a:tailEnd type="none" w="sm" len="sm"/>
          </a:ln>
        </p:spPr>
      </p:cxnSp>
      <p:pic>
        <p:nvPicPr>
          <p:cNvPr id="97" name="Google Shape;97;p11"/>
          <p:cNvPicPr preferRelativeResize="0"/>
          <p:nvPr/>
        </p:nvPicPr>
        <p:blipFill rotWithShape="1">
          <a:blip r:embed="rId3">
            <a:alphaModFix/>
          </a:blip>
          <a:srcRect/>
          <a:stretch/>
        </p:blipFill>
        <p:spPr>
          <a:xfrm>
            <a:off x="7920471" y="416256"/>
            <a:ext cx="600075" cy="33575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8"/>
        <p:cNvGrpSpPr/>
        <p:nvPr/>
      </p:nvGrpSpPr>
      <p:grpSpPr>
        <a:xfrm>
          <a:off x="0" y="0"/>
          <a:ext cx="0" cy="0"/>
          <a:chOff x="0" y="0"/>
          <a:chExt cx="0" cy="0"/>
        </a:xfrm>
      </p:grpSpPr>
      <p:sp>
        <p:nvSpPr>
          <p:cNvPr id="99" name="Google Shape;99;p12"/>
          <p:cNvSpPr txBox="1">
            <a:spLocks noGrp="1"/>
          </p:cNvSpPr>
          <p:nvPr>
            <p:ph type="title"/>
          </p:nvPr>
        </p:nvSpPr>
        <p:spPr>
          <a:xfrm rot="5400000">
            <a:off x="5350050" y="1463972"/>
            <a:ext cx="4359000" cy="19716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rgbClr val="3EADA7"/>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00" name="Google Shape;100;p12"/>
          <p:cNvSpPr txBox="1">
            <a:spLocks noGrp="1"/>
          </p:cNvSpPr>
          <p:nvPr>
            <p:ph type="body" idx="1"/>
          </p:nvPr>
        </p:nvSpPr>
        <p:spPr>
          <a:xfrm rot="5400000">
            <a:off x="1349475" y="-450628"/>
            <a:ext cx="4359000" cy="58008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spcBef>
                <a:spcPts val="300"/>
              </a:spcBef>
              <a:spcAft>
                <a:spcPts val="0"/>
              </a:spcAft>
              <a:buClr>
                <a:schemeClr val="dk1"/>
              </a:buClr>
              <a:buSzPts val="1400"/>
              <a:buChar char="●"/>
              <a:defRPr/>
            </a:lvl6pPr>
            <a:lvl7pPr marL="3200400" lvl="6" indent="-317500" algn="l">
              <a:spcBef>
                <a:spcPts val="300"/>
              </a:spcBef>
              <a:spcAft>
                <a:spcPts val="0"/>
              </a:spcAft>
              <a:buClr>
                <a:schemeClr val="dk1"/>
              </a:buClr>
              <a:buSzPts val="1400"/>
              <a:buChar char="●"/>
              <a:defRPr/>
            </a:lvl7pPr>
            <a:lvl8pPr marL="3657600" lvl="7" indent="-317500" algn="l">
              <a:spcBef>
                <a:spcPts val="300"/>
              </a:spcBef>
              <a:spcAft>
                <a:spcPts val="0"/>
              </a:spcAft>
              <a:buClr>
                <a:schemeClr val="dk1"/>
              </a:buClr>
              <a:buSzPts val="1400"/>
              <a:buChar char="●"/>
              <a:defRPr/>
            </a:lvl8pPr>
            <a:lvl9pPr marL="4114800" lvl="8" indent="-317500" algn="l">
              <a:spcBef>
                <a:spcPts val="300"/>
              </a:spcBef>
              <a:spcAft>
                <a:spcPts val="0"/>
              </a:spcAft>
              <a:buClr>
                <a:schemeClr val="dk1"/>
              </a:buClr>
              <a:buSzPts val="1400"/>
              <a:buChar char="●"/>
              <a:defRPr/>
            </a:lvl9pPr>
          </a:lstStyle>
          <a:p>
            <a:endParaRPr/>
          </a:p>
        </p:txBody>
      </p:sp>
      <p:sp>
        <p:nvSpPr>
          <p:cNvPr id="101" name="Google Shape;101;p12"/>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2" name="Google Shape;102;p12"/>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3" name="Google Shape;103;p12"/>
          <p:cNvSpPr txBox="1">
            <a:spLocks noGrp="1"/>
          </p:cNvSpPr>
          <p:nvPr>
            <p:ph type="sldNum" idx="12"/>
          </p:nvPr>
        </p:nvSpPr>
        <p:spPr>
          <a:xfrm>
            <a:off x="6463146"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cxnSp>
        <p:nvCxnSpPr>
          <p:cNvPr id="104" name="Google Shape;104;p12"/>
          <p:cNvCxnSpPr/>
          <p:nvPr/>
        </p:nvCxnSpPr>
        <p:spPr>
          <a:xfrm>
            <a:off x="6543675" y="277589"/>
            <a:ext cx="0" cy="4354800"/>
          </a:xfrm>
          <a:prstGeom prst="straightConnector1">
            <a:avLst/>
          </a:prstGeom>
          <a:noFill/>
          <a:ln w="9525" cap="flat" cmpd="sng">
            <a:solidFill>
              <a:srgbClr val="3DACA7"/>
            </a:solidFill>
            <a:prstDash val="solid"/>
            <a:round/>
            <a:headEnd type="none" w="sm" len="sm"/>
            <a:tailEnd type="none" w="sm" len="sm"/>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Comparison">
  <p:cSld name="1_Comparison">
    <p:spTree>
      <p:nvGrpSpPr>
        <p:cNvPr id="1" name="Shape 115"/>
        <p:cNvGrpSpPr/>
        <p:nvPr/>
      </p:nvGrpSpPr>
      <p:grpSpPr>
        <a:xfrm>
          <a:off x="0" y="0"/>
          <a:ext cx="0" cy="0"/>
          <a:chOff x="0" y="0"/>
          <a:chExt cx="0" cy="0"/>
        </a:xfrm>
      </p:grpSpPr>
      <p:pic>
        <p:nvPicPr>
          <p:cNvPr id="116" name="Google Shape;116;p14"/>
          <p:cNvPicPr preferRelativeResize="0"/>
          <p:nvPr/>
        </p:nvPicPr>
        <p:blipFill rotWithShape="1">
          <a:blip r:embed="rId2">
            <a:alphaModFix/>
          </a:blip>
          <a:srcRect l="72690" t="69862"/>
          <a:stretch/>
        </p:blipFill>
        <p:spPr>
          <a:xfrm>
            <a:off x="7271061" y="3592286"/>
            <a:ext cx="1872937" cy="1551215"/>
          </a:xfrm>
          <a:prstGeom prst="rect">
            <a:avLst/>
          </a:prstGeom>
          <a:noFill/>
          <a:ln>
            <a:noFill/>
          </a:ln>
        </p:spPr>
      </p:pic>
      <p:sp>
        <p:nvSpPr>
          <p:cNvPr id="117" name="Google Shape;117;p14"/>
          <p:cNvSpPr txBox="1">
            <a:spLocks noGrp="1"/>
          </p:cNvSpPr>
          <p:nvPr>
            <p:ph type="body" idx="1"/>
          </p:nvPr>
        </p:nvSpPr>
        <p:spPr>
          <a:xfrm>
            <a:off x="685799" y="946718"/>
            <a:ext cx="3815100" cy="619200"/>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spcBef>
                <a:spcPts val="200"/>
              </a:spcBef>
              <a:spcAft>
                <a:spcPts val="0"/>
              </a:spcAft>
              <a:buClr>
                <a:schemeClr val="dk1"/>
              </a:buClr>
              <a:buSzPts val="1200"/>
              <a:buNone/>
              <a:defRPr sz="1200" b="1"/>
            </a:lvl6pPr>
            <a:lvl7pPr marL="3200400" lvl="6" indent="-228600" algn="l">
              <a:spcBef>
                <a:spcPts val="200"/>
              </a:spcBef>
              <a:spcAft>
                <a:spcPts val="0"/>
              </a:spcAft>
              <a:buClr>
                <a:schemeClr val="dk1"/>
              </a:buClr>
              <a:buSzPts val="1200"/>
              <a:buNone/>
              <a:defRPr sz="1200" b="1"/>
            </a:lvl7pPr>
            <a:lvl8pPr marL="3657600" lvl="7" indent="-228600" algn="l">
              <a:spcBef>
                <a:spcPts val="200"/>
              </a:spcBef>
              <a:spcAft>
                <a:spcPts val="0"/>
              </a:spcAft>
              <a:buClr>
                <a:schemeClr val="dk1"/>
              </a:buClr>
              <a:buSzPts val="1200"/>
              <a:buNone/>
              <a:defRPr sz="1200" b="1"/>
            </a:lvl8pPr>
            <a:lvl9pPr marL="4114800" lvl="8" indent="-228600" algn="l">
              <a:spcBef>
                <a:spcPts val="200"/>
              </a:spcBef>
              <a:spcAft>
                <a:spcPts val="0"/>
              </a:spcAft>
              <a:buClr>
                <a:schemeClr val="dk1"/>
              </a:buClr>
              <a:buSzPts val="1200"/>
              <a:buNone/>
              <a:defRPr sz="1200" b="1"/>
            </a:lvl9pPr>
          </a:lstStyle>
          <a:p>
            <a:endParaRPr/>
          </a:p>
        </p:txBody>
      </p:sp>
      <p:sp>
        <p:nvSpPr>
          <p:cNvPr id="118" name="Google Shape;118;p14"/>
          <p:cNvSpPr txBox="1">
            <a:spLocks noGrp="1"/>
          </p:cNvSpPr>
          <p:nvPr>
            <p:ph type="body" idx="2"/>
          </p:nvPr>
        </p:nvSpPr>
        <p:spPr>
          <a:xfrm>
            <a:off x="685799" y="1616168"/>
            <a:ext cx="3815100" cy="30249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spcBef>
                <a:spcPts val="300"/>
              </a:spcBef>
              <a:spcAft>
                <a:spcPts val="0"/>
              </a:spcAft>
              <a:buClr>
                <a:schemeClr val="dk1"/>
              </a:buClr>
              <a:buSzPts val="1400"/>
              <a:buChar char="●"/>
              <a:defRPr/>
            </a:lvl6pPr>
            <a:lvl7pPr marL="3200400" lvl="6" indent="-317500" algn="l">
              <a:spcBef>
                <a:spcPts val="300"/>
              </a:spcBef>
              <a:spcAft>
                <a:spcPts val="0"/>
              </a:spcAft>
              <a:buClr>
                <a:schemeClr val="dk1"/>
              </a:buClr>
              <a:buSzPts val="1400"/>
              <a:buChar char="●"/>
              <a:defRPr/>
            </a:lvl7pPr>
            <a:lvl8pPr marL="3657600" lvl="7" indent="-317500" algn="l">
              <a:spcBef>
                <a:spcPts val="300"/>
              </a:spcBef>
              <a:spcAft>
                <a:spcPts val="0"/>
              </a:spcAft>
              <a:buClr>
                <a:schemeClr val="dk1"/>
              </a:buClr>
              <a:buSzPts val="1400"/>
              <a:buChar char="●"/>
              <a:defRPr/>
            </a:lvl8pPr>
            <a:lvl9pPr marL="4114800" lvl="8" indent="-317500" algn="l">
              <a:spcBef>
                <a:spcPts val="300"/>
              </a:spcBef>
              <a:spcAft>
                <a:spcPts val="0"/>
              </a:spcAft>
              <a:buClr>
                <a:schemeClr val="dk1"/>
              </a:buClr>
              <a:buSzPts val="1400"/>
              <a:buChar char="●"/>
              <a:defRPr/>
            </a:lvl9pPr>
          </a:lstStyle>
          <a:p>
            <a:endParaRPr/>
          </a:p>
        </p:txBody>
      </p:sp>
      <p:sp>
        <p:nvSpPr>
          <p:cNvPr id="119" name="Google Shape;119;p14"/>
          <p:cNvSpPr txBox="1">
            <a:spLocks noGrp="1"/>
          </p:cNvSpPr>
          <p:nvPr>
            <p:ph type="body" idx="3"/>
          </p:nvPr>
        </p:nvSpPr>
        <p:spPr>
          <a:xfrm>
            <a:off x="4672693" y="946716"/>
            <a:ext cx="3828900" cy="619200"/>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spcBef>
                <a:spcPts val="200"/>
              </a:spcBef>
              <a:spcAft>
                <a:spcPts val="0"/>
              </a:spcAft>
              <a:buClr>
                <a:schemeClr val="dk1"/>
              </a:buClr>
              <a:buSzPts val="1200"/>
              <a:buNone/>
              <a:defRPr sz="1200" b="1"/>
            </a:lvl6pPr>
            <a:lvl7pPr marL="3200400" lvl="6" indent="-228600" algn="l">
              <a:spcBef>
                <a:spcPts val="200"/>
              </a:spcBef>
              <a:spcAft>
                <a:spcPts val="0"/>
              </a:spcAft>
              <a:buClr>
                <a:schemeClr val="dk1"/>
              </a:buClr>
              <a:buSzPts val="1200"/>
              <a:buNone/>
              <a:defRPr sz="1200" b="1"/>
            </a:lvl7pPr>
            <a:lvl8pPr marL="3657600" lvl="7" indent="-228600" algn="l">
              <a:spcBef>
                <a:spcPts val="200"/>
              </a:spcBef>
              <a:spcAft>
                <a:spcPts val="0"/>
              </a:spcAft>
              <a:buClr>
                <a:schemeClr val="dk1"/>
              </a:buClr>
              <a:buSzPts val="1200"/>
              <a:buNone/>
              <a:defRPr sz="1200" b="1"/>
            </a:lvl8pPr>
            <a:lvl9pPr marL="4114800" lvl="8" indent="-228600" algn="l">
              <a:spcBef>
                <a:spcPts val="200"/>
              </a:spcBef>
              <a:spcAft>
                <a:spcPts val="0"/>
              </a:spcAft>
              <a:buClr>
                <a:schemeClr val="dk1"/>
              </a:buClr>
              <a:buSzPts val="1200"/>
              <a:buNone/>
              <a:defRPr sz="1200" b="1"/>
            </a:lvl9pPr>
          </a:lstStyle>
          <a:p>
            <a:endParaRPr/>
          </a:p>
        </p:txBody>
      </p:sp>
      <p:sp>
        <p:nvSpPr>
          <p:cNvPr id="120" name="Google Shape;120;p14"/>
          <p:cNvSpPr txBox="1">
            <a:spLocks noGrp="1"/>
          </p:cNvSpPr>
          <p:nvPr>
            <p:ph type="body" idx="4"/>
          </p:nvPr>
        </p:nvSpPr>
        <p:spPr>
          <a:xfrm>
            <a:off x="4672693" y="1616168"/>
            <a:ext cx="3828900" cy="30249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spcBef>
                <a:spcPts val="300"/>
              </a:spcBef>
              <a:spcAft>
                <a:spcPts val="0"/>
              </a:spcAft>
              <a:buClr>
                <a:schemeClr val="dk1"/>
              </a:buClr>
              <a:buSzPts val="1400"/>
              <a:buChar char="●"/>
              <a:defRPr/>
            </a:lvl6pPr>
            <a:lvl7pPr marL="3200400" lvl="6" indent="-317500" algn="l">
              <a:spcBef>
                <a:spcPts val="300"/>
              </a:spcBef>
              <a:spcAft>
                <a:spcPts val="0"/>
              </a:spcAft>
              <a:buClr>
                <a:schemeClr val="dk1"/>
              </a:buClr>
              <a:buSzPts val="1400"/>
              <a:buChar char="●"/>
              <a:defRPr/>
            </a:lvl7pPr>
            <a:lvl8pPr marL="3657600" lvl="7" indent="-317500" algn="l">
              <a:spcBef>
                <a:spcPts val="300"/>
              </a:spcBef>
              <a:spcAft>
                <a:spcPts val="0"/>
              </a:spcAft>
              <a:buClr>
                <a:schemeClr val="dk1"/>
              </a:buClr>
              <a:buSzPts val="1400"/>
              <a:buChar char="●"/>
              <a:defRPr/>
            </a:lvl8pPr>
            <a:lvl9pPr marL="4114800" lvl="8" indent="-317500" algn="l">
              <a:spcBef>
                <a:spcPts val="300"/>
              </a:spcBef>
              <a:spcAft>
                <a:spcPts val="0"/>
              </a:spcAft>
              <a:buClr>
                <a:schemeClr val="dk1"/>
              </a:buClr>
              <a:buSzPts val="1400"/>
              <a:buChar char="●"/>
              <a:defRPr/>
            </a:lvl9pPr>
          </a:lstStyle>
          <a:p>
            <a:endParaRPr/>
          </a:p>
        </p:txBody>
      </p:sp>
      <p:sp>
        <p:nvSpPr>
          <p:cNvPr id="121" name="Google Shape;121;p14"/>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2" name="Google Shape;122;p14"/>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3" name="Google Shape;123;p14"/>
          <p:cNvSpPr txBox="1">
            <a:spLocks noGrp="1"/>
          </p:cNvSpPr>
          <p:nvPr>
            <p:ph type="sldNum" idx="12"/>
          </p:nvPr>
        </p:nvSpPr>
        <p:spPr>
          <a:xfrm>
            <a:off x="6463146"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
        <p:nvSpPr>
          <p:cNvPr id="124" name="Google Shape;124;p14"/>
          <p:cNvSpPr txBox="1">
            <a:spLocks noGrp="1"/>
          </p:cNvSpPr>
          <p:nvPr>
            <p:ph type="title"/>
          </p:nvPr>
        </p:nvSpPr>
        <p:spPr>
          <a:xfrm>
            <a:off x="633845" y="274320"/>
            <a:ext cx="7084200" cy="6195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rgbClr val="3EADA7"/>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cxnSp>
        <p:nvCxnSpPr>
          <p:cNvPr id="125" name="Google Shape;125;p14"/>
          <p:cNvCxnSpPr/>
          <p:nvPr/>
        </p:nvCxnSpPr>
        <p:spPr>
          <a:xfrm>
            <a:off x="633845" y="893949"/>
            <a:ext cx="7886700" cy="0"/>
          </a:xfrm>
          <a:prstGeom prst="straightConnector1">
            <a:avLst/>
          </a:prstGeom>
          <a:noFill/>
          <a:ln w="9525" cap="flat" cmpd="sng">
            <a:solidFill>
              <a:srgbClr val="3DACA7"/>
            </a:solidFill>
            <a:prstDash val="solid"/>
            <a:round/>
            <a:headEnd type="none" w="sm" len="sm"/>
            <a:tailEnd type="none" w="sm" len="sm"/>
          </a:ln>
        </p:spPr>
      </p:cxnSp>
      <p:pic>
        <p:nvPicPr>
          <p:cNvPr id="126" name="Google Shape;126;p14"/>
          <p:cNvPicPr preferRelativeResize="0"/>
          <p:nvPr/>
        </p:nvPicPr>
        <p:blipFill rotWithShape="1">
          <a:blip r:embed="rId3">
            <a:alphaModFix/>
          </a:blip>
          <a:srcRect/>
          <a:stretch/>
        </p:blipFill>
        <p:spPr>
          <a:xfrm>
            <a:off x="7920471" y="416256"/>
            <a:ext cx="600075" cy="335756"/>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_Title Only">
  <p:cSld name="1_Title Only">
    <p:spTree>
      <p:nvGrpSpPr>
        <p:cNvPr id="1" name="Shape 127"/>
        <p:cNvGrpSpPr/>
        <p:nvPr/>
      </p:nvGrpSpPr>
      <p:grpSpPr>
        <a:xfrm>
          <a:off x="0" y="0"/>
          <a:ext cx="0" cy="0"/>
          <a:chOff x="0" y="0"/>
          <a:chExt cx="0" cy="0"/>
        </a:xfrm>
      </p:grpSpPr>
      <p:pic>
        <p:nvPicPr>
          <p:cNvPr id="128" name="Google Shape;128;p15"/>
          <p:cNvPicPr preferRelativeResize="0"/>
          <p:nvPr/>
        </p:nvPicPr>
        <p:blipFill rotWithShape="1">
          <a:blip r:embed="rId2">
            <a:alphaModFix/>
          </a:blip>
          <a:srcRect l="72690" t="69862"/>
          <a:stretch/>
        </p:blipFill>
        <p:spPr>
          <a:xfrm>
            <a:off x="7271061" y="3592286"/>
            <a:ext cx="1872937" cy="1551215"/>
          </a:xfrm>
          <a:prstGeom prst="rect">
            <a:avLst/>
          </a:prstGeom>
          <a:noFill/>
          <a:ln>
            <a:noFill/>
          </a:ln>
        </p:spPr>
      </p:pic>
      <p:sp>
        <p:nvSpPr>
          <p:cNvPr id="129" name="Google Shape;129;p15"/>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30" name="Google Shape;130;p15"/>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31" name="Google Shape;131;p15"/>
          <p:cNvSpPr txBox="1">
            <a:spLocks noGrp="1"/>
          </p:cNvSpPr>
          <p:nvPr>
            <p:ph type="sldNum" idx="12"/>
          </p:nvPr>
        </p:nvSpPr>
        <p:spPr>
          <a:xfrm>
            <a:off x="6463146"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
        <p:nvSpPr>
          <p:cNvPr id="132" name="Google Shape;132;p15"/>
          <p:cNvSpPr txBox="1">
            <a:spLocks noGrp="1"/>
          </p:cNvSpPr>
          <p:nvPr>
            <p:ph type="title"/>
          </p:nvPr>
        </p:nvSpPr>
        <p:spPr>
          <a:xfrm>
            <a:off x="633845" y="274320"/>
            <a:ext cx="7084200" cy="6195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rgbClr val="3EADA7"/>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cxnSp>
        <p:nvCxnSpPr>
          <p:cNvPr id="133" name="Google Shape;133;p15"/>
          <p:cNvCxnSpPr/>
          <p:nvPr/>
        </p:nvCxnSpPr>
        <p:spPr>
          <a:xfrm>
            <a:off x="633845" y="893949"/>
            <a:ext cx="7886700" cy="0"/>
          </a:xfrm>
          <a:prstGeom prst="straightConnector1">
            <a:avLst/>
          </a:prstGeom>
          <a:noFill/>
          <a:ln w="9525" cap="flat" cmpd="sng">
            <a:solidFill>
              <a:srgbClr val="3DACA7"/>
            </a:solidFill>
            <a:prstDash val="solid"/>
            <a:round/>
            <a:headEnd type="none" w="sm" len="sm"/>
            <a:tailEnd type="none" w="sm" len="sm"/>
          </a:ln>
        </p:spPr>
      </p:cxnSp>
      <p:pic>
        <p:nvPicPr>
          <p:cNvPr id="134" name="Google Shape;134;p15"/>
          <p:cNvPicPr preferRelativeResize="0"/>
          <p:nvPr/>
        </p:nvPicPr>
        <p:blipFill rotWithShape="1">
          <a:blip r:embed="rId3">
            <a:alphaModFix/>
          </a:blip>
          <a:srcRect/>
          <a:stretch/>
        </p:blipFill>
        <p:spPr>
          <a:xfrm>
            <a:off x="7920471" y="416256"/>
            <a:ext cx="600075" cy="335756"/>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_Content with Caption">
  <p:cSld name="1_Content with Caption">
    <p:spTree>
      <p:nvGrpSpPr>
        <p:cNvPr id="1" name="Shape 135"/>
        <p:cNvGrpSpPr/>
        <p:nvPr/>
      </p:nvGrpSpPr>
      <p:grpSpPr>
        <a:xfrm>
          <a:off x="0" y="0"/>
          <a:ext cx="0" cy="0"/>
          <a:chOff x="0" y="0"/>
          <a:chExt cx="0" cy="0"/>
        </a:xfrm>
      </p:grpSpPr>
      <p:pic>
        <p:nvPicPr>
          <p:cNvPr id="136" name="Google Shape;136;p16"/>
          <p:cNvPicPr preferRelativeResize="0"/>
          <p:nvPr/>
        </p:nvPicPr>
        <p:blipFill rotWithShape="1">
          <a:blip r:embed="rId2">
            <a:alphaModFix/>
          </a:blip>
          <a:srcRect l="72690" t="69862"/>
          <a:stretch/>
        </p:blipFill>
        <p:spPr>
          <a:xfrm>
            <a:off x="7271061" y="3592286"/>
            <a:ext cx="1872937" cy="1551215"/>
          </a:xfrm>
          <a:prstGeom prst="rect">
            <a:avLst/>
          </a:prstGeom>
          <a:noFill/>
          <a:ln>
            <a:noFill/>
          </a:ln>
        </p:spPr>
      </p:pic>
      <p:sp>
        <p:nvSpPr>
          <p:cNvPr id="137" name="Google Shape;137;p16"/>
          <p:cNvSpPr txBox="1">
            <a:spLocks noGrp="1"/>
          </p:cNvSpPr>
          <p:nvPr>
            <p:ph type="body" idx="1"/>
          </p:nvPr>
        </p:nvSpPr>
        <p:spPr>
          <a:xfrm>
            <a:off x="3886200" y="742950"/>
            <a:ext cx="4629000" cy="3657600"/>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spcBef>
                <a:spcPts val="300"/>
              </a:spcBef>
              <a:spcAft>
                <a:spcPts val="0"/>
              </a:spcAft>
              <a:buClr>
                <a:schemeClr val="dk1"/>
              </a:buClr>
              <a:buSzPts val="1500"/>
              <a:buChar char="●"/>
              <a:defRPr sz="1500"/>
            </a:lvl6pPr>
            <a:lvl7pPr marL="3200400" lvl="6" indent="-323850" algn="l">
              <a:spcBef>
                <a:spcPts val="300"/>
              </a:spcBef>
              <a:spcAft>
                <a:spcPts val="0"/>
              </a:spcAft>
              <a:buClr>
                <a:schemeClr val="dk1"/>
              </a:buClr>
              <a:buSzPts val="1500"/>
              <a:buChar char="●"/>
              <a:defRPr sz="1500"/>
            </a:lvl7pPr>
            <a:lvl8pPr marL="3657600" lvl="7" indent="-323850" algn="l">
              <a:spcBef>
                <a:spcPts val="300"/>
              </a:spcBef>
              <a:spcAft>
                <a:spcPts val="0"/>
              </a:spcAft>
              <a:buClr>
                <a:schemeClr val="dk1"/>
              </a:buClr>
              <a:buSzPts val="1500"/>
              <a:buChar char="●"/>
              <a:defRPr sz="1500"/>
            </a:lvl8pPr>
            <a:lvl9pPr marL="4114800" lvl="8" indent="-323850" algn="l">
              <a:spcBef>
                <a:spcPts val="300"/>
              </a:spcBef>
              <a:spcAft>
                <a:spcPts val="0"/>
              </a:spcAft>
              <a:buClr>
                <a:schemeClr val="dk1"/>
              </a:buClr>
              <a:buSzPts val="1500"/>
              <a:buChar char="●"/>
              <a:defRPr sz="1500"/>
            </a:lvl9pPr>
          </a:lstStyle>
          <a:p>
            <a:endParaRPr/>
          </a:p>
        </p:txBody>
      </p:sp>
      <p:sp>
        <p:nvSpPr>
          <p:cNvPr id="138" name="Google Shape;138;p16"/>
          <p:cNvSpPr txBox="1">
            <a:spLocks noGrp="1"/>
          </p:cNvSpPr>
          <p:nvPr>
            <p:ph type="body" idx="2"/>
          </p:nvPr>
        </p:nvSpPr>
        <p:spPr>
          <a:xfrm>
            <a:off x="630936" y="1643745"/>
            <a:ext cx="2949000" cy="27567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900"/>
              <a:buNone/>
              <a:defRPr sz="900"/>
            </a:lvl2pPr>
            <a:lvl3pPr marL="1371600" lvl="2" indent="-228600" algn="l">
              <a:lnSpc>
                <a:spcPct val="90000"/>
              </a:lnSpc>
              <a:spcBef>
                <a:spcPts val="400"/>
              </a:spcBef>
              <a:spcAft>
                <a:spcPts val="0"/>
              </a:spcAft>
              <a:buClr>
                <a:schemeClr val="dk1"/>
              </a:buClr>
              <a:buSzPts val="800"/>
              <a:buNone/>
              <a:defRPr sz="800"/>
            </a:lvl3pPr>
            <a:lvl4pPr marL="1828800" lvl="3" indent="-228600" algn="l">
              <a:lnSpc>
                <a:spcPct val="90000"/>
              </a:lnSpc>
              <a:spcBef>
                <a:spcPts val="400"/>
              </a:spcBef>
              <a:spcAft>
                <a:spcPts val="0"/>
              </a:spcAft>
              <a:buClr>
                <a:schemeClr val="dk1"/>
              </a:buClr>
              <a:buSzPts val="700"/>
              <a:buNone/>
              <a:defRPr sz="700"/>
            </a:lvl4pPr>
            <a:lvl5pPr marL="2286000" lvl="4" indent="-228600" algn="l">
              <a:lnSpc>
                <a:spcPct val="90000"/>
              </a:lnSpc>
              <a:spcBef>
                <a:spcPts val="400"/>
              </a:spcBef>
              <a:spcAft>
                <a:spcPts val="0"/>
              </a:spcAft>
              <a:buClr>
                <a:schemeClr val="dk1"/>
              </a:buClr>
              <a:buSzPts val="700"/>
              <a:buNone/>
              <a:defRPr sz="700"/>
            </a:lvl5pPr>
            <a:lvl6pPr marL="2743200" lvl="5" indent="-228600" algn="l">
              <a:spcBef>
                <a:spcPts val="100"/>
              </a:spcBef>
              <a:spcAft>
                <a:spcPts val="0"/>
              </a:spcAft>
              <a:buClr>
                <a:schemeClr val="dk1"/>
              </a:buClr>
              <a:buSzPts val="700"/>
              <a:buNone/>
              <a:defRPr sz="700"/>
            </a:lvl6pPr>
            <a:lvl7pPr marL="3200400" lvl="6" indent="-228600" algn="l">
              <a:spcBef>
                <a:spcPts val="100"/>
              </a:spcBef>
              <a:spcAft>
                <a:spcPts val="0"/>
              </a:spcAft>
              <a:buClr>
                <a:schemeClr val="dk1"/>
              </a:buClr>
              <a:buSzPts val="700"/>
              <a:buNone/>
              <a:defRPr sz="700"/>
            </a:lvl7pPr>
            <a:lvl8pPr marL="3657600" lvl="7" indent="-228600" algn="l">
              <a:spcBef>
                <a:spcPts val="100"/>
              </a:spcBef>
              <a:spcAft>
                <a:spcPts val="0"/>
              </a:spcAft>
              <a:buClr>
                <a:schemeClr val="dk1"/>
              </a:buClr>
              <a:buSzPts val="700"/>
              <a:buNone/>
              <a:defRPr sz="700"/>
            </a:lvl8pPr>
            <a:lvl9pPr marL="4114800" lvl="8" indent="-228600" algn="l">
              <a:spcBef>
                <a:spcPts val="100"/>
              </a:spcBef>
              <a:spcAft>
                <a:spcPts val="0"/>
              </a:spcAft>
              <a:buClr>
                <a:schemeClr val="dk1"/>
              </a:buClr>
              <a:buSzPts val="700"/>
              <a:buNone/>
              <a:defRPr sz="700"/>
            </a:lvl9pPr>
          </a:lstStyle>
          <a:p>
            <a:endParaRPr/>
          </a:p>
        </p:txBody>
      </p:sp>
      <p:sp>
        <p:nvSpPr>
          <p:cNvPr id="139" name="Google Shape;139;p16"/>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40" name="Google Shape;140;p16"/>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41" name="Google Shape;141;p16"/>
          <p:cNvSpPr txBox="1">
            <a:spLocks noGrp="1"/>
          </p:cNvSpPr>
          <p:nvPr>
            <p:ph type="sldNum" idx="12"/>
          </p:nvPr>
        </p:nvSpPr>
        <p:spPr>
          <a:xfrm>
            <a:off x="6463146"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
        <p:nvSpPr>
          <p:cNvPr id="142" name="Google Shape;142;p16"/>
          <p:cNvSpPr txBox="1">
            <a:spLocks noGrp="1"/>
          </p:cNvSpPr>
          <p:nvPr>
            <p:ph type="title"/>
          </p:nvPr>
        </p:nvSpPr>
        <p:spPr>
          <a:xfrm>
            <a:off x="630936" y="342900"/>
            <a:ext cx="2949000" cy="11157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rgbClr val="3EADA7"/>
              </a:buClr>
              <a:buSzPts val="2400"/>
              <a:buFont typeface="Quattrocento Sans"/>
              <a:buNone/>
              <a:defRPr sz="2400" b="0">
                <a:solidFill>
                  <a:srgbClr val="3EADA7"/>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cxnSp>
        <p:nvCxnSpPr>
          <p:cNvPr id="143" name="Google Shape;143;p16"/>
          <p:cNvCxnSpPr/>
          <p:nvPr/>
        </p:nvCxnSpPr>
        <p:spPr>
          <a:xfrm>
            <a:off x="645450" y="1545772"/>
            <a:ext cx="2949000" cy="0"/>
          </a:xfrm>
          <a:prstGeom prst="straightConnector1">
            <a:avLst/>
          </a:prstGeom>
          <a:noFill/>
          <a:ln w="9525" cap="flat" cmpd="sng">
            <a:solidFill>
              <a:srgbClr val="3DACA7"/>
            </a:solidFill>
            <a:prstDash val="solid"/>
            <a:round/>
            <a:headEnd type="none" w="sm" len="sm"/>
            <a:tailEnd type="none" w="sm" len="sm"/>
          </a:ln>
        </p:spPr>
      </p:cxnSp>
      <p:pic>
        <p:nvPicPr>
          <p:cNvPr id="144" name="Google Shape;144;p16"/>
          <p:cNvPicPr preferRelativeResize="0"/>
          <p:nvPr/>
        </p:nvPicPr>
        <p:blipFill rotWithShape="1">
          <a:blip r:embed="rId3">
            <a:alphaModFix/>
          </a:blip>
          <a:srcRect/>
          <a:stretch/>
        </p:blipFill>
        <p:spPr>
          <a:xfrm>
            <a:off x="7920471" y="416256"/>
            <a:ext cx="600075" cy="335756"/>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_Picture with Caption">
  <p:cSld name="1_Picture with Caption">
    <p:spTree>
      <p:nvGrpSpPr>
        <p:cNvPr id="1" name="Shape 145"/>
        <p:cNvGrpSpPr/>
        <p:nvPr/>
      </p:nvGrpSpPr>
      <p:grpSpPr>
        <a:xfrm>
          <a:off x="0" y="0"/>
          <a:ext cx="0" cy="0"/>
          <a:chOff x="0" y="0"/>
          <a:chExt cx="0" cy="0"/>
        </a:xfrm>
      </p:grpSpPr>
      <p:pic>
        <p:nvPicPr>
          <p:cNvPr id="146" name="Google Shape;146;p17"/>
          <p:cNvPicPr preferRelativeResize="0"/>
          <p:nvPr/>
        </p:nvPicPr>
        <p:blipFill rotWithShape="1">
          <a:blip r:embed="rId2">
            <a:alphaModFix/>
          </a:blip>
          <a:srcRect l="72690" t="69862"/>
          <a:stretch/>
        </p:blipFill>
        <p:spPr>
          <a:xfrm>
            <a:off x="7271061" y="3592286"/>
            <a:ext cx="1872937" cy="1551215"/>
          </a:xfrm>
          <a:prstGeom prst="rect">
            <a:avLst/>
          </a:prstGeom>
          <a:noFill/>
          <a:ln>
            <a:noFill/>
          </a:ln>
        </p:spPr>
      </p:pic>
      <p:sp>
        <p:nvSpPr>
          <p:cNvPr id="147" name="Google Shape;147;p17"/>
          <p:cNvSpPr>
            <a:spLocks noGrp="1"/>
          </p:cNvSpPr>
          <p:nvPr>
            <p:ph type="pic" idx="2"/>
          </p:nvPr>
        </p:nvSpPr>
        <p:spPr>
          <a:xfrm>
            <a:off x="3886200" y="742950"/>
            <a:ext cx="4629000" cy="3657600"/>
          </a:xfrm>
          <a:prstGeom prst="rect">
            <a:avLst/>
          </a:prstGeom>
          <a:noFill/>
          <a:ln>
            <a:noFill/>
          </a:ln>
        </p:spPr>
      </p:sp>
      <p:sp>
        <p:nvSpPr>
          <p:cNvPr id="148" name="Google Shape;148;p17"/>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49" name="Google Shape;149;p17"/>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0" name="Google Shape;150;p17"/>
          <p:cNvSpPr txBox="1">
            <a:spLocks noGrp="1"/>
          </p:cNvSpPr>
          <p:nvPr>
            <p:ph type="sldNum" idx="12"/>
          </p:nvPr>
        </p:nvSpPr>
        <p:spPr>
          <a:xfrm>
            <a:off x="6463146"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
        <p:nvSpPr>
          <p:cNvPr id="151" name="Google Shape;151;p17"/>
          <p:cNvSpPr txBox="1">
            <a:spLocks noGrp="1"/>
          </p:cNvSpPr>
          <p:nvPr>
            <p:ph type="body" idx="1"/>
          </p:nvPr>
        </p:nvSpPr>
        <p:spPr>
          <a:xfrm>
            <a:off x="630936" y="1643745"/>
            <a:ext cx="2949000" cy="27567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900"/>
              <a:buNone/>
              <a:defRPr sz="900"/>
            </a:lvl2pPr>
            <a:lvl3pPr marL="1371600" lvl="2" indent="-228600" algn="l">
              <a:lnSpc>
                <a:spcPct val="90000"/>
              </a:lnSpc>
              <a:spcBef>
                <a:spcPts val="400"/>
              </a:spcBef>
              <a:spcAft>
                <a:spcPts val="0"/>
              </a:spcAft>
              <a:buClr>
                <a:schemeClr val="dk1"/>
              </a:buClr>
              <a:buSzPts val="800"/>
              <a:buNone/>
              <a:defRPr sz="800"/>
            </a:lvl3pPr>
            <a:lvl4pPr marL="1828800" lvl="3" indent="-228600" algn="l">
              <a:lnSpc>
                <a:spcPct val="90000"/>
              </a:lnSpc>
              <a:spcBef>
                <a:spcPts val="400"/>
              </a:spcBef>
              <a:spcAft>
                <a:spcPts val="0"/>
              </a:spcAft>
              <a:buClr>
                <a:schemeClr val="dk1"/>
              </a:buClr>
              <a:buSzPts val="700"/>
              <a:buNone/>
              <a:defRPr sz="700"/>
            </a:lvl4pPr>
            <a:lvl5pPr marL="2286000" lvl="4" indent="-228600" algn="l">
              <a:lnSpc>
                <a:spcPct val="90000"/>
              </a:lnSpc>
              <a:spcBef>
                <a:spcPts val="400"/>
              </a:spcBef>
              <a:spcAft>
                <a:spcPts val="0"/>
              </a:spcAft>
              <a:buClr>
                <a:schemeClr val="dk1"/>
              </a:buClr>
              <a:buSzPts val="700"/>
              <a:buNone/>
              <a:defRPr sz="700"/>
            </a:lvl5pPr>
            <a:lvl6pPr marL="2743200" lvl="5" indent="-228600" algn="l">
              <a:spcBef>
                <a:spcPts val="100"/>
              </a:spcBef>
              <a:spcAft>
                <a:spcPts val="0"/>
              </a:spcAft>
              <a:buClr>
                <a:schemeClr val="dk1"/>
              </a:buClr>
              <a:buSzPts val="700"/>
              <a:buNone/>
              <a:defRPr sz="700"/>
            </a:lvl6pPr>
            <a:lvl7pPr marL="3200400" lvl="6" indent="-228600" algn="l">
              <a:spcBef>
                <a:spcPts val="100"/>
              </a:spcBef>
              <a:spcAft>
                <a:spcPts val="0"/>
              </a:spcAft>
              <a:buClr>
                <a:schemeClr val="dk1"/>
              </a:buClr>
              <a:buSzPts val="700"/>
              <a:buNone/>
              <a:defRPr sz="700"/>
            </a:lvl7pPr>
            <a:lvl8pPr marL="3657600" lvl="7" indent="-228600" algn="l">
              <a:spcBef>
                <a:spcPts val="100"/>
              </a:spcBef>
              <a:spcAft>
                <a:spcPts val="0"/>
              </a:spcAft>
              <a:buClr>
                <a:schemeClr val="dk1"/>
              </a:buClr>
              <a:buSzPts val="700"/>
              <a:buNone/>
              <a:defRPr sz="700"/>
            </a:lvl8pPr>
            <a:lvl9pPr marL="4114800" lvl="8" indent="-228600" algn="l">
              <a:spcBef>
                <a:spcPts val="100"/>
              </a:spcBef>
              <a:spcAft>
                <a:spcPts val="0"/>
              </a:spcAft>
              <a:buClr>
                <a:schemeClr val="dk1"/>
              </a:buClr>
              <a:buSzPts val="700"/>
              <a:buNone/>
              <a:defRPr sz="700"/>
            </a:lvl9pPr>
          </a:lstStyle>
          <a:p>
            <a:endParaRPr/>
          </a:p>
        </p:txBody>
      </p:sp>
      <p:sp>
        <p:nvSpPr>
          <p:cNvPr id="152" name="Google Shape;152;p17"/>
          <p:cNvSpPr txBox="1">
            <a:spLocks noGrp="1"/>
          </p:cNvSpPr>
          <p:nvPr>
            <p:ph type="title"/>
          </p:nvPr>
        </p:nvSpPr>
        <p:spPr>
          <a:xfrm>
            <a:off x="630936" y="342900"/>
            <a:ext cx="2949000" cy="11157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rgbClr val="3EADA7"/>
              </a:buClr>
              <a:buSzPts val="2400"/>
              <a:buFont typeface="Quattrocento Sans"/>
              <a:buNone/>
              <a:defRPr sz="2400" b="0">
                <a:solidFill>
                  <a:srgbClr val="3EADA7"/>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cxnSp>
        <p:nvCxnSpPr>
          <p:cNvPr id="153" name="Google Shape;153;p17"/>
          <p:cNvCxnSpPr/>
          <p:nvPr/>
        </p:nvCxnSpPr>
        <p:spPr>
          <a:xfrm>
            <a:off x="645450" y="1545772"/>
            <a:ext cx="2949000" cy="0"/>
          </a:xfrm>
          <a:prstGeom prst="straightConnector1">
            <a:avLst/>
          </a:prstGeom>
          <a:noFill/>
          <a:ln w="9525" cap="flat" cmpd="sng">
            <a:solidFill>
              <a:srgbClr val="3DACA7"/>
            </a:solidFill>
            <a:prstDash val="solid"/>
            <a:round/>
            <a:headEnd type="none" w="sm" len="sm"/>
            <a:tailEnd type="none" w="sm" len="sm"/>
          </a:ln>
        </p:spPr>
      </p:cxnSp>
      <p:pic>
        <p:nvPicPr>
          <p:cNvPr id="154" name="Google Shape;154;p17"/>
          <p:cNvPicPr preferRelativeResize="0"/>
          <p:nvPr/>
        </p:nvPicPr>
        <p:blipFill rotWithShape="1">
          <a:blip r:embed="rId3">
            <a:alphaModFix/>
          </a:blip>
          <a:srcRect/>
          <a:stretch/>
        </p:blipFill>
        <p:spPr>
          <a:xfrm>
            <a:off x="7920471" y="416256"/>
            <a:ext cx="600075" cy="335756"/>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_Title and Vertical Text">
  <p:cSld name="1_Title and Vertical Text">
    <p:spTree>
      <p:nvGrpSpPr>
        <p:cNvPr id="1" name="Shape 155"/>
        <p:cNvGrpSpPr/>
        <p:nvPr/>
      </p:nvGrpSpPr>
      <p:grpSpPr>
        <a:xfrm>
          <a:off x="0" y="0"/>
          <a:ext cx="0" cy="0"/>
          <a:chOff x="0" y="0"/>
          <a:chExt cx="0" cy="0"/>
        </a:xfrm>
      </p:grpSpPr>
      <p:pic>
        <p:nvPicPr>
          <p:cNvPr id="156" name="Google Shape;156;p18"/>
          <p:cNvPicPr preferRelativeResize="0"/>
          <p:nvPr/>
        </p:nvPicPr>
        <p:blipFill rotWithShape="1">
          <a:blip r:embed="rId2">
            <a:alphaModFix/>
          </a:blip>
          <a:srcRect l="72690" t="69862"/>
          <a:stretch/>
        </p:blipFill>
        <p:spPr>
          <a:xfrm>
            <a:off x="7271061" y="3592286"/>
            <a:ext cx="1872937" cy="1551215"/>
          </a:xfrm>
          <a:prstGeom prst="rect">
            <a:avLst/>
          </a:prstGeom>
          <a:noFill/>
          <a:ln>
            <a:noFill/>
          </a:ln>
        </p:spPr>
      </p:pic>
      <p:sp>
        <p:nvSpPr>
          <p:cNvPr id="157" name="Google Shape;157;p18"/>
          <p:cNvSpPr txBox="1">
            <a:spLocks noGrp="1"/>
          </p:cNvSpPr>
          <p:nvPr>
            <p:ph type="body" idx="1"/>
          </p:nvPr>
        </p:nvSpPr>
        <p:spPr>
          <a:xfrm rot="5400000">
            <a:off x="2786946" y="-1122314"/>
            <a:ext cx="3575400" cy="78918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spcBef>
                <a:spcPts val="300"/>
              </a:spcBef>
              <a:spcAft>
                <a:spcPts val="0"/>
              </a:spcAft>
              <a:buClr>
                <a:schemeClr val="dk1"/>
              </a:buClr>
              <a:buSzPts val="1400"/>
              <a:buChar char="●"/>
              <a:defRPr/>
            </a:lvl6pPr>
            <a:lvl7pPr marL="3200400" lvl="6" indent="-317500" algn="l">
              <a:spcBef>
                <a:spcPts val="300"/>
              </a:spcBef>
              <a:spcAft>
                <a:spcPts val="0"/>
              </a:spcAft>
              <a:buClr>
                <a:schemeClr val="dk1"/>
              </a:buClr>
              <a:buSzPts val="1400"/>
              <a:buChar char="●"/>
              <a:defRPr/>
            </a:lvl7pPr>
            <a:lvl8pPr marL="3657600" lvl="7" indent="-317500" algn="l">
              <a:spcBef>
                <a:spcPts val="300"/>
              </a:spcBef>
              <a:spcAft>
                <a:spcPts val="0"/>
              </a:spcAft>
              <a:buClr>
                <a:schemeClr val="dk1"/>
              </a:buClr>
              <a:buSzPts val="1400"/>
              <a:buChar char="●"/>
              <a:defRPr/>
            </a:lvl8pPr>
            <a:lvl9pPr marL="4114800" lvl="8" indent="-317500" algn="l">
              <a:spcBef>
                <a:spcPts val="300"/>
              </a:spcBef>
              <a:spcAft>
                <a:spcPts val="0"/>
              </a:spcAft>
              <a:buClr>
                <a:schemeClr val="dk1"/>
              </a:buClr>
              <a:buSzPts val="1400"/>
              <a:buChar char="●"/>
              <a:defRPr/>
            </a:lvl9pPr>
          </a:lstStyle>
          <a:p>
            <a:endParaRPr/>
          </a:p>
        </p:txBody>
      </p:sp>
      <p:sp>
        <p:nvSpPr>
          <p:cNvPr id="158" name="Google Shape;158;p18"/>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9" name="Google Shape;159;p18"/>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0" name="Google Shape;160;p18"/>
          <p:cNvSpPr txBox="1">
            <a:spLocks noGrp="1"/>
          </p:cNvSpPr>
          <p:nvPr>
            <p:ph type="sldNum" idx="12"/>
          </p:nvPr>
        </p:nvSpPr>
        <p:spPr>
          <a:xfrm>
            <a:off x="6463146"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
        <p:nvSpPr>
          <p:cNvPr id="161" name="Google Shape;161;p18"/>
          <p:cNvSpPr txBox="1">
            <a:spLocks noGrp="1"/>
          </p:cNvSpPr>
          <p:nvPr>
            <p:ph type="title"/>
          </p:nvPr>
        </p:nvSpPr>
        <p:spPr>
          <a:xfrm>
            <a:off x="633845" y="274320"/>
            <a:ext cx="7084200" cy="6195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rgbClr val="3EADA7"/>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cxnSp>
        <p:nvCxnSpPr>
          <p:cNvPr id="162" name="Google Shape;162;p18"/>
          <p:cNvCxnSpPr/>
          <p:nvPr/>
        </p:nvCxnSpPr>
        <p:spPr>
          <a:xfrm>
            <a:off x="633845" y="893949"/>
            <a:ext cx="7886700" cy="0"/>
          </a:xfrm>
          <a:prstGeom prst="straightConnector1">
            <a:avLst/>
          </a:prstGeom>
          <a:noFill/>
          <a:ln w="9525" cap="flat" cmpd="sng">
            <a:solidFill>
              <a:srgbClr val="3DACA7"/>
            </a:solidFill>
            <a:prstDash val="solid"/>
            <a:round/>
            <a:headEnd type="none" w="sm" len="sm"/>
            <a:tailEnd type="none" w="sm" len="sm"/>
          </a:ln>
        </p:spPr>
      </p:cxnSp>
      <p:pic>
        <p:nvPicPr>
          <p:cNvPr id="163" name="Google Shape;163;p18"/>
          <p:cNvPicPr preferRelativeResize="0"/>
          <p:nvPr/>
        </p:nvPicPr>
        <p:blipFill rotWithShape="1">
          <a:blip r:embed="rId3">
            <a:alphaModFix/>
          </a:blip>
          <a:srcRect/>
          <a:stretch/>
        </p:blipFill>
        <p:spPr>
          <a:xfrm>
            <a:off x="7920471" y="416256"/>
            <a:ext cx="600075" cy="335756"/>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633845" y="274320"/>
            <a:ext cx="7886700" cy="994200"/>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rgbClr val="3EADA7"/>
              </a:buClr>
              <a:buSzPts val="3300"/>
              <a:buFont typeface="Quattrocento Sans"/>
              <a:buNone/>
              <a:defRPr sz="3300" b="0" i="0" u="none" strike="noStrike" cap="none">
                <a:solidFill>
                  <a:srgbClr val="3EADA7"/>
                </a:solidFill>
                <a:latin typeface="Quattrocento Sans"/>
                <a:ea typeface="Quattrocento Sans"/>
                <a:cs typeface="Quattrocento Sans"/>
                <a:sym typeface="Quattrocento Sans"/>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Google Shape;7;p1"/>
          <p:cNvSpPr txBox="1">
            <a:spLocks noGrp="1"/>
          </p:cNvSpPr>
          <p:nvPr>
            <p:ph type="body" idx="1"/>
          </p:nvPr>
        </p:nvSpPr>
        <p:spPr>
          <a:xfrm>
            <a:off x="633845" y="1371600"/>
            <a:ext cx="7886700" cy="3263400"/>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Noto Sans Symbols"/>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400"/>
              </a:spcBef>
              <a:spcAft>
                <a:spcPts val="0"/>
              </a:spcAft>
              <a:buClr>
                <a:schemeClr val="dk1"/>
              </a:buClr>
              <a:buSzPts val="1800"/>
              <a:buFont typeface="Noto Sans Symbols"/>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Noto Sans Symbols"/>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Noto Sans Symbols"/>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Noto Sans Symbols"/>
              <a:buChar char="●"/>
              <a:defRPr sz="1400" b="0" i="0" u="none" strike="noStrike" cap="none">
                <a:solidFill>
                  <a:schemeClr val="dk1"/>
                </a:solidFill>
                <a:latin typeface="Calibri"/>
                <a:ea typeface="Calibri"/>
                <a:cs typeface="Calibri"/>
                <a:sym typeface="Calibri"/>
              </a:defRPr>
            </a:lvl5pPr>
            <a:lvl6pPr marL="2743200" marR="0" lvl="5" indent="-317500" algn="l" rtl="0">
              <a:spcBef>
                <a:spcPts val="300"/>
              </a:spcBef>
              <a:spcAft>
                <a:spcPts val="0"/>
              </a:spcAft>
              <a:buClr>
                <a:schemeClr val="dk1"/>
              </a:buClr>
              <a:buSzPts val="1400"/>
              <a:buFont typeface="Noto Sans Symbols"/>
              <a:buChar char="●"/>
              <a:defRPr sz="1400" b="0" i="0" u="none" strike="noStrike" cap="none">
                <a:solidFill>
                  <a:schemeClr val="dk1"/>
                </a:solidFill>
                <a:latin typeface="Calibri"/>
                <a:ea typeface="Calibri"/>
                <a:cs typeface="Calibri"/>
                <a:sym typeface="Calibri"/>
              </a:defRPr>
            </a:lvl6pPr>
            <a:lvl7pPr marL="3200400" marR="0" lvl="6" indent="-317500" algn="l" rtl="0">
              <a:spcBef>
                <a:spcPts val="300"/>
              </a:spcBef>
              <a:spcAft>
                <a:spcPts val="0"/>
              </a:spcAft>
              <a:buClr>
                <a:schemeClr val="dk1"/>
              </a:buClr>
              <a:buSzPts val="1400"/>
              <a:buFont typeface="Noto Sans Symbols"/>
              <a:buChar char="●"/>
              <a:defRPr sz="1400" b="0" i="0" u="none" strike="noStrike" cap="none">
                <a:solidFill>
                  <a:schemeClr val="dk1"/>
                </a:solidFill>
                <a:latin typeface="Calibri"/>
                <a:ea typeface="Calibri"/>
                <a:cs typeface="Calibri"/>
                <a:sym typeface="Calibri"/>
              </a:defRPr>
            </a:lvl7pPr>
            <a:lvl8pPr marL="3657600" marR="0" lvl="7" indent="-317500" algn="l" rtl="0">
              <a:spcBef>
                <a:spcPts val="300"/>
              </a:spcBef>
              <a:spcAft>
                <a:spcPts val="0"/>
              </a:spcAft>
              <a:buClr>
                <a:schemeClr val="dk1"/>
              </a:buClr>
              <a:buSzPts val="1400"/>
              <a:buFont typeface="Noto Sans Symbols"/>
              <a:buChar char="●"/>
              <a:defRPr sz="1400" b="0" i="0" u="none" strike="noStrike" cap="none">
                <a:solidFill>
                  <a:schemeClr val="dk1"/>
                </a:solidFill>
                <a:latin typeface="Calibri"/>
                <a:ea typeface="Calibri"/>
                <a:cs typeface="Calibri"/>
                <a:sym typeface="Calibri"/>
              </a:defRPr>
            </a:lvl8pPr>
            <a:lvl9pPr marL="4114800" marR="0" lvl="8" indent="-317500" algn="l" rtl="0">
              <a:spcBef>
                <a:spcPts val="300"/>
              </a:spcBef>
              <a:spcAft>
                <a:spcPts val="0"/>
              </a:spcAft>
              <a:buClr>
                <a:schemeClr val="dk1"/>
              </a:buClr>
              <a:buSzPts val="1400"/>
              <a:buFont typeface="Noto Sans Symbols"/>
              <a:buChar char="●"/>
              <a:defRPr sz="14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800" b="0" i="0" u="none" strike="noStrike" cap="none">
                <a:solidFill>
                  <a:srgbClr val="595959"/>
                </a:solidFill>
                <a:latin typeface="Calibri"/>
                <a:ea typeface="Calibri"/>
                <a:cs typeface="Calibri"/>
                <a:sym typeface="Calibri"/>
              </a:defRPr>
            </a:lvl1pPr>
            <a:lvl2pPr marR="0" lvl="1"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800" b="0" i="0" u="none" strike="noStrike" cap="none">
                <a:solidFill>
                  <a:srgbClr val="595959"/>
                </a:solidFill>
                <a:latin typeface="Calibri"/>
                <a:ea typeface="Calibri"/>
                <a:cs typeface="Calibri"/>
                <a:sym typeface="Calibri"/>
              </a:defRPr>
            </a:lvl1pPr>
            <a:lvl2pPr marR="0" lvl="1"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463146"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800" b="0" i="0" u="none" strike="noStrike" cap="none">
                <a:solidFill>
                  <a:srgbClr val="888888"/>
                </a:solidFill>
                <a:latin typeface="Calibri"/>
                <a:ea typeface="Calibri"/>
                <a:cs typeface="Calibri"/>
                <a:sym typeface="Calibri"/>
              </a:defRPr>
            </a:lvl1pPr>
            <a:lvl2pPr marL="0" marR="0" lvl="1" indent="0" algn="r" rtl="0">
              <a:spcBef>
                <a:spcPts val="0"/>
              </a:spcBef>
              <a:buNone/>
              <a:defRPr sz="800" b="0" i="0" u="none" strike="noStrike" cap="none">
                <a:solidFill>
                  <a:srgbClr val="888888"/>
                </a:solidFill>
                <a:latin typeface="Calibri"/>
                <a:ea typeface="Calibri"/>
                <a:cs typeface="Calibri"/>
                <a:sym typeface="Calibri"/>
              </a:defRPr>
            </a:lvl2pPr>
            <a:lvl3pPr marL="0" marR="0" lvl="2" indent="0" algn="r" rtl="0">
              <a:spcBef>
                <a:spcPts val="0"/>
              </a:spcBef>
              <a:buNone/>
              <a:defRPr sz="800" b="0" i="0" u="none" strike="noStrike" cap="none">
                <a:solidFill>
                  <a:srgbClr val="888888"/>
                </a:solidFill>
                <a:latin typeface="Calibri"/>
                <a:ea typeface="Calibri"/>
                <a:cs typeface="Calibri"/>
                <a:sym typeface="Calibri"/>
              </a:defRPr>
            </a:lvl3pPr>
            <a:lvl4pPr marL="0" marR="0" lvl="3" indent="0" algn="r" rtl="0">
              <a:spcBef>
                <a:spcPts val="0"/>
              </a:spcBef>
              <a:buNone/>
              <a:defRPr sz="800" b="0" i="0" u="none" strike="noStrike" cap="none">
                <a:solidFill>
                  <a:srgbClr val="888888"/>
                </a:solidFill>
                <a:latin typeface="Calibri"/>
                <a:ea typeface="Calibri"/>
                <a:cs typeface="Calibri"/>
                <a:sym typeface="Calibri"/>
              </a:defRPr>
            </a:lvl4pPr>
            <a:lvl5pPr marL="0" marR="0" lvl="4" indent="0" algn="r" rtl="0">
              <a:spcBef>
                <a:spcPts val="0"/>
              </a:spcBef>
              <a:buNone/>
              <a:defRPr sz="800" b="0" i="0" u="none" strike="noStrike" cap="none">
                <a:solidFill>
                  <a:srgbClr val="888888"/>
                </a:solidFill>
                <a:latin typeface="Calibri"/>
                <a:ea typeface="Calibri"/>
                <a:cs typeface="Calibri"/>
                <a:sym typeface="Calibri"/>
              </a:defRPr>
            </a:lvl5pPr>
            <a:lvl6pPr marL="0" marR="0" lvl="5" indent="0" algn="r" rtl="0">
              <a:spcBef>
                <a:spcPts val="0"/>
              </a:spcBef>
              <a:buNone/>
              <a:defRPr sz="800" b="0" i="0" u="none" strike="noStrike" cap="none">
                <a:solidFill>
                  <a:srgbClr val="888888"/>
                </a:solidFill>
                <a:latin typeface="Calibri"/>
                <a:ea typeface="Calibri"/>
                <a:cs typeface="Calibri"/>
                <a:sym typeface="Calibri"/>
              </a:defRPr>
            </a:lvl6pPr>
            <a:lvl7pPr marL="0" marR="0" lvl="6" indent="0" algn="r" rtl="0">
              <a:spcBef>
                <a:spcPts val="0"/>
              </a:spcBef>
              <a:buNone/>
              <a:defRPr sz="800" b="0" i="0" u="none" strike="noStrike" cap="none">
                <a:solidFill>
                  <a:srgbClr val="888888"/>
                </a:solidFill>
                <a:latin typeface="Calibri"/>
                <a:ea typeface="Calibri"/>
                <a:cs typeface="Calibri"/>
                <a:sym typeface="Calibri"/>
              </a:defRPr>
            </a:lvl7pPr>
            <a:lvl8pPr marL="0" marR="0" lvl="7" indent="0" algn="r" rtl="0">
              <a:spcBef>
                <a:spcPts val="0"/>
              </a:spcBef>
              <a:buNone/>
              <a:defRPr sz="800" b="0" i="0" u="none" strike="noStrike" cap="none">
                <a:solidFill>
                  <a:srgbClr val="888888"/>
                </a:solidFill>
                <a:latin typeface="Calibri"/>
                <a:ea typeface="Calibri"/>
                <a:cs typeface="Calibri"/>
                <a:sym typeface="Calibri"/>
              </a:defRPr>
            </a:lvl8pPr>
            <a:lvl9pPr marL="0" marR="0" lvl="8" indent="0" algn="r" rtl="0">
              <a:spcBef>
                <a:spcPts val="0"/>
              </a:spcBef>
              <a:buNone/>
              <a:defRPr sz="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60" r:id="rId12"/>
    <p:sldLayoutId id="2147483661" r:id="rId13"/>
    <p:sldLayoutId id="2147483662" r:id="rId14"/>
    <p:sldLayoutId id="2147483663" r:id="rId15"/>
    <p:sldLayoutId id="2147483664"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s://randomuser.me/api" TargetMode="External"/><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19"/>
          <p:cNvSpPr txBox="1">
            <a:spLocks noGrp="1"/>
          </p:cNvSpPr>
          <p:nvPr>
            <p:ph type="ctrTitle"/>
          </p:nvPr>
        </p:nvSpPr>
        <p:spPr>
          <a:xfrm>
            <a:off x="1143000" y="797753"/>
            <a:ext cx="7315200" cy="1406400"/>
          </a:xfrm>
          <a:prstGeom prst="rect">
            <a:avLst/>
          </a:prstGeom>
        </p:spPr>
        <p:txBody>
          <a:bodyPr spcFirstLastPara="1" wrap="square" lIns="68575" tIns="34275" rIns="68575" bIns="34275" anchor="b" anchorCtr="0">
            <a:normAutofit fontScale="90000"/>
          </a:bodyPr>
          <a:lstStyle/>
          <a:p>
            <a:pPr marL="0" lvl="0" indent="0" algn="r" rtl="0">
              <a:spcBef>
                <a:spcPts val="0"/>
              </a:spcBef>
              <a:spcAft>
                <a:spcPts val="0"/>
              </a:spcAft>
              <a:buNone/>
            </a:pPr>
            <a:r>
              <a:rPr lang="en"/>
              <a:t>Processing Different Data formats, Reading from Web using APIs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20"/>
          <p:cNvSpPr txBox="1">
            <a:spLocks noGrp="1"/>
          </p:cNvSpPr>
          <p:nvPr>
            <p:ph type="title"/>
          </p:nvPr>
        </p:nvSpPr>
        <p:spPr>
          <a:xfrm>
            <a:off x="633845" y="274320"/>
            <a:ext cx="7084200" cy="619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This Topic is Optional</a:t>
            </a:r>
            <a:endParaRPr/>
          </a:p>
        </p:txBody>
      </p:sp>
      <p:sp>
        <p:nvSpPr>
          <p:cNvPr id="174" name="Google Shape;174;p20"/>
          <p:cNvSpPr txBox="1">
            <a:spLocks noGrp="1"/>
          </p:cNvSpPr>
          <p:nvPr>
            <p:ph type="body" idx="1"/>
          </p:nvPr>
        </p:nvSpPr>
        <p:spPr>
          <a:xfrm>
            <a:off x="633845" y="1035887"/>
            <a:ext cx="7886700" cy="2687400"/>
          </a:xfrm>
          <a:prstGeom prst="rect">
            <a:avLst/>
          </a:prstGeom>
        </p:spPr>
        <p:txBody>
          <a:bodyPr spcFirstLastPara="1" wrap="square" lIns="68575" tIns="34275" rIns="68575" bIns="34275" anchor="t" anchorCtr="0">
            <a:spAutoFit/>
          </a:bodyPr>
          <a:lstStyle/>
          <a:p>
            <a:pPr marL="457200" lvl="0" indent="-317500" algn="l" rtl="0">
              <a:spcBef>
                <a:spcPts val="800"/>
              </a:spcBef>
              <a:spcAft>
                <a:spcPts val="0"/>
              </a:spcAft>
              <a:buSzPts val="1400"/>
              <a:buChar char="●"/>
            </a:pPr>
            <a:r>
              <a:rPr lang="en"/>
              <a:t>This topic for the week is optional - not part of IP syllabus</a:t>
            </a:r>
            <a:endParaRPr/>
          </a:p>
          <a:p>
            <a:pPr marL="457200" lvl="0" indent="-317500" algn="l" rtl="0">
              <a:spcBef>
                <a:spcPts val="0"/>
              </a:spcBef>
              <a:spcAft>
                <a:spcPts val="0"/>
              </a:spcAft>
              <a:buSzPts val="1400"/>
              <a:buChar char="●"/>
            </a:pPr>
            <a:r>
              <a:rPr lang="en"/>
              <a:t>Only interested students need to attend lectures, practice</a:t>
            </a:r>
            <a:endParaRPr/>
          </a:p>
          <a:p>
            <a:pPr marL="457200" lvl="0" indent="-317500" algn="l" rtl="0">
              <a:spcBef>
                <a:spcPts val="0"/>
              </a:spcBef>
              <a:spcAft>
                <a:spcPts val="0"/>
              </a:spcAft>
              <a:buSzPts val="1400"/>
              <a:buChar char="●"/>
            </a:pPr>
            <a:r>
              <a:rPr lang="en"/>
              <a:t>(For others, a separate lecture to revise/clarify will be arranged)</a:t>
            </a:r>
            <a:endParaRPr/>
          </a:p>
          <a:p>
            <a:pPr marL="457200" lvl="0" indent="-317500" algn="l" rtl="0">
              <a:spcBef>
                <a:spcPts val="0"/>
              </a:spcBef>
              <a:spcAft>
                <a:spcPts val="0"/>
              </a:spcAft>
              <a:buSzPts val="1400"/>
              <a:buChar char="●"/>
            </a:pPr>
            <a:r>
              <a:rPr lang="en"/>
              <a:t>There will be no questions on this topic in exams or labs</a:t>
            </a:r>
            <a:endParaRPr/>
          </a:p>
          <a:p>
            <a:pPr marL="457200" lvl="0" indent="-317500" algn="l" rtl="0">
              <a:spcBef>
                <a:spcPts val="0"/>
              </a:spcBef>
              <a:spcAft>
                <a:spcPts val="0"/>
              </a:spcAft>
              <a:buSzPts val="1400"/>
              <a:buChar char="●"/>
            </a:pPr>
            <a:r>
              <a:rPr lang="en"/>
              <a:t>Some assignment will be given - but will only count as bonus mark questions and not as an extra assignment, i.e. if you do them, you only get the bonus marks</a:t>
            </a:r>
            <a:endParaRPr/>
          </a:p>
          <a:p>
            <a:pPr marL="457200" lvl="0" indent="-317500" algn="l" rtl="0">
              <a:spcBef>
                <a:spcPts val="0"/>
              </a:spcBef>
              <a:spcAft>
                <a:spcPts val="0"/>
              </a:spcAft>
              <a:buSzPts val="1400"/>
              <a:buChar char="●"/>
            </a:pPr>
            <a:r>
              <a:rPr lang="en"/>
              <a:t>The lecture will be available to all for their own learning</a:t>
            </a:r>
            <a:endParaRPr/>
          </a:p>
          <a:p>
            <a:pPr marL="457200" lvl="0" indent="-317500" algn="l" rtl="0">
              <a:spcBef>
                <a:spcPts val="0"/>
              </a:spcBef>
              <a:spcAft>
                <a:spcPts val="0"/>
              </a:spcAft>
              <a:buSzPts val="1400"/>
              <a:buChar char="●"/>
            </a:pPr>
            <a:r>
              <a:rPr lang="en"/>
              <a:t>Happy learning!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1"/>
          <p:cNvSpPr txBox="1">
            <a:spLocks noGrp="1"/>
          </p:cNvSpPr>
          <p:nvPr>
            <p:ph type="title"/>
          </p:nvPr>
        </p:nvSpPr>
        <p:spPr>
          <a:xfrm>
            <a:off x="633845" y="274320"/>
            <a:ext cx="7084200" cy="619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Input for Programs</a:t>
            </a:r>
            <a:endParaRPr/>
          </a:p>
        </p:txBody>
      </p:sp>
      <p:sp>
        <p:nvSpPr>
          <p:cNvPr id="180" name="Google Shape;180;p21"/>
          <p:cNvSpPr txBox="1">
            <a:spLocks noGrp="1"/>
          </p:cNvSpPr>
          <p:nvPr>
            <p:ph type="body" idx="1"/>
          </p:nvPr>
        </p:nvSpPr>
        <p:spPr>
          <a:xfrm>
            <a:off x="633845" y="1035887"/>
            <a:ext cx="7886700" cy="3599100"/>
          </a:xfrm>
          <a:prstGeom prst="rect">
            <a:avLst/>
          </a:prstGeom>
        </p:spPr>
        <p:txBody>
          <a:bodyPr spcFirstLastPara="1" wrap="square" lIns="68575" tIns="34275" rIns="68575" bIns="34275" anchor="t" anchorCtr="0">
            <a:normAutofit/>
          </a:bodyPr>
          <a:lstStyle/>
          <a:p>
            <a:pPr marL="457200" lvl="0" indent="-317500" algn="l" rtl="0">
              <a:spcBef>
                <a:spcPts val="800"/>
              </a:spcBef>
              <a:spcAft>
                <a:spcPts val="0"/>
              </a:spcAft>
              <a:buSzPts val="1400"/>
              <a:buChar char="●"/>
            </a:pPr>
            <a:r>
              <a:rPr lang="en"/>
              <a:t>Programs solve problems - for specific instance of the problem inputs for that instance are to be given as input to the program</a:t>
            </a:r>
            <a:endParaRPr/>
          </a:p>
          <a:p>
            <a:pPr marL="457200" lvl="0" indent="-317500" algn="l" rtl="0">
              <a:spcBef>
                <a:spcPts val="0"/>
              </a:spcBef>
              <a:spcAft>
                <a:spcPts val="0"/>
              </a:spcAft>
              <a:buSzPts val="1400"/>
              <a:buChar char="●"/>
            </a:pPr>
            <a:r>
              <a:rPr lang="en"/>
              <a:t>To provide input data to programs, we have seen</a:t>
            </a:r>
            <a:endParaRPr/>
          </a:p>
          <a:p>
            <a:pPr marL="914400" lvl="1" indent="-317500" algn="l" rtl="0">
              <a:spcBef>
                <a:spcPts val="0"/>
              </a:spcBef>
              <a:spcAft>
                <a:spcPts val="0"/>
              </a:spcAft>
              <a:buSzPts val="1400"/>
              <a:buChar char="●"/>
            </a:pPr>
            <a:r>
              <a:rPr lang="en"/>
              <a:t>Input through terminals - limiting</a:t>
            </a:r>
            <a:endParaRPr/>
          </a:p>
          <a:p>
            <a:pPr marL="914400" lvl="1" indent="-317500" algn="l" rtl="0">
              <a:spcBef>
                <a:spcPts val="0"/>
              </a:spcBef>
              <a:spcAft>
                <a:spcPts val="0"/>
              </a:spcAft>
              <a:buSzPts val="1400"/>
              <a:buChar char="●"/>
            </a:pPr>
            <a:r>
              <a:rPr lang="en"/>
              <a:t>Input through files - versatile; you need to get data in a local file</a:t>
            </a:r>
            <a:endParaRPr/>
          </a:p>
          <a:p>
            <a:pPr marL="457200" lvl="0" indent="-317500" algn="l" rtl="0">
              <a:spcBef>
                <a:spcPts val="0"/>
              </a:spcBef>
              <a:spcAft>
                <a:spcPts val="0"/>
              </a:spcAft>
              <a:buSzPts val="1400"/>
              <a:buChar char="●"/>
            </a:pPr>
            <a:r>
              <a:rPr lang="en" sz="1800"/>
              <a:t>For input() and File I/O, python provided constructs, which the interpreter has to implement</a:t>
            </a:r>
            <a:endParaRPr sz="1800"/>
          </a:p>
          <a:p>
            <a:pPr marL="914400" lvl="1" indent="-317500" algn="l" rtl="0">
              <a:spcBef>
                <a:spcPts val="0"/>
              </a:spcBef>
              <a:spcAft>
                <a:spcPts val="0"/>
              </a:spcAft>
              <a:buSzPts val="1400"/>
              <a:buChar char="●"/>
            </a:pPr>
            <a:r>
              <a:rPr lang="en"/>
              <a:t>To implement, interpreter has to work with underlying OS which controls files and terminal I/O</a:t>
            </a:r>
            <a:endParaRPr/>
          </a:p>
          <a:p>
            <a:pPr marL="914400" lvl="1" indent="-317500" algn="l" rtl="0">
              <a:spcBef>
                <a:spcPts val="0"/>
              </a:spcBef>
              <a:spcAft>
                <a:spcPts val="0"/>
              </a:spcAft>
              <a:buSzPts val="1400"/>
              <a:buChar char="●"/>
            </a:pPr>
            <a:r>
              <a:rPr lang="en"/>
              <a:t>That is why different interpreters needed for different OSs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22"/>
          <p:cNvSpPr txBox="1">
            <a:spLocks noGrp="1"/>
          </p:cNvSpPr>
          <p:nvPr>
            <p:ph type="title"/>
          </p:nvPr>
        </p:nvSpPr>
        <p:spPr>
          <a:xfrm>
            <a:off x="633845" y="274320"/>
            <a:ext cx="7084200" cy="619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Data Formats have Proliferated</a:t>
            </a:r>
            <a:endParaRPr/>
          </a:p>
        </p:txBody>
      </p:sp>
      <p:sp>
        <p:nvSpPr>
          <p:cNvPr id="186" name="Google Shape;186;p22"/>
          <p:cNvSpPr txBox="1">
            <a:spLocks noGrp="1"/>
          </p:cNvSpPr>
          <p:nvPr>
            <p:ph type="body" idx="1"/>
          </p:nvPr>
        </p:nvSpPr>
        <p:spPr>
          <a:xfrm>
            <a:off x="633845" y="1035887"/>
            <a:ext cx="7886700" cy="3599100"/>
          </a:xfrm>
          <a:prstGeom prst="rect">
            <a:avLst/>
          </a:prstGeom>
        </p:spPr>
        <p:txBody>
          <a:bodyPr spcFirstLastPara="1" wrap="square" lIns="68575" tIns="34275" rIns="68575" bIns="34275" anchor="t" anchorCtr="0">
            <a:normAutofit/>
          </a:bodyPr>
          <a:lstStyle/>
          <a:p>
            <a:pPr marL="457200" lvl="0" indent="-317500" algn="l" rtl="0">
              <a:spcBef>
                <a:spcPts val="800"/>
              </a:spcBef>
              <a:spcAft>
                <a:spcPts val="0"/>
              </a:spcAft>
              <a:buSzPts val="1400"/>
              <a:buChar char="●"/>
            </a:pPr>
            <a:r>
              <a:rPr lang="en"/>
              <a:t>There are many different standard data formats defined over the years - often for specific purposes</a:t>
            </a:r>
            <a:endParaRPr/>
          </a:p>
          <a:p>
            <a:pPr marL="457200" lvl="0" indent="-317500" algn="l" rtl="0">
              <a:spcBef>
                <a:spcPts val="0"/>
              </a:spcBef>
              <a:spcAft>
                <a:spcPts val="0"/>
              </a:spcAft>
              <a:buSzPts val="1400"/>
              <a:buChar char="●"/>
            </a:pPr>
            <a:r>
              <a:rPr lang="en"/>
              <a:t>One can generally get such data in a file. Some formats:</a:t>
            </a:r>
            <a:endParaRPr/>
          </a:p>
          <a:p>
            <a:pPr marL="457200" lvl="0" indent="-317500" algn="l" rtl="0">
              <a:spcBef>
                <a:spcPts val="0"/>
              </a:spcBef>
              <a:spcAft>
                <a:spcPts val="0"/>
              </a:spcAft>
              <a:buSzPts val="1400"/>
              <a:buChar char="●"/>
            </a:pPr>
            <a:r>
              <a:rPr lang="en"/>
              <a:t>text , csv, JSON, jpeg, mpeg, binary, …</a:t>
            </a:r>
            <a:endParaRPr/>
          </a:p>
          <a:p>
            <a:pPr marL="457200" lvl="0" indent="-317500" algn="l" rtl="0">
              <a:spcBef>
                <a:spcPts val="0"/>
              </a:spcBef>
              <a:spcAft>
                <a:spcPts val="0"/>
              </a:spcAft>
              <a:buSzPts val="1400"/>
              <a:buChar char="●"/>
            </a:pPr>
            <a:r>
              <a:rPr lang="en"/>
              <a:t>To process this data, you have to read the data from the file, and based on the format extract the data in processable structures like strings, lists, dictionaries, ..</a:t>
            </a:r>
            <a:endParaRPr/>
          </a:p>
          <a:p>
            <a:pPr marL="457200" lvl="0" indent="-317500" algn="l" rtl="0">
              <a:spcBef>
                <a:spcPts val="0"/>
              </a:spcBef>
              <a:spcAft>
                <a:spcPts val="0"/>
              </a:spcAft>
              <a:buSzPts val="1400"/>
              <a:buChar char="●"/>
            </a:pPr>
            <a:r>
              <a:rPr lang="en"/>
              <a:t>For many data formats, standard libraries are provided by python</a:t>
            </a:r>
            <a:endParaRPr/>
          </a:p>
          <a:p>
            <a:pPr marL="457200" lvl="0" indent="-317500" algn="l" rtl="0">
              <a:spcBef>
                <a:spcPts val="0"/>
              </a:spcBef>
              <a:spcAft>
                <a:spcPts val="0"/>
              </a:spcAft>
              <a:buSzPts val="1400"/>
              <a:buChar char="●"/>
            </a:pPr>
            <a:r>
              <a:rPr lang="en"/>
              <a:t>We will briefly look at two - CSV and JSON </a:t>
            </a:r>
            <a:endParaRPr/>
          </a:p>
          <a:p>
            <a:pPr marL="457200" lvl="0" indent="-317500" algn="l" rtl="0">
              <a:spcBef>
                <a:spcPts val="0"/>
              </a:spcBef>
              <a:spcAft>
                <a:spcPts val="0"/>
              </a:spcAft>
              <a:buSzPts val="1400"/>
              <a:buChar char="●"/>
            </a:pPr>
            <a:r>
              <a:rPr lang="en"/>
              <a:t>Then we will move to taking input from the web</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23"/>
          <p:cNvSpPr txBox="1">
            <a:spLocks noGrp="1"/>
          </p:cNvSpPr>
          <p:nvPr>
            <p:ph type="title"/>
          </p:nvPr>
        </p:nvSpPr>
        <p:spPr>
          <a:xfrm>
            <a:off x="633845" y="274320"/>
            <a:ext cx="7084200" cy="619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Importing Libraries / packages</a:t>
            </a:r>
            <a:endParaRPr/>
          </a:p>
        </p:txBody>
      </p:sp>
      <p:sp>
        <p:nvSpPr>
          <p:cNvPr id="192" name="Google Shape;192;p23"/>
          <p:cNvSpPr txBox="1">
            <a:spLocks noGrp="1"/>
          </p:cNvSpPr>
          <p:nvPr>
            <p:ph type="body" idx="1"/>
          </p:nvPr>
        </p:nvSpPr>
        <p:spPr>
          <a:xfrm>
            <a:off x="633845" y="1035887"/>
            <a:ext cx="7886700" cy="3599100"/>
          </a:xfrm>
          <a:prstGeom prst="rect">
            <a:avLst/>
          </a:prstGeom>
        </p:spPr>
        <p:txBody>
          <a:bodyPr spcFirstLastPara="1" wrap="square" lIns="68575" tIns="34275" rIns="68575" bIns="34275" anchor="t" anchorCtr="0">
            <a:normAutofit lnSpcReduction="10000"/>
          </a:bodyPr>
          <a:lstStyle/>
          <a:p>
            <a:pPr marL="457200" lvl="0" indent="-317500" algn="l" rtl="0">
              <a:spcBef>
                <a:spcPts val="800"/>
              </a:spcBef>
              <a:spcAft>
                <a:spcPts val="0"/>
              </a:spcAft>
              <a:buSzPts val="1400"/>
              <a:buChar char="●"/>
            </a:pPr>
            <a:r>
              <a:rPr lang="en"/>
              <a:t>The main python language has the language constructs, statements, types, functions, objects and classes, etc</a:t>
            </a:r>
            <a:endParaRPr/>
          </a:p>
          <a:p>
            <a:pPr marL="457200" lvl="0" indent="-317500" algn="l" rtl="0">
              <a:spcBef>
                <a:spcPts val="0"/>
              </a:spcBef>
              <a:spcAft>
                <a:spcPts val="0"/>
              </a:spcAft>
              <a:buSzPts val="1400"/>
              <a:buChar char="●"/>
            </a:pPr>
            <a:r>
              <a:rPr lang="en"/>
              <a:t>Python also provides many libraries as standard - i.e. your python installation will have it</a:t>
            </a:r>
            <a:endParaRPr/>
          </a:p>
          <a:p>
            <a:pPr marL="457200" lvl="0" indent="-317500" algn="l" rtl="0">
              <a:spcBef>
                <a:spcPts val="0"/>
              </a:spcBef>
              <a:spcAft>
                <a:spcPts val="0"/>
              </a:spcAft>
              <a:buSzPts val="1400"/>
              <a:buChar char="●"/>
            </a:pPr>
            <a:r>
              <a:rPr lang="en"/>
              <a:t>Each library provide a set of functions that are commonly used for some type of problems</a:t>
            </a:r>
            <a:endParaRPr/>
          </a:p>
          <a:p>
            <a:pPr marL="457200" lvl="0" indent="-317500" algn="l" rtl="0">
              <a:spcBef>
                <a:spcPts val="0"/>
              </a:spcBef>
              <a:spcAft>
                <a:spcPts val="0"/>
              </a:spcAft>
              <a:buSzPts val="1400"/>
              <a:buChar char="●"/>
            </a:pPr>
            <a:r>
              <a:rPr lang="en"/>
              <a:t>To use a library, you must first import it explicitly by import statement - after that its functions can be used, e.g.</a:t>
            </a:r>
            <a:endParaRPr/>
          </a:p>
          <a:p>
            <a:pPr marL="914400" lvl="0" indent="0" algn="l" rtl="0">
              <a:spcBef>
                <a:spcPts val="800"/>
              </a:spcBef>
              <a:spcAft>
                <a:spcPts val="0"/>
              </a:spcAft>
              <a:buNone/>
            </a:pPr>
            <a:r>
              <a:rPr lang="en" sz="1800"/>
              <a:t>import math</a:t>
            </a:r>
            <a:endParaRPr sz="1800"/>
          </a:p>
          <a:p>
            <a:pPr marL="914400" lvl="0" indent="0" algn="l" rtl="0">
              <a:spcBef>
                <a:spcPts val="800"/>
              </a:spcBef>
              <a:spcAft>
                <a:spcPts val="0"/>
              </a:spcAft>
              <a:buNone/>
            </a:pPr>
            <a:r>
              <a:rPr lang="en" sz="1800"/>
              <a:t>math.sqrt()</a:t>
            </a:r>
            <a:endParaRPr sz="1800"/>
          </a:p>
          <a:p>
            <a:pPr marL="457200" lvl="0" indent="-317500" algn="l" rtl="0">
              <a:spcBef>
                <a:spcPts val="800"/>
              </a:spcBef>
              <a:spcAft>
                <a:spcPts val="0"/>
              </a:spcAft>
              <a:buSzPts val="1400"/>
              <a:buChar char="●"/>
            </a:pPr>
            <a:r>
              <a:rPr lang="en"/>
              <a:t>dir(math) will give the list of fns in the library </a:t>
            </a:r>
            <a:endParaRPr/>
          </a:p>
          <a:p>
            <a:pPr marL="457200" lvl="0" indent="-317500" algn="l" rtl="0">
              <a:spcBef>
                <a:spcPts val="0"/>
              </a:spcBef>
              <a:spcAft>
                <a:spcPts val="0"/>
              </a:spcAft>
              <a:buSzPts val="1400"/>
              <a:buChar char="●"/>
            </a:pPr>
            <a:r>
              <a:rPr lang="en"/>
              <a:t>Python standard library - has lots of special libraries in it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24"/>
          <p:cNvSpPr txBox="1">
            <a:spLocks noGrp="1"/>
          </p:cNvSpPr>
          <p:nvPr>
            <p:ph type="ctrTitle"/>
          </p:nvPr>
        </p:nvSpPr>
        <p:spPr>
          <a:xfrm>
            <a:off x="1143000" y="797753"/>
            <a:ext cx="7315200" cy="1406400"/>
          </a:xfrm>
          <a:prstGeom prst="rect">
            <a:avLst/>
          </a:prstGeom>
        </p:spPr>
        <p:txBody>
          <a:bodyPr spcFirstLastPara="1" wrap="square" lIns="68575" tIns="34275" rIns="68575" bIns="34275" anchor="b" anchorCtr="0">
            <a:normAutofit/>
          </a:bodyPr>
          <a:lstStyle/>
          <a:p>
            <a:pPr marL="0" lvl="0" indent="0" algn="r" rtl="0">
              <a:spcBef>
                <a:spcPts val="0"/>
              </a:spcBef>
              <a:spcAft>
                <a:spcPts val="0"/>
              </a:spcAft>
              <a:buNone/>
            </a:pPr>
            <a:r>
              <a:rPr lang="en"/>
              <a:t>Processing CSV, JSON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25"/>
          <p:cNvSpPr txBox="1">
            <a:spLocks noGrp="1"/>
          </p:cNvSpPr>
          <p:nvPr>
            <p:ph type="title"/>
          </p:nvPr>
        </p:nvSpPr>
        <p:spPr>
          <a:xfrm>
            <a:off x="633845" y="274320"/>
            <a:ext cx="7084200" cy="619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Processing CSV Files</a:t>
            </a:r>
            <a:endParaRPr/>
          </a:p>
        </p:txBody>
      </p:sp>
      <p:sp>
        <p:nvSpPr>
          <p:cNvPr id="203" name="Google Shape;203;p25"/>
          <p:cNvSpPr txBox="1">
            <a:spLocks noGrp="1"/>
          </p:cNvSpPr>
          <p:nvPr>
            <p:ph type="body" idx="1"/>
          </p:nvPr>
        </p:nvSpPr>
        <p:spPr>
          <a:xfrm>
            <a:off x="633845" y="1035887"/>
            <a:ext cx="7886700" cy="2978400"/>
          </a:xfrm>
          <a:prstGeom prst="rect">
            <a:avLst/>
          </a:prstGeom>
        </p:spPr>
        <p:txBody>
          <a:bodyPr spcFirstLastPara="1" wrap="square" lIns="68575" tIns="34275" rIns="68575" bIns="34275" anchor="t" anchorCtr="0">
            <a:spAutoFit/>
          </a:bodyPr>
          <a:lstStyle/>
          <a:p>
            <a:pPr marL="457200" lvl="0" indent="-317500" algn="just" rtl="0">
              <a:spcBef>
                <a:spcPts val="800"/>
              </a:spcBef>
              <a:spcAft>
                <a:spcPts val="0"/>
              </a:spcAft>
              <a:buSzPts val="1400"/>
              <a:buChar char="●"/>
            </a:pPr>
            <a:r>
              <a:rPr lang="en"/>
              <a:t>CSV = Comma Separated Values</a:t>
            </a:r>
            <a:endParaRPr/>
          </a:p>
          <a:p>
            <a:pPr marL="457200" lvl="0" indent="-317500" algn="l" rtl="0">
              <a:spcBef>
                <a:spcPts val="0"/>
              </a:spcBef>
              <a:spcAft>
                <a:spcPts val="0"/>
              </a:spcAft>
              <a:buSzPts val="1400"/>
              <a:buChar char="●"/>
            </a:pPr>
            <a:r>
              <a:rPr lang="en"/>
              <a:t>A lot of data is available in csv format - all spreadsheets can be saved as csv</a:t>
            </a:r>
            <a:endParaRPr/>
          </a:p>
          <a:p>
            <a:pPr marL="457200" lvl="0" indent="-317500" algn="l" rtl="0">
              <a:spcBef>
                <a:spcPts val="0"/>
              </a:spcBef>
              <a:spcAft>
                <a:spcPts val="0"/>
              </a:spcAft>
              <a:buSzPts val="1400"/>
              <a:buChar char="●"/>
            </a:pPr>
            <a:r>
              <a:rPr lang="en"/>
              <a:t>CSV is a text file of the type:</a:t>
            </a:r>
            <a:endParaRPr/>
          </a:p>
          <a:p>
            <a:pPr marL="457200" lvl="0" indent="-317500" algn="l" rtl="0">
              <a:spcBef>
                <a:spcPts val="0"/>
              </a:spcBef>
              <a:spcAft>
                <a:spcPts val="0"/>
              </a:spcAft>
              <a:buSzPts val="1400"/>
              <a:buChar char="●"/>
            </a:pPr>
            <a:r>
              <a:rPr lang="en"/>
              <a:t>First line: header1, header2, …</a:t>
            </a:r>
            <a:endParaRPr/>
          </a:p>
          <a:p>
            <a:pPr marL="457200" lvl="0" indent="-317500" algn="l" rtl="0">
              <a:spcBef>
                <a:spcPts val="0"/>
              </a:spcBef>
              <a:spcAft>
                <a:spcPts val="0"/>
              </a:spcAft>
              <a:buSzPts val="1400"/>
              <a:buChar char="●"/>
            </a:pPr>
            <a:r>
              <a:rPr lang="en"/>
              <a:t>Following lines: v1, v2, v3, … </a:t>
            </a:r>
            <a:endParaRPr/>
          </a:p>
          <a:p>
            <a:pPr marL="457200" lvl="0" indent="-317500" algn="l" rtl="0">
              <a:spcBef>
                <a:spcPts val="0"/>
              </a:spcBef>
              <a:spcAft>
                <a:spcPts val="0"/>
              </a:spcAft>
              <a:buSzPts val="1400"/>
              <a:buChar char="●"/>
            </a:pPr>
            <a:r>
              <a:rPr lang="en"/>
              <a:t>It is useful to be able to process csv files, and create csv files</a:t>
            </a:r>
            <a:endParaRPr/>
          </a:p>
          <a:p>
            <a:pPr marL="457200" lvl="0" indent="-317500" algn="l" rtl="0">
              <a:spcBef>
                <a:spcPts val="0"/>
              </a:spcBef>
              <a:spcAft>
                <a:spcPts val="0"/>
              </a:spcAft>
              <a:buSzPts val="1400"/>
              <a:buChar char="●"/>
            </a:pPr>
            <a:r>
              <a:rPr lang="en"/>
              <a:t>Python provides a library for easy process</a:t>
            </a:r>
            <a:endParaRPr/>
          </a:p>
          <a:p>
            <a:pPr marL="457200" lvl="0" indent="-317500" algn="l" rtl="0">
              <a:spcBef>
                <a:spcPts val="0"/>
              </a:spcBef>
              <a:spcAft>
                <a:spcPts val="0"/>
              </a:spcAft>
              <a:buSzPts val="1400"/>
              <a:buChar char="●"/>
            </a:pPr>
            <a:r>
              <a:rPr lang="en"/>
              <a:t>There is also a package - pandas - which provides csv processing</a:t>
            </a:r>
            <a:endParaRPr/>
          </a:p>
          <a:p>
            <a:pPr marL="457200" lvl="0" indent="-317500" algn="l" rtl="0">
              <a:spcBef>
                <a:spcPts val="0"/>
              </a:spcBef>
              <a:spcAft>
                <a:spcPts val="0"/>
              </a:spcAft>
              <a:buSzPts val="1400"/>
              <a:buChar char="●"/>
            </a:pPr>
            <a:r>
              <a:rPr lang="en"/>
              <a:t>We will briefly look at python provided library</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6"/>
          <p:cNvSpPr txBox="1">
            <a:spLocks noGrp="1"/>
          </p:cNvSpPr>
          <p:nvPr>
            <p:ph type="title"/>
          </p:nvPr>
        </p:nvSpPr>
        <p:spPr>
          <a:xfrm>
            <a:off x="633845" y="274320"/>
            <a:ext cx="7084200" cy="619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Processing csv</a:t>
            </a:r>
            <a:endParaRPr/>
          </a:p>
        </p:txBody>
      </p:sp>
      <p:sp>
        <p:nvSpPr>
          <p:cNvPr id="209" name="Google Shape;209;p26"/>
          <p:cNvSpPr txBox="1">
            <a:spLocks noGrp="1"/>
          </p:cNvSpPr>
          <p:nvPr>
            <p:ph type="body" idx="1"/>
          </p:nvPr>
        </p:nvSpPr>
        <p:spPr>
          <a:xfrm>
            <a:off x="633845" y="1035887"/>
            <a:ext cx="7886700" cy="3551700"/>
          </a:xfrm>
          <a:prstGeom prst="rect">
            <a:avLst/>
          </a:prstGeom>
        </p:spPr>
        <p:txBody>
          <a:bodyPr spcFirstLastPara="1" wrap="square" lIns="68575" tIns="34275" rIns="68575" bIns="34275" anchor="t" anchorCtr="0">
            <a:spAutoFit/>
          </a:bodyPr>
          <a:lstStyle/>
          <a:p>
            <a:pPr marL="457200" lvl="0" indent="-323532" algn="just" rtl="0">
              <a:lnSpc>
                <a:spcPct val="100000"/>
              </a:lnSpc>
              <a:spcBef>
                <a:spcPts val="0"/>
              </a:spcBef>
              <a:spcAft>
                <a:spcPts val="0"/>
              </a:spcAft>
              <a:buSzPts val="1495"/>
              <a:buChar char="●"/>
            </a:pPr>
            <a:r>
              <a:rPr lang="en" sz="2142"/>
              <a:t>Must import the csv library</a:t>
            </a:r>
            <a:endParaRPr sz="2142"/>
          </a:p>
          <a:p>
            <a:pPr marL="914400" lvl="0" indent="0" algn="just" rtl="0">
              <a:lnSpc>
                <a:spcPct val="100000"/>
              </a:lnSpc>
              <a:spcBef>
                <a:spcPts val="0"/>
              </a:spcBef>
              <a:spcAft>
                <a:spcPts val="0"/>
              </a:spcAft>
              <a:buSzPts val="1018"/>
              <a:buNone/>
            </a:pPr>
            <a:r>
              <a:rPr lang="en" sz="1542" b="1">
                <a:latin typeface="Courier New"/>
                <a:ea typeface="Courier New"/>
                <a:cs typeface="Courier New"/>
                <a:sym typeface="Courier New"/>
              </a:rPr>
              <a:t>import csv</a:t>
            </a:r>
            <a:endParaRPr sz="1542" b="1">
              <a:latin typeface="Courier New"/>
              <a:ea typeface="Courier New"/>
              <a:cs typeface="Courier New"/>
              <a:sym typeface="Courier New"/>
            </a:endParaRPr>
          </a:p>
          <a:p>
            <a:pPr marL="457200" lvl="0" indent="-323532" algn="just" rtl="0">
              <a:lnSpc>
                <a:spcPct val="100000"/>
              </a:lnSpc>
              <a:spcBef>
                <a:spcPts val="0"/>
              </a:spcBef>
              <a:spcAft>
                <a:spcPts val="0"/>
              </a:spcAft>
              <a:buSzPts val="1495"/>
              <a:buChar char="●"/>
            </a:pPr>
            <a:r>
              <a:rPr lang="en" sz="2142"/>
              <a:t>A csv file opened as regular file (for reading, writing,...), say</a:t>
            </a:r>
            <a:endParaRPr sz="2142"/>
          </a:p>
          <a:p>
            <a:pPr marL="457200" lvl="0" indent="0" algn="just" rtl="0">
              <a:lnSpc>
                <a:spcPct val="100000"/>
              </a:lnSpc>
              <a:spcBef>
                <a:spcPts val="0"/>
              </a:spcBef>
              <a:spcAft>
                <a:spcPts val="0"/>
              </a:spcAft>
              <a:buSzPts val="1018"/>
              <a:buNone/>
            </a:pPr>
            <a:r>
              <a:rPr lang="en" sz="2142" b="1">
                <a:latin typeface="Courier New"/>
                <a:ea typeface="Courier New"/>
                <a:cs typeface="Courier New"/>
                <a:sym typeface="Courier New"/>
              </a:rPr>
              <a:t>   </a:t>
            </a:r>
            <a:r>
              <a:rPr lang="en" sz="1500" b="1">
                <a:latin typeface="Courier New"/>
                <a:ea typeface="Courier New"/>
                <a:cs typeface="Courier New"/>
                <a:sym typeface="Courier New"/>
              </a:rPr>
              <a:t>f = open("data1.csv", "r")</a:t>
            </a:r>
            <a:endParaRPr sz="1500" b="1">
              <a:latin typeface="Courier New"/>
              <a:ea typeface="Courier New"/>
              <a:cs typeface="Courier New"/>
              <a:sym typeface="Courier New"/>
            </a:endParaRPr>
          </a:p>
          <a:p>
            <a:pPr marL="457200" lvl="0" indent="-323532" algn="just" rtl="0">
              <a:lnSpc>
                <a:spcPct val="100000"/>
              </a:lnSpc>
              <a:spcBef>
                <a:spcPts val="0"/>
              </a:spcBef>
              <a:spcAft>
                <a:spcPts val="0"/>
              </a:spcAft>
              <a:buSzPts val="1495"/>
              <a:buChar char="●"/>
            </a:pPr>
            <a:r>
              <a:rPr lang="en" sz="2142"/>
              <a:t>With csv library special functions provided to read/write</a:t>
            </a:r>
            <a:endParaRPr sz="2142"/>
          </a:p>
          <a:p>
            <a:pPr marL="457200" lvl="0" indent="-323532" algn="just" rtl="0">
              <a:lnSpc>
                <a:spcPct val="100000"/>
              </a:lnSpc>
              <a:spcBef>
                <a:spcPts val="0"/>
              </a:spcBef>
              <a:spcAft>
                <a:spcPts val="0"/>
              </a:spcAft>
              <a:buSzPts val="1495"/>
              <a:buChar char="●"/>
            </a:pPr>
            <a:r>
              <a:rPr lang="en" sz="2142"/>
              <a:t>For reading - first get a reader, then read, i.e.</a:t>
            </a:r>
            <a:endParaRPr sz="2142"/>
          </a:p>
          <a:p>
            <a:pPr marL="914400" lvl="0" indent="0" algn="just" rtl="0">
              <a:lnSpc>
                <a:spcPct val="100000"/>
              </a:lnSpc>
              <a:spcBef>
                <a:spcPts val="0"/>
              </a:spcBef>
              <a:spcAft>
                <a:spcPts val="0"/>
              </a:spcAft>
              <a:buSzPts val="1018"/>
              <a:buNone/>
            </a:pPr>
            <a:r>
              <a:rPr lang="en" sz="1500" b="1">
                <a:latin typeface="Courier New"/>
                <a:ea typeface="Courier New"/>
                <a:cs typeface="Courier New"/>
                <a:sym typeface="Courier New"/>
              </a:rPr>
              <a:t>csv_r = csv.reader(f, delimiter=',') </a:t>
            </a:r>
            <a:endParaRPr sz="1500" b="1">
              <a:latin typeface="Courier New"/>
              <a:ea typeface="Courier New"/>
              <a:cs typeface="Courier New"/>
              <a:sym typeface="Courier New"/>
            </a:endParaRPr>
          </a:p>
          <a:p>
            <a:pPr marL="914400" lvl="0" indent="0" algn="just" rtl="0">
              <a:lnSpc>
                <a:spcPct val="100000"/>
              </a:lnSpc>
              <a:spcBef>
                <a:spcPts val="0"/>
              </a:spcBef>
              <a:spcAft>
                <a:spcPts val="0"/>
              </a:spcAft>
              <a:buSzPts val="1018"/>
              <a:buNone/>
            </a:pPr>
            <a:r>
              <a:rPr lang="en" sz="1500" b="1">
                <a:latin typeface="Courier New"/>
                <a:ea typeface="Courier New"/>
                <a:cs typeface="Courier New"/>
                <a:sym typeface="Courier New"/>
              </a:rPr>
              <a:t># delimiter can be omitted</a:t>
            </a:r>
            <a:endParaRPr sz="1500" b="1">
              <a:latin typeface="Courier New"/>
              <a:ea typeface="Courier New"/>
              <a:cs typeface="Courier New"/>
              <a:sym typeface="Courier New"/>
            </a:endParaRPr>
          </a:p>
          <a:p>
            <a:pPr marL="457200" lvl="0" indent="-323532" algn="just" rtl="0">
              <a:lnSpc>
                <a:spcPct val="100000"/>
              </a:lnSpc>
              <a:spcBef>
                <a:spcPts val="0"/>
              </a:spcBef>
              <a:spcAft>
                <a:spcPts val="0"/>
              </a:spcAft>
              <a:buSzPts val="1495"/>
              <a:buChar char="●"/>
            </a:pPr>
            <a:r>
              <a:rPr lang="en" sz="2142"/>
              <a:t>Then read row-by row using reader, just like we read files - each row will be a list of strings (first row will be headers, then data..)</a:t>
            </a:r>
            <a:endParaRPr sz="2142"/>
          </a:p>
          <a:p>
            <a:pPr marL="914400" lvl="0" indent="0" algn="just" rtl="0">
              <a:lnSpc>
                <a:spcPct val="100000"/>
              </a:lnSpc>
              <a:spcBef>
                <a:spcPts val="0"/>
              </a:spcBef>
              <a:spcAft>
                <a:spcPts val="0"/>
              </a:spcAft>
              <a:buSzPts val="1018"/>
              <a:buNone/>
            </a:pPr>
            <a:r>
              <a:rPr lang="en" sz="1542" b="1">
                <a:latin typeface="Courier New"/>
                <a:ea typeface="Courier New"/>
                <a:cs typeface="Courier New"/>
                <a:sym typeface="Courier New"/>
              </a:rPr>
              <a:t>for row in csv_r:</a:t>
            </a:r>
            <a:endParaRPr sz="1542" b="1">
              <a:latin typeface="Courier New"/>
              <a:ea typeface="Courier New"/>
              <a:cs typeface="Courier New"/>
              <a:sym typeface="Courier New"/>
            </a:endParaRPr>
          </a:p>
          <a:p>
            <a:pPr marL="1371600" lvl="0" indent="0" algn="just" rtl="0">
              <a:lnSpc>
                <a:spcPct val="100000"/>
              </a:lnSpc>
              <a:spcBef>
                <a:spcPts val="0"/>
              </a:spcBef>
              <a:spcAft>
                <a:spcPts val="0"/>
              </a:spcAft>
              <a:buSzPts val="1018"/>
              <a:buNone/>
            </a:pPr>
            <a:r>
              <a:rPr lang="en" sz="1542" b="1">
                <a:latin typeface="Courier New"/>
                <a:ea typeface="Courier New"/>
                <a:cs typeface="Courier New"/>
                <a:sym typeface="Courier New"/>
              </a:rPr>
              <a:t>&lt;code-block&gt;</a:t>
            </a:r>
            <a:endParaRPr sz="1542" b="1">
              <a:latin typeface="Courier New"/>
              <a:ea typeface="Courier New"/>
              <a:cs typeface="Courier New"/>
              <a:sym typeface="Courier New"/>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27"/>
          <p:cNvSpPr txBox="1">
            <a:spLocks noGrp="1"/>
          </p:cNvSpPr>
          <p:nvPr>
            <p:ph type="title"/>
          </p:nvPr>
        </p:nvSpPr>
        <p:spPr>
          <a:xfrm>
            <a:off x="633845" y="274320"/>
            <a:ext cx="7084200" cy="619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Processing csv …</a:t>
            </a:r>
            <a:endParaRPr/>
          </a:p>
        </p:txBody>
      </p:sp>
      <p:sp>
        <p:nvSpPr>
          <p:cNvPr id="215" name="Google Shape;215;p27"/>
          <p:cNvSpPr txBox="1">
            <a:spLocks noGrp="1"/>
          </p:cNvSpPr>
          <p:nvPr>
            <p:ph type="body" idx="1"/>
          </p:nvPr>
        </p:nvSpPr>
        <p:spPr>
          <a:xfrm>
            <a:off x="633845" y="1035887"/>
            <a:ext cx="7886700" cy="1523700"/>
          </a:xfrm>
          <a:prstGeom prst="rect">
            <a:avLst/>
          </a:prstGeom>
        </p:spPr>
        <p:txBody>
          <a:bodyPr spcFirstLastPara="1" wrap="square" lIns="68575" tIns="34275" rIns="68575" bIns="34275" anchor="t" anchorCtr="0">
            <a:spAutoFit/>
          </a:bodyPr>
          <a:lstStyle/>
          <a:p>
            <a:pPr marL="457200" lvl="0" indent="-317500" algn="just" rtl="0">
              <a:spcBef>
                <a:spcPts val="800"/>
              </a:spcBef>
              <a:spcAft>
                <a:spcPts val="0"/>
              </a:spcAft>
              <a:buSzPts val="1400"/>
              <a:buChar char="●"/>
            </a:pPr>
            <a:r>
              <a:rPr lang="en"/>
              <a:t>While csv library makes it easy to read - we must know the structure from before to be able to make sense of data i.e. we should know what each column means, and what a row represents</a:t>
            </a:r>
            <a:endParaRPr/>
          </a:p>
          <a:p>
            <a:pPr marL="457200" lvl="0" indent="-317500" algn="just" rtl="0">
              <a:spcBef>
                <a:spcPts val="0"/>
              </a:spcBef>
              <a:spcAft>
                <a:spcPts val="0"/>
              </a:spcAft>
              <a:buSzPts val="1400"/>
              <a:buChar char="●"/>
            </a:pPr>
            <a:r>
              <a:rPr lang="en"/>
              <a:t>If the structure of csv changes - our program has to change to handle the new structure.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28"/>
          <p:cNvSpPr txBox="1">
            <a:spLocks noGrp="1"/>
          </p:cNvSpPr>
          <p:nvPr>
            <p:ph type="title"/>
          </p:nvPr>
        </p:nvSpPr>
        <p:spPr>
          <a:xfrm>
            <a:off x="633845" y="274320"/>
            <a:ext cx="7084200" cy="619500"/>
          </a:xfrm>
          <a:prstGeom prst="rect">
            <a:avLst/>
          </a:prstGeom>
        </p:spPr>
        <p:txBody>
          <a:bodyPr spcFirstLastPara="1" wrap="square" lIns="68575" tIns="34275" rIns="68575" bIns="34275" anchor="ctr" anchorCtr="0">
            <a:normAutofit fontScale="90000"/>
          </a:bodyPr>
          <a:lstStyle/>
          <a:p>
            <a:pPr marL="0" lvl="0" indent="0" algn="l" rtl="0">
              <a:spcBef>
                <a:spcPts val="0"/>
              </a:spcBef>
              <a:spcAft>
                <a:spcPts val="0"/>
              </a:spcAft>
              <a:buNone/>
            </a:pPr>
            <a:r>
              <a:rPr lang="en"/>
              <a:t>Reading csv as a list (Each row as a list)</a:t>
            </a:r>
            <a:endParaRPr/>
          </a:p>
        </p:txBody>
      </p:sp>
      <p:sp>
        <p:nvSpPr>
          <p:cNvPr id="221" name="Google Shape;221;p28"/>
          <p:cNvSpPr txBox="1">
            <a:spLocks noGrp="1"/>
          </p:cNvSpPr>
          <p:nvPr>
            <p:ph type="body" idx="1"/>
          </p:nvPr>
        </p:nvSpPr>
        <p:spPr>
          <a:xfrm>
            <a:off x="633850" y="1035875"/>
            <a:ext cx="5060400" cy="3599100"/>
          </a:xfrm>
          <a:prstGeom prst="rect">
            <a:avLst/>
          </a:prstGeom>
          <a:ln w="9525" cap="flat" cmpd="sng">
            <a:solidFill>
              <a:schemeClr val="dk1"/>
            </a:solidFill>
            <a:prstDash val="solid"/>
            <a:round/>
            <a:headEnd type="none" w="sm" len="sm"/>
            <a:tailEnd type="none" w="sm" len="sm"/>
          </a:ln>
        </p:spPr>
        <p:txBody>
          <a:bodyPr spcFirstLastPara="1" wrap="square" lIns="68575" tIns="34275" rIns="68575" bIns="34275" anchor="t" anchorCtr="0">
            <a:normAutofit lnSpcReduction="10000"/>
          </a:bodyPr>
          <a:lstStyle/>
          <a:p>
            <a:pPr marL="0" lvl="0" indent="0" algn="l" rtl="0">
              <a:spcBef>
                <a:spcPts val="800"/>
              </a:spcBef>
              <a:spcAft>
                <a:spcPts val="0"/>
              </a:spcAft>
              <a:buNone/>
            </a:pPr>
            <a:r>
              <a:rPr lang="en" sz="1600" b="1">
                <a:latin typeface="Courier New"/>
                <a:ea typeface="Courier New"/>
                <a:cs typeface="Courier New"/>
                <a:sym typeface="Courier New"/>
              </a:rPr>
              <a:t>import csv </a:t>
            </a:r>
            <a:endParaRPr sz="1600" b="1">
              <a:latin typeface="Courier New"/>
              <a:ea typeface="Courier New"/>
              <a:cs typeface="Courier New"/>
              <a:sym typeface="Courier New"/>
            </a:endParaRPr>
          </a:p>
          <a:p>
            <a:pPr marL="0" lvl="0" indent="0" algn="l" rtl="0">
              <a:spcBef>
                <a:spcPts val="800"/>
              </a:spcBef>
              <a:spcAft>
                <a:spcPts val="0"/>
              </a:spcAft>
              <a:buNone/>
            </a:pPr>
            <a:endParaRPr sz="1600" b="1">
              <a:latin typeface="Courier New"/>
              <a:ea typeface="Courier New"/>
              <a:cs typeface="Courier New"/>
              <a:sym typeface="Courier New"/>
            </a:endParaRPr>
          </a:p>
          <a:p>
            <a:pPr marL="0" lvl="0" indent="0" algn="l" rtl="0">
              <a:spcBef>
                <a:spcPts val="800"/>
              </a:spcBef>
              <a:spcAft>
                <a:spcPts val="0"/>
              </a:spcAft>
              <a:buNone/>
            </a:pPr>
            <a:r>
              <a:rPr lang="en" sz="1600" b="1">
                <a:solidFill>
                  <a:srgbClr val="595959"/>
                </a:solidFill>
                <a:latin typeface="Courier New"/>
                <a:ea typeface="Courier New"/>
                <a:cs typeface="Courier New"/>
                <a:sym typeface="Courier New"/>
              </a:rPr>
              <a:t># Given the relative path</a:t>
            </a:r>
            <a:endParaRPr sz="1600" b="1">
              <a:solidFill>
                <a:srgbClr val="595959"/>
              </a:solidFill>
              <a:latin typeface="Courier New"/>
              <a:ea typeface="Courier New"/>
              <a:cs typeface="Courier New"/>
              <a:sym typeface="Courier New"/>
            </a:endParaRPr>
          </a:p>
          <a:p>
            <a:pPr marL="0" lvl="0" indent="0" algn="l" rtl="0">
              <a:spcBef>
                <a:spcPts val="800"/>
              </a:spcBef>
              <a:spcAft>
                <a:spcPts val="0"/>
              </a:spcAft>
              <a:buNone/>
            </a:pPr>
            <a:r>
              <a:rPr lang="en" sz="1600" b="1">
                <a:latin typeface="Courier New"/>
                <a:ea typeface="Courier New"/>
                <a:cs typeface="Courier New"/>
                <a:sym typeface="Courier New"/>
              </a:rPr>
              <a:t>f = open("demo.csv", "r") </a:t>
            </a:r>
            <a:endParaRPr sz="1600" b="1">
              <a:latin typeface="Courier New"/>
              <a:ea typeface="Courier New"/>
              <a:cs typeface="Courier New"/>
              <a:sym typeface="Courier New"/>
            </a:endParaRPr>
          </a:p>
          <a:p>
            <a:pPr marL="0" lvl="0" indent="0" algn="l" rtl="0">
              <a:spcBef>
                <a:spcPts val="800"/>
              </a:spcBef>
              <a:spcAft>
                <a:spcPts val="0"/>
              </a:spcAft>
              <a:buNone/>
            </a:pPr>
            <a:endParaRPr sz="1600" b="1">
              <a:latin typeface="Courier New"/>
              <a:ea typeface="Courier New"/>
              <a:cs typeface="Courier New"/>
              <a:sym typeface="Courier New"/>
            </a:endParaRPr>
          </a:p>
          <a:p>
            <a:pPr marL="0" lvl="0" indent="0" algn="l" rtl="0">
              <a:spcBef>
                <a:spcPts val="800"/>
              </a:spcBef>
              <a:spcAft>
                <a:spcPts val="0"/>
              </a:spcAft>
              <a:buNone/>
            </a:pPr>
            <a:r>
              <a:rPr lang="en" sz="1600" b="1">
                <a:latin typeface="Courier New"/>
                <a:ea typeface="Courier New"/>
                <a:cs typeface="Courier New"/>
                <a:sym typeface="Courier New"/>
              </a:rPr>
              <a:t>csv_r = csv.reader(f, delimiter=',')</a:t>
            </a:r>
            <a:endParaRPr sz="1600" b="1">
              <a:latin typeface="Courier New"/>
              <a:ea typeface="Courier New"/>
              <a:cs typeface="Courier New"/>
              <a:sym typeface="Courier New"/>
            </a:endParaRPr>
          </a:p>
          <a:p>
            <a:pPr marL="0" lvl="0" indent="0" algn="l" rtl="0">
              <a:spcBef>
                <a:spcPts val="800"/>
              </a:spcBef>
              <a:spcAft>
                <a:spcPts val="0"/>
              </a:spcAft>
              <a:buNone/>
            </a:pPr>
            <a:endParaRPr sz="1600" b="1">
              <a:latin typeface="Courier New"/>
              <a:ea typeface="Courier New"/>
              <a:cs typeface="Courier New"/>
              <a:sym typeface="Courier New"/>
            </a:endParaRPr>
          </a:p>
          <a:p>
            <a:pPr marL="0" lvl="0" indent="0" algn="l" rtl="0">
              <a:spcBef>
                <a:spcPts val="800"/>
              </a:spcBef>
              <a:spcAft>
                <a:spcPts val="0"/>
              </a:spcAft>
              <a:buNone/>
            </a:pPr>
            <a:r>
              <a:rPr lang="en" sz="1600" b="1">
                <a:latin typeface="Courier New"/>
                <a:ea typeface="Courier New"/>
                <a:cs typeface="Courier New"/>
                <a:sym typeface="Courier New"/>
              </a:rPr>
              <a:t>for row in csv_r:</a:t>
            </a:r>
            <a:endParaRPr sz="1600" b="1">
              <a:latin typeface="Courier New"/>
              <a:ea typeface="Courier New"/>
              <a:cs typeface="Courier New"/>
              <a:sym typeface="Courier New"/>
            </a:endParaRPr>
          </a:p>
          <a:p>
            <a:pPr marL="0" lvl="0" indent="0" algn="l" rtl="0">
              <a:spcBef>
                <a:spcPts val="800"/>
              </a:spcBef>
              <a:spcAft>
                <a:spcPts val="0"/>
              </a:spcAft>
              <a:buNone/>
            </a:pPr>
            <a:r>
              <a:rPr lang="en" sz="1600" b="1">
                <a:latin typeface="Courier New"/>
                <a:ea typeface="Courier New"/>
                <a:cs typeface="Courier New"/>
                <a:sym typeface="Courier New"/>
              </a:rPr>
              <a:t>    print(row)</a:t>
            </a:r>
            <a:endParaRPr sz="1600" b="1">
              <a:latin typeface="Courier New"/>
              <a:ea typeface="Courier New"/>
              <a:cs typeface="Courier New"/>
              <a:sym typeface="Courier New"/>
            </a:endParaRPr>
          </a:p>
          <a:p>
            <a:pPr marL="0" lvl="0" indent="0" algn="l" rtl="0">
              <a:spcBef>
                <a:spcPts val="800"/>
              </a:spcBef>
              <a:spcAft>
                <a:spcPts val="0"/>
              </a:spcAft>
              <a:buNone/>
            </a:pPr>
            <a:r>
              <a:rPr lang="en" sz="1600" b="1">
                <a:latin typeface="Courier New"/>
                <a:ea typeface="Courier New"/>
                <a:cs typeface="Courier New"/>
                <a:sym typeface="Courier New"/>
              </a:rPr>
              <a:t>    </a:t>
            </a:r>
            <a:endParaRPr sz="1600" b="1">
              <a:latin typeface="Courier New"/>
              <a:ea typeface="Courier New"/>
              <a:cs typeface="Courier New"/>
              <a:sym typeface="Courier New"/>
            </a:endParaRPr>
          </a:p>
          <a:p>
            <a:pPr marL="0" lvl="0" indent="0" algn="l" rtl="0">
              <a:spcBef>
                <a:spcPts val="800"/>
              </a:spcBef>
              <a:spcAft>
                <a:spcPts val="0"/>
              </a:spcAft>
              <a:buNone/>
            </a:pPr>
            <a:r>
              <a:rPr lang="en" sz="1600" b="1">
                <a:latin typeface="Courier New"/>
                <a:ea typeface="Courier New"/>
                <a:cs typeface="Courier New"/>
                <a:sym typeface="Courier New"/>
              </a:rPr>
              <a:t>f.close()  </a:t>
            </a:r>
            <a:endParaRPr sz="1600" b="1">
              <a:latin typeface="Courier New"/>
              <a:ea typeface="Courier New"/>
              <a:cs typeface="Courier New"/>
              <a:sym typeface="Courier New"/>
            </a:endParaRPr>
          </a:p>
        </p:txBody>
      </p:sp>
      <p:sp>
        <p:nvSpPr>
          <p:cNvPr id="222" name="Google Shape;222;p28"/>
          <p:cNvSpPr txBox="1">
            <a:spLocks noGrp="1"/>
          </p:cNvSpPr>
          <p:nvPr>
            <p:ph type="body" idx="1"/>
          </p:nvPr>
        </p:nvSpPr>
        <p:spPr>
          <a:xfrm>
            <a:off x="5783100" y="1035875"/>
            <a:ext cx="2922600" cy="1638000"/>
          </a:xfrm>
          <a:prstGeom prst="rect">
            <a:avLst/>
          </a:prstGeom>
          <a:solidFill>
            <a:srgbClr val="FFF2CC"/>
          </a:solidFill>
          <a:ln w="9525" cap="flat" cmpd="sng">
            <a:solidFill>
              <a:schemeClr val="dk1"/>
            </a:solidFill>
            <a:prstDash val="solid"/>
            <a:round/>
            <a:headEnd type="none" w="sm" len="sm"/>
            <a:tailEnd type="none" w="sm" len="sm"/>
          </a:ln>
        </p:spPr>
        <p:txBody>
          <a:bodyPr spcFirstLastPara="1" wrap="square" lIns="68575" tIns="34275" rIns="68575" bIns="34275" anchor="t" anchorCtr="0">
            <a:normAutofit/>
          </a:bodyPr>
          <a:lstStyle/>
          <a:p>
            <a:pPr marL="0" lvl="0" indent="0" algn="l" rtl="0">
              <a:spcBef>
                <a:spcPts val="800"/>
              </a:spcBef>
              <a:spcAft>
                <a:spcPts val="0"/>
              </a:spcAft>
              <a:buNone/>
            </a:pPr>
            <a:r>
              <a:rPr lang="en" sz="1600" b="1">
                <a:latin typeface="Courier New"/>
                <a:ea typeface="Courier New"/>
                <a:cs typeface="Courier New"/>
                <a:sym typeface="Courier New"/>
              </a:rPr>
              <a:t>demo.csv</a:t>
            </a:r>
            <a:endParaRPr sz="1400" b="1">
              <a:latin typeface="Courier New"/>
              <a:ea typeface="Courier New"/>
              <a:cs typeface="Courier New"/>
              <a:sym typeface="Courier New"/>
            </a:endParaRPr>
          </a:p>
          <a:p>
            <a:pPr marL="0" lvl="0" indent="0" algn="l" rtl="0">
              <a:spcBef>
                <a:spcPts val="800"/>
              </a:spcBef>
              <a:spcAft>
                <a:spcPts val="0"/>
              </a:spcAft>
              <a:buNone/>
            </a:pPr>
            <a:r>
              <a:rPr lang="en" sz="1400" b="1">
                <a:latin typeface="Courier New"/>
                <a:ea typeface="Courier New"/>
                <a:cs typeface="Courier New"/>
                <a:sym typeface="Courier New"/>
              </a:rPr>
              <a:t>Roll Number, Name</a:t>
            </a:r>
            <a:endParaRPr sz="1400" b="1">
              <a:latin typeface="Courier New"/>
              <a:ea typeface="Courier New"/>
              <a:cs typeface="Courier New"/>
              <a:sym typeface="Courier New"/>
            </a:endParaRPr>
          </a:p>
          <a:p>
            <a:pPr marL="0" lvl="0" indent="0" algn="l" rtl="0">
              <a:spcBef>
                <a:spcPts val="800"/>
              </a:spcBef>
              <a:spcAft>
                <a:spcPts val="0"/>
              </a:spcAft>
              <a:buNone/>
            </a:pPr>
            <a:r>
              <a:rPr lang="en" sz="1400" b="1">
                <a:latin typeface="Courier New"/>
                <a:ea typeface="Courier New"/>
                <a:cs typeface="Courier New"/>
                <a:sym typeface="Courier New"/>
              </a:rPr>
              <a:t>r1, abc</a:t>
            </a:r>
            <a:endParaRPr sz="1400" b="1">
              <a:latin typeface="Courier New"/>
              <a:ea typeface="Courier New"/>
              <a:cs typeface="Courier New"/>
              <a:sym typeface="Courier New"/>
            </a:endParaRPr>
          </a:p>
          <a:p>
            <a:pPr marL="0" lvl="0" indent="0" algn="l" rtl="0">
              <a:spcBef>
                <a:spcPts val="800"/>
              </a:spcBef>
              <a:spcAft>
                <a:spcPts val="0"/>
              </a:spcAft>
              <a:buNone/>
            </a:pPr>
            <a:r>
              <a:rPr lang="en" sz="1400" b="1">
                <a:latin typeface="Courier New"/>
                <a:ea typeface="Courier New"/>
                <a:cs typeface="Courier New"/>
                <a:sym typeface="Courier New"/>
              </a:rPr>
              <a:t>r2, pqr</a:t>
            </a:r>
            <a:endParaRPr sz="1400" b="1">
              <a:latin typeface="Courier New"/>
              <a:ea typeface="Courier New"/>
              <a:cs typeface="Courier New"/>
              <a:sym typeface="Courier New"/>
            </a:endParaRPr>
          </a:p>
          <a:p>
            <a:pPr marL="0" lvl="0" indent="0" algn="l" rtl="0">
              <a:spcBef>
                <a:spcPts val="800"/>
              </a:spcBef>
              <a:spcAft>
                <a:spcPts val="0"/>
              </a:spcAft>
              <a:buNone/>
            </a:pPr>
            <a:r>
              <a:rPr lang="en" sz="1400" b="1">
                <a:latin typeface="Courier New"/>
                <a:ea typeface="Courier New"/>
                <a:cs typeface="Courier New"/>
                <a:sym typeface="Courier New"/>
              </a:rPr>
              <a:t>r3, xyz</a:t>
            </a:r>
            <a:endParaRPr sz="1400" b="1">
              <a:latin typeface="Courier New"/>
              <a:ea typeface="Courier New"/>
              <a:cs typeface="Courier New"/>
              <a:sym typeface="Courier New"/>
            </a:endParaRPr>
          </a:p>
        </p:txBody>
      </p:sp>
      <p:sp>
        <p:nvSpPr>
          <p:cNvPr id="223" name="Google Shape;223;p28"/>
          <p:cNvSpPr txBox="1">
            <a:spLocks noGrp="1"/>
          </p:cNvSpPr>
          <p:nvPr>
            <p:ph type="body" idx="1"/>
          </p:nvPr>
        </p:nvSpPr>
        <p:spPr>
          <a:xfrm>
            <a:off x="5828875" y="2996975"/>
            <a:ext cx="2922600" cy="1638000"/>
          </a:xfrm>
          <a:prstGeom prst="rect">
            <a:avLst/>
          </a:prstGeom>
          <a:solidFill>
            <a:srgbClr val="D9EAD3"/>
          </a:solidFill>
          <a:ln w="9525" cap="flat" cmpd="sng">
            <a:solidFill>
              <a:schemeClr val="dk1"/>
            </a:solidFill>
            <a:prstDash val="solid"/>
            <a:round/>
            <a:headEnd type="none" w="sm" len="sm"/>
            <a:tailEnd type="none" w="sm" len="sm"/>
          </a:ln>
        </p:spPr>
        <p:txBody>
          <a:bodyPr spcFirstLastPara="1" wrap="square" lIns="68575" tIns="34275" rIns="68575" bIns="34275" anchor="t" anchorCtr="0">
            <a:noAutofit/>
          </a:bodyPr>
          <a:lstStyle/>
          <a:p>
            <a:pPr marL="0" lvl="0" indent="0" algn="l" rtl="0">
              <a:spcBef>
                <a:spcPts val="800"/>
              </a:spcBef>
              <a:spcAft>
                <a:spcPts val="0"/>
              </a:spcAft>
              <a:buNone/>
            </a:pPr>
            <a:r>
              <a:rPr lang="en" sz="1400" b="1">
                <a:latin typeface="Courier New"/>
                <a:ea typeface="Courier New"/>
                <a:cs typeface="Courier New"/>
                <a:sym typeface="Courier New"/>
              </a:rPr>
              <a:t>Output:</a:t>
            </a:r>
            <a:endParaRPr sz="1400" b="1">
              <a:latin typeface="Courier New"/>
              <a:ea typeface="Courier New"/>
              <a:cs typeface="Courier New"/>
              <a:sym typeface="Courier New"/>
            </a:endParaRPr>
          </a:p>
          <a:p>
            <a:pPr marL="0" lvl="0" indent="0" algn="l" rtl="0">
              <a:spcBef>
                <a:spcPts val="800"/>
              </a:spcBef>
              <a:spcAft>
                <a:spcPts val="0"/>
              </a:spcAft>
              <a:buNone/>
            </a:pPr>
            <a:r>
              <a:rPr lang="en" sz="1400" b="1">
                <a:latin typeface="Courier New"/>
                <a:ea typeface="Courier New"/>
                <a:cs typeface="Courier New"/>
                <a:sym typeface="Courier New"/>
              </a:rPr>
              <a:t>['Roll Number', ' Name']</a:t>
            </a:r>
            <a:endParaRPr sz="1400" b="1">
              <a:latin typeface="Courier New"/>
              <a:ea typeface="Courier New"/>
              <a:cs typeface="Courier New"/>
              <a:sym typeface="Courier New"/>
            </a:endParaRPr>
          </a:p>
          <a:p>
            <a:pPr marL="0" lvl="0" indent="0" algn="l" rtl="0">
              <a:spcBef>
                <a:spcPts val="800"/>
              </a:spcBef>
              <a:spcAft>
                <a:spcPts val="0"/>
              </a:spcAft>
              <a:buNone/>
            </a:pPr>
            <a:r>
              <a:rPr lang="en" sz="1400" b="1">
                <a:latin typeface="Courier New"/>
                <a:ea typeface="Courier New"/>
                <a:cs typeface="Courier New"/>
                <a:sym typeface="Courier New"/>
              </a:rPr>
              <a:t>['r1', ' abc']</a:t>
            </a:r>
            <a:endParaRPr sz="1400" b="1">
              <a:latin typeface="Courier New"/>
              <a:ea typeface="Courier New"/>
              <a:cs typeface="Courier New"/>
              <a:sym typeface="Courier New"/>
            </a:endParaRPr>
          </a:p>
          <a:p>
            <a:pPr marL="0" lvl="0" indent="0" algn="l" rtl="0">
              <a:spcBef>
                <a:spcPts val="800"/>
              </a:spcBef>
              <a:spcAft>
                <a:spcPts val="0"/>
              </a:spcAft>
              <a:buNone/>
            </a:pPr>
            <a:r>
              <a:rPr lang="en" sz="1400" b="1">
                <a:latin typeface="Courier New"/>
                <a:ea typeface="Courier New"/>
                <a:cs typeface="Courier New"/>
                <a:sym typeface="Courier New"/>
              </a:rPr>
              <a:t>['r2', ' pqr']</a:t>
            </a:r>
            <a:endParaRPr sz="1400" b="1">
              <a:latin typeface="Courier New"/>
              <a:ea typeface="Courier New"/>
              <a:cs typeface="Courier New"/>
              <a:sym typeface="Courier New"/>
            </a:endParaRPr>
          </a:p>
          <a:p>
            <a:pPr marL="0" lvl="0" indent="0" algn="l" rtl="0">
              <a:spcBef>
                <a:spcPts val="800"/>
              </a:spcBef>
              <a:spcAft>
                <a:spcPts val="0"/>
              </a:spcAft>
              <a:buNone/>
            </a:pPr>
            <a:r>
              <a:rPr lang="en" sz="1400" b="1">
                <a:latin typeface="Courier New"/>
                <a:ea typeface="Courier New"/>
                <a:cs typeface="Courier New"/>
                <a:sym typeface="Courier New"/>
              </a:rPr>
              <a:t>['r3', ' xyz']</a:t>
            </a:r>
            <a:endParaRPr sz="1400" b="1">
              <a:latin typeface="Courier New"/>
              <a:ea typeface="Courier New"/>
              <a:cs typeface="Courier New"/>
              <a:sym typeface="Courier New"/>
            </a:endParaRPr>
          </a:p>
          <a:p>
            <a:pPr marL="0" lvl="0" indent="0" algn="l" rtl="0">
              <a:spcBef>
                <a:spcPts val="800"/>
              </a:spcBef>
              <a:spcAft>
                <a:spcPts val="0"/>
              </a:spcAft>
              <a:buNone/>
            </a:pPr>
            <a:endParaRPr sz="1400" b="1">
              <a:latin typeface="Courier New"/>
              <a:ea typeface="Courier New"/>
              <a:cs typeface="Courier New"/>
              <a:sym typeface="Courier New"/>
            </a:endParaRPr>
          </a:p>
          <a:p>
            <a:pPr marL="0" lvl="0" indent="0" algn="l" rtl="0">
              <a:spcBef>
                <a:spcPts val="800"/>
              </a:spcBef>
              <a:spcAft>
                <a:spcPts val="0"/>
              </a:spcAft>
              <a:buNone/>
            </a:pPr>
            <a:endParaRPr sz="1400" b="1">
              <a:latin typeface="Courier New"/>
              <a:ea typeface="Courier New"/>
              <a:cs typeface="Courier New"/>
              <a:sym typeface="Courier New"/>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29"/>
          <p:cNvSpPr txBox="1">
            <a:spLocks noGrp="1"/>
          </p:cNvSpPr>
          <p:nvPr>
            <p:ph type="title"/>
          </p:nvPr>
        </p:nvSpPr>
        <p:spPr>
          <a:xfrm>
            <a:off x="633845" y="274320"/>
            <a:ext cx="7084200" cy="619500"/>
          </a:xfrm>
          <a:prstGeom prst="rect">
            <a:avLst/>
          </a:prstGeom>
        </p:spPr>
        <p:txBody>
          <a:bodyPr spcFirstLastPara="1" wrap="square" lIns="68575" tIns="34275" rIns="68575" bIns="34275" anchor="ctr" anchorCtr="0">
            <a:normAutofit fontScale="90000"/>
          </a:bodyPr>
          <a:lstStyle/>
          <a:p>
            <a:pPr marL="0" lvl="0" indent="0" algn="l" rtl="0">
              <a:spcBef>
                <a:spcPts val="0"/>
              </a:spcBef>
              <a:spcAft>
                <a:spcPts val="0"/>
              </a:spcAft>
              <a:buNone/>
            </a:pPr>
            <a:r>
              <a:rPr lang="en"/>
              <a:t>Reading csv as a list (Each row as a list)</a:t>
            </a:r>
            <a:endParaRPr/>
          </a:p>
        </p:txBody>
      </p:sp>
      <p:sp>
        <p:nvSpPr>
          <p:cNvPr id="229" name="Google Shape;229;p29"/>
          <p:cNvSpPr txBox="1">
            <a:spLocks noGrp="1"/>
          </p:cNvSpPr>
          <p:nvPr>
            <p:ph type="body" idx="1"/>
          </p:nvPr>
        </p:nvSpPr>
        <p:spPr>
          <a:xfrm>
            <a:off x="633850" y="1035875"/>
            <a:ext cx="5060400" cy="3599100"/>
          </a:xfrm>
          <a:prstGeom prst="rect">
            <a:avLst/>
          </a:prstGeom>
          <a:ln w="9525" cap="flat" cmpd="sng">
            <a:solidFill>
              <a:schemeClr val="dk1"/>
            </a:solidFill>
            <a:prstDash val="solid"/>
            <a:round/>
            <a:headEnd type="none" w="sm" len="sm"/>
            <a:tailEnd type="none" w="sm" len="sm"/>
          </a:ln>
        </p:spPr>
        <p:txBody>
          <a:bodyPr spcFirstLastPara="1" wrap="square" lIns="68575" tIns="34275" rIns="68575" bIns="34275" anchor="t" anchorCtr="0">
            <a:normAutofit/>
          </a:bodyPr>
          <a:lstStyle/>
          <a:p>
            <a:pPr marL="0" lvl="0" indent="0" algn="l" rtl="0">
              <a:spcBef>
                <a:spcPts val="800"/>
              </a:spcBef>
              <a:spcAft>
                <a:spcPts val="0"/>
              </a:spcAft>
              <a:buClr>
                <a:schemeClr val="dk1"/>
              </a:buClr>
              <a:buSzPts val="1100"/>
              <a:buFont typeface="Arial"/>
              <a:buNone/>
            </a:pPr>
            <a:r>
              <a:rPr lang="en" sz="1600" b="1">
                <a:latin typeface="Courier New"/>
                <a:ea typeface="Courier New"/>
                <a:cs typeface="Courier New"/>
                <a:sym typeface="Courier New"/>
              </a:rPr>
              <a:t>import csv</a:t>
            </a:r>
            <a:endParaRPr sz="1600" b="1">
              <a:latin typeface="Courier New"/>
              <a:ea typeface="Courier New"/>
              <a:cs typeface="Courier New"/>
              <a:sym typeface="Courier New"/>
            </a:endParaRPr>
          </a:p>
          <a:p>
            <a:pPr marL="0" lvl="0" indent="0" algn="l" rtl="0">
              <a:spcBef>
                <a:spcPts val="800"/>
              </a:spcBef>
              <a:spcAft>
                <a:spcPts val="0"/>
              </a:spcAft>
              <a:buNone/>
            </a:pPr>
            <a:endParaRPr sz="1600" b="1">
              <a:latin typeface="Courier New"/>
              <a:ea typeface="Courier New"/>
              <a:cs typeface="Courier New"/>
              <a:sym typeface="Courier New"/>
            </a:endParaRPr>
          </a:p>
          <a:p>
            <a:pPr marL="0" lvl="0" indent="0" algn="l" rtl="0">
              <a:spcBef>
                <a:spcPts val="800"/>
              </a:spcBef>
              <a:spcAft>
                <a:spcPts val="0"/>
              </a:spcAft>
              <a:buClr>
                <a:schemeClr val="dk1"/>
              </a:buClr>
              <a:buSzPts val="1100"/>
              <a:buFont typeface="Arial"/>
              <a:buNone/>
            </a:pPr>
            <a:r>
              <a:rPr lang="en" sz="1600" b="1">
                <a:solidFill>
                  <a:srgbClr val="595959"/>
                </a:solidFill>
                <a:latin typeface="Courier New"/>
                <a:ea typeface="Courier New"/>
                <a:cs typeface="Courier New"/>
                <a:sym typeface="Courier New"/>
              </a:rPr>
              <a:t># Using with</a:t>
            </a:r>
            <a:endParaRPr sz="1600" b="1">
              <a:solidFill>
                <a:srgbClr val="595959"/>
              </a:solidFill>
              <a:latin typeface="Courier New"/>
              <a:ea typeface="Courier New"/>
              <a:cs typeface="Courier New"/>
              <a:sym typeface="Courier New"/>
            </a:endParaRPr>
          </a:p>
          <a:p>
            <a:pPr marL="0" lvl="0" indent="0" algn="l" rtl="0">
              <a:spcBef>
                <a:spcPts val="800"/>
              </a:spcBef>
              <a:spcAft>
                <a:spcPts val="0"/>
              </a:spcAft>
              <a:buClr>
                <a:schemeClr val="dk1"/>
              </a:buClr>
              <a:buSzPts val="1100"/>
              <a:buFont typeface="Arial"/>
              <a:buNone/>
            </a:pPr>
            <a:r>
              <a:rPr lang="en" sz="1600" b="1">
                <a:latin typeface="Courier New"/>
                <a:ea typeface="Courier New"/>
                <a:cs typeface="Courier New"/>
                <a:sym typeface="Courier New"/>
              </a:rPr>
              <a:t>with open("demo.csv", "r") as f:</a:t>
            </a:r>
            <a:endParaRPr sz="1600" b="1">
              <a:latin typeface="Courier New"/>
              <a:ea typeface="Courier New"/>
              <a:cs typeface="Courier New"/>
              <a:sym typeface="Courier New"/>
            </a:endParaRPr>
          </a:p>
          <a:p>
            <a:pPr marL="0" lvl="0" indent="0" algn="l" rtl="0">
              <a:spcBef>
                <a:spcPts val="800"/>
              </a:spcBef>
              <a:spcAft>
                <a:spcPts val="0"/>
              </a:spcAft>
              <a:buClr>
                <a:schemeClr val="dk1"/>
              </a:buClr>
              <a:buSzPts val="1100"/>
              <a:buFont typeface="Arial"/>
              <a:buNone/>
            </a:pPr>
            <a:r>
              <a:rPr lang="en" sz="1600" b="1">
                <a:latin typeface="Courier New"/>
                <a:ea typeface="Courier New"/>
                <a:cs typeface="Courier New"/>
                <a:sym typeface="Courier New"/>
              </a:rPr>
              <a:t>    csv_r = csv.reader(f, delimiter=',')</a:t>
            </a:r>
            <a:endParaRPr sz="1600" b="1">
              <a:latin typeface="Courier New"/>
              <a:ea typeface="Courier New"/>
              <a:cs typeface="Courier New"/>
              <a:sym typeface="Courier New"/>
            </a:endParaRPr>
          </a:p>
          <a:p>
            <a:pPr marL="0" lvl="0" indent="0" algn="l" rtl="0">
              <a:spcBef>
                <a:spcPts val="800"/>
              </a:spcBef>
              <a:spcAft>
                <a:spcPts val="0"/>
              </a:spcAft>
              <a:buClr>
                <a:schemeClr val="dk1"/>
              </a:buClr>
              <a:buSzPts val="1100"/>
              <a:buFont typeface="Arial"/>
              <a:buNone/>
            </a:pPr>
            <a:r>
              <a:rPr lang="en" sz="1600" b="1">
                <a:latin typeface="Courier New"/>
                <a:ea typeface="Courier New"/>
                <a:cs typeface="Courier New"/>
                <a:sym typeface="Courier New"/>
              </a:rPr>
              <a:t>    for row in csv_r:</a:t>
            </a:r>
            <a:endParaRPr sz="1600" b="1">
              <a:latin typeface="Courier New"/>
              <a:ea typeface="Courier New"/>
              <a:cs typeface="Courier New"/>
              <a:sym typeface="Courier New"/>
            </a:endParaRPr>
          </a:p>
          <a:p>
            <a:pPr marL="0" lvl="0" indent="0" algn="l" rtl="0">
              <a:spcBef>
                <a:spcPts val="800"/>
              </a:spcBef>
              <a:spcAft>
                <a:spcPts val="0"/>
              </a:spcAft>
              <a:buClr>
                <a:schemeClr val="dk1"/>
              </a:buClr>
              <a:buSzPts val="1100"/>
              <a:buFont typeface="Arial"/>
              <a:buNone/>
            </a:pPr>
            <a:r>
              <a:rPr lang="en" sz="1600" b="1">
                <a:latin typeface="Courier New"/>
                <a:ea typeface="Courier New"/>
                <a:cs typeface="Courier New"/>
                <a:sym typeface="Courier New"/>
              </a:rPr>
              <a:t>        print(row)</a:t>
            </a:r>
            <a:endParaRPr sz="1600" b="1">
              <a:latin typeface="Courier New"/>
              <a:ea typeface="Courier New"/>
              <a:cs typeface="Courier New"/>
              <a:sym typeface="Courier New"/>
            </a:endParaRPr>
          </a:p>
          <a:p>
            <a:pPr marL="0" lvl="0" indent="0" algn="l" rtl="0">
              <a:spcBef>
                <a:spcPts val="800"/>
              </a:spcBef>
              <a:spcAft>
                <a:spcPts val="0"/>
              </a:spcAft>
              <a:buClr>
                <a:schemeClr val="dk1"/>
              </a:buClr>
              <a:buSzPts val="1100"/>
              <a:buFont typeface="Arial"/>
              <a:buNone/>
            </a:pPr>
            <a:r>
              <a:rPr lang="en" sz="1600" b="1">
                <a:latin typeface="Courier New"/>
                <a:ea typeface="Courier New"/>
                <a:cs typeface="Courier New"/>
                <a:sym typeface="Courier New"/>
              </a:rPr>
              <a:t>    </a:t>
            </a:r>
            <a:endParaRPr sz="1600" b="1">
              <a:latin typeface="Courier New"/>
              <a:ea typeface="Courier New"/>
              <a:cs typeface="Courier New"/>
              <a:sym typeface="Courier New"/>
            </a:endParaRPr>
          </a:p>
          <a:p>
            <a:pPr marL="0" lvl="0" indent="0" algn="l" rtl="0">
              <a:spcBef>
                <a:spcPts val="800"/>
              </a:spcBef>
              <a:spcAft>
                <a:spcPts val="0"/>
              </a:spcAft>
              <a:buClr>
                <a:schemeClr val="dk1"/>
              </a:buClr>
              <a:buSzPts val="1100"/>
              <a:buFont typeface="Arial"/>
              <a:buNone/>
            </a:pPr>
            <a:r>
              <a:rPr lang="en" sz="1600" b="1">
                <a:latin typeface="Courier New"/>
                <a:ea typeface="Courier New"/>
                <a:cs typeface="Courier New"/>
                <a:sym typeface="Courier New"/>
              </a:rPr>
              <a:t> </a:t>
            </a:r>
            <a:endParaRPr sz="1600" b="1">
              <a:latin typeface="Courier New"/>
              <a:ea typeface="Courier New"/>
              <a:cs typeface="Courier New"/>
              <a:sym typeface="Courier New"/>
            </a:endParaRPr>
          </a:p>
          <a:p>
            <a:pPr marL="0" lvl="0" indent="0" algn="l" rtl="0">
              <a:spcBef>
                <a:spcPts val="800"/>
              </a:spcBef>
              <a:spcAft>
                <a:spcPts val="0"/>
              </a:spcAft>
              <a:buClr>
                <a:schemeClr val="dk1"/>
              </a:buClr>
              <a:buSzPts val="1100"/>
              <a:buFont typeface="Arial"/>
              <a:buNone/>
            </a:pPr>
            <a:endParaRPr sz="1600" b="1">
              <a:latin typeface="Courier New"/>
              <a:ea typeface="Courier New"/>
              <a:cs typeface="Courier New"/>
              <a:sym typeface="Courier New"/>
            </a:endParaRPr>
          </a:p>
          <a:p>
            <a:pPr marL="0" lvl="0" indent="0" algn="l" rtl="0">
              <a:spcBef>
                <a:spcPts val="800"/>
              </a:spcBef>
              <a:spcAft>
                <a:spcPts val="0"/>
              </a:spcAft>
              <a:buNone/>
            </a:pPr>
            <a:endParaRPr sz="1600" b="1">
              <a:latin typeface="Courier New"/>
              <a:ea typeface="Courier New"/>
              <a:cs typeface="Courier New"/>
              <a:sym typeface="Courier New"/>
            </a:endParaRPr>
          </a:p>
        </p:txBody>
      </p:sp>
      <p:sp>
        <p:nvSpPr>
          <p:cNvPr id="230" name="Google Shape;230;p29"/>
          <p:cNvSpPr txBox="1">
            <a:spLocks noGrp="1"/>
          </p:cNvSpPr>
          <p:nvPr>
            <p:ph type="body" idx="1"/>
          </p:nvPr>
        </p:nvSpPr>
        <p:spPr>
          <a:xfrm>
            <a:off x="5783100" y="1035875"/>
            <a:ext cx="2922600" cy="1638000"/>
          </a:xfrm>
          <a:prstGeom prst="rect">
            <a:avLst/>
          </a:prstGeom>
          <a:solidFill>
            <a:srgbClr val="FFF2CC"/>
          </a:solidFill>
          <a:ln w="9525" cap="flat" cmpd="sng">
            <a:solidFill>
              <a:schemeClr val="dk1"/>
            </a:solidFill>
            <a:prstDash val="solid"/>
            <a:round/>
            <a:headEnd type="none" w="sm" len="sm"/>
            <a:tailEnd type="none" w="sm" len="sm"/>
          </a:ln>
        </p:spPr>
        <p:txBody>
          <a:bodyPr spcFirstLastPara="1" wrap="square" lIns="68575" tIns="34275" rIns="68575" bIns="34275" anchor="t" anchorCtr="0">
            <a:normAutofit/>
          </a:bodyPr>
          <a:lstStyle/>
          <a:p>
            <a:pPr marL="0" lvl="0" indent="0" algn="l" rtl="0">
              <a:spcBef>
                <a:spcPts val="800"/>
              </a:spcBef>
              <a:spcAft>
                <a:spcPts val="0"/>
              </a:spcAft>
              <a:buNone/>
            </a:pPr>
            <a:r>
              <a:rPr lang="en" sz="1600" b="1">
                <a:latin typeface="Courier New"/>
                <a:ea typeface="Courier New"/>
                <a:cs typeface="Courier New"/>
                <a:sym typeface="Courier New"/>
              </a:rPr>
              <a:t>demo.csv</a:t>
            </a:r>
            <a:endParaRPr sz="1400" b="1">
              <a:latin typeface="Courier New"/>
              <a:ea typeface="Courier New"/>
              <a:cs typeface="Courier New"/>
              <a:sym typeface="Courier New"/>
            </a:endParaRPr>
          </a:p>
          <a:p>
            <a:pPr marL="0" lvl="0" indent="0" algn="l" rtl="0">
              <a:spcBef>
                <a:spcPts val="800"/>
              </a:spcBef>
              <a:spcAft>
                <a:spcPts val="0"/>
              </a:spcAft>
              <a:buNone/>
            </a:pPr>
            <a:r>
              <a:rPr lang="en" sz="1400" b="1">
                <a:latin typeface="Courier New"/>
                <a:ea typeface="Courier New"/>
                <a:cs typeface="Courier New"/>
                <a:sym typeface="Courier New"/>
              </a:rPr>
              <a:t>Roll Number, Name</a:t>
            </a:r>
            <a:endParaRPr sz="1400" b="1">
              <a:latin typeface="Courier New"/>
              <a:ea typeface="Courier New"/>
              <a:cs typeface="Courier New"/>
              <a:sym typeface="Courier New"/>
            </a:endParaRPr>
          </a:p>
          <a:p>
            <a:pPr marL="0" lvl="0" indent="0" algn="l" rtl="0">
              <a:spcBef>
                <a:spcPts val="800"/>
              </a:spcBef>
              <a:spcAft>
                <a:spcPts val="0"/>
              </a:spcAft>
              <a:buNone/>
            </a:pPr>
            <a:r>
              <a:rPr lang="en" sz="1400" b="1">
                <a:latin typeface="Courier New"/>
                <a:ea typeface="Courier New"/>
                <a:cs typeface="Courier New"/>
                <a:sym typeface="Courier New"/>
              </a:rPr>
              <a:t>r1, abc</a:t>
            </a:r>
            <a:endParaRPr sz="1400" b="1">
              <a:latin typeface="Courier New"/>
              <a:ea typeface="Courier New"/>
              <a:cs typeface="Courier New"/>
              <a:sym typeface="Courier New"/>
            </a:endParaRPr>
          </a:p>
          <a:p>
            <a:pPr marL="0" lvl="0" indent="0" algn="l" rtl="0">
              <a:spcBef>
                <a:spcPts val="800"/>
              </a:spcBef>
              <a:spcAft>
                <a:spcPts val="0"/>
              </a:spcAft>
              <a:buNone/>
            </a:pPr>
            <a:r>
              <a:rPr lang="en" sz="1400" b="1">
                <a:latin typeface="Courier New"/>
                <a:ea typeface="Courier New"/>
                <a:cs typeface="Courier New"/>
                <a:sym typeface="Courier New"/>
              </a:rPr>
              <a:t>r2, pqr</a:t>
            </a:r>
            <a:endParaRPr sz="1400" b="1">
              <a:latin typeface="Courier New"/>
              <a:ea typeface="Courier New"/>
              <a:cs typeface="Courier New"/>
              <a:sym typeface="Courier New"/>
            </a:endParaRPr>
          </a:p>
          <a:p>
            <a:pPr marL="0" lvl="0" indent="0" algn="l" rtl="0">
              <a:spcBef>
                <a:spcPts val="800"/>
              </a:spcBef>
              <a:spcAft>
                <a:spcPts val="0"/>
              </a:spcAft>
              <a:buNone/>
            </a:pPr>
            <a:r>
              <a:rPr lang="en" sz="1400" b="1">
                <a:latin typeface="Courier New"/>
                <a:ea typeface="Courier New"/>
                <a:cs typeface="Courier New"/>
                <a:sym typeface="Courier New"/>
              </a:rPr>
              <a:t>r3, xyz</a:t>
            </a:r>
            <a:endParaRPr sz="1400" b="1">
              <a:latin typeface="Courier New"/>
              <a:ea typeface="Courier New"/>
              <a:cs typeface="Courier New"/>
              <a:sym typeface="Courier New"/>
            </a:endParaRPr>
          </a:p>
        </p:txBody>
      </p:sp>
      <p:sp>
        <p:nvSpPr>
          <p:cNvPr id="231" name="Google Shape;231;p29"/>
          <p:cNvSpPr txBox="1">
            <a:spLocks noGrp="1"/>
          </p:cNvSpPr>
          <p:nvPr>
            <p:ph type="body" idx="1"/>
          </p:nvPr>
        </p:nvSpPr>
        <p:spPr>
          <a:xfrm>
            <a:off x="5828875" y="2996975"/>
            <a:ext cx="2922600" cy="1638000"/>
          </a:xfrm>
          <a:prstGeom prst="rect">
            <a:avLst/>
          </a:prstGeom>
          <a:solidFill>
            <a:srgbClr val="D9EAD3"/>
          </a:solidFill>
          <a:ln w="9525" cap="flat" cmpd="sng">
            <a:solidFill>
              <a:schemeClr val="dk1"/>
            </a:solidFill>
            <a:prstDash val="solid"/>
            <a:round/>
            <a:headEnd type="none" w="sm" len="sm"/>
            <a:tailEnd type="none" w="sm" len="sm"/>
          </a:ln>
        </p:spPr>
        <p:txBody>
          <a:bodyPr spcFirstLastPara="1" wrap="square" lIns="68575" tIns="34275" rIns="68575" bIns="34275" anchor="t" anchorCtr="0">
            <a:noAutofit/>
          </a:bodyPr>
          <a:lstStyle/>
          <a:p>
            <a:pPr marL="0" lvl="0" indent="0" algn="l" rtl="0">
              <a:spcBef>
                <a:spcPts val="800"/>
              </a:spcBef>
              <a:spcAft>
                <a:spcPts val="0"/>
              </a:spcAft>
              <a:buNone/>
            </a:pPr>
            <a:r>
              <a:rPr lang="en" sz="1400" b="1">
                <a:latin typeface="Courier New"/>
                <a:ea typeface="Courier New"/>
                <a:cs typeface="Courier New"/>
                <a:sym typeface="Courier New"/>
              </a:rPr>
              <a:t>Output:</a:t>
            </a:r>
            <a:endParaRPr sz="1400" b="1">
              <a:latin typeface="Courier New"/>
              <a:ea typeface="Courier New"/>
              <a:cs typeface="Courier New"/>
              <a:sym typeface="Courier New"/>
            </a:endParaRPr>
          </a:p>
          <a:p>
            <a:pPr marL="0" lvl="0" indent="0" algn="l" rtl="0">
              <a:spcBef>
                <a:spcPts val="800"/>
              </a:spcBef>
              <a:spcAft>
                <a:spcPts val="0"/>
              </a:spcAft>
              <a:buNone/>
            </a:pPr>
            <a:r>
              <a:rPr lang="en" sz="1400" b="1">
                <a:latin typeface="Courier New"/>
                <a:ea typeface="Courier New"/>
                <a:cs typeface="Courier New"/>
                <a:sym typeface="Courier New"/>
              </a:rPr>
              <a:t>['Roll Number', ' Name']</a:t>
            </a:r>
            <a:endParaRPr sz="1400" b="1">
              <a:latin typeface="Courier New"/>
              <a:ea typeface="Courier New"/>
              <a:cs typeface="Courier New"/>
              <a:sym typeface="Courier New"/>
            </a:endParaRPr>
          </a:p>
          <a:p>
            <a:pPr marL="0" lvl="0" indent="0" algn="l" rtl="0">
              <a:spcBef>
                <a:spcPts val="800"/>
              </a:spcBef>
              <a:spcAft>
                <a:spcPts val="0"/>
              </a:spcAft>
              <a:buNone/>
            </a:pPr>
            <a:r>
              <a:rPr lang="en" sz="1400" b="1">
                <a:latin typeface="Courier New"/>
                <a:ea typeface="Courier New"/>
                <a:cs typeface="Courier New"/>
                <a:sym typeface="Courier New"/>
              </a:rPr>
              <a:t>['r1', ' abc']</a:t>
            </a:r>
            <a:endParaRPr sz="1400" b="1">
              <a:latin typeface="Courier New"/>
              <a:ea typeface="Courier New"/>
              <a:cs typeface="Courier New"/>
              <a:sym typeface="Courier New"/>
            </a:endParaRPr>
          </a:p>
          <a:p>
            <a:pPr marL="0" lvl="0" indent="0" algn="l" rtl="0">
              <a:spcBef>
                <a:spcPts val="800"/>
              </a:spcBef>
              <a:spcAft>
                <a:spcPts val="0"/>
              </a:spcAft>
              <a:buNone/>
            </a:pPr>
            <a:r>
              <a:rPr lang="en" sz="1400" b="1">
                <a:latin typeface="Courier New"/>
                <a:ea typeface="Courier New"/>
                <a:cs typeface="Courier New"/>
                <a:sym typeface="Courier New"/>
              </a:rPr>
              <a:t>['r2', ' pqr']</a:t>
            </a:r>
            <a:endParaRPr sz="1400" b="1">
              <a:latin typeface="Courier New"/>
              <a:ea typeface="Courier New"/>
              <a:cs typeface="Courier New"/>
              <a:sym typeface="Courier New"/>
            </a:endParaRPr>
          </a:p>
          <a:p>
            <a:pPr marL="0" lvl="0" indent="0" algn="l" rtl="0">
              <a:spcBef>
                <a:spcPts val="800"/>
              </a:spcBef>
              <a:spcAft>
                <a:spcPts val="0"/>
              </a:spcAft>
              <a:buNone/>
            </a:pPr>
            <a:r>
              <a:rPr lang="en" sz="1400" b="1">
                <a:latin typeface="Courier New"/>
                <a:ea typeface="Courier New"/>
                <a:cs typeface="Courier New"/>
                <a:sym typeface="Courier New"/>
              </a:rPr>
              <a:t>['r3', ' xyz']</a:t>
            </a:r>
            <a:endParaRPr sz="1400" b="1">
              <a:latin typeface="Courier New"/>
              <a:ea typeface="Courier New"/>
              <a:cs typeface="Courier New"/>
              <a:sym typeface="Courier New"/>
            </a:endParaRPr>
          </a:p>
          <a:p>
            <a:pPr marL="0" lvl="0" indent="0" algn="l" rtl="0">
              <a:spcBef>
                <a:spcPts val="800"/>
              </a:spcBef>
              <a:spcAft>
                <a:spcPts val="0"/>
              </a:spcAft>
              <a:buNone/>
            </a:pPr>
            <a:endParaRPr sz="1400" b="1">
              <a:latin typeface="Courier New"/>
              <a:ea typeface="Courier New"/>
              <a:cs typeface="Courier New"/>
              <a:sym typeface="Courier New"/>
            </a:endParaRPr>
          </a:p>
          <a:p>
            <a:pPr marL="0" lvl="0" indent="0" algn="l" rtl="0">
              <a:spcBef>
                <a:spcPts val="800"/>
              </a:spcBef>
              <a:spcAft>
                <a:spcPts val="0"/>
              </a:spcAft>
              <a:buNone/>
            </a:pPr>
            <a:endParaRPr sz="1400" b="1">
              <a:latin typeface="Courier New"/>
              <a:ea typeface="Courier New"/>
              <a:cs typeface="Courier New"/>
              <a:sym typeface="Courier New"/>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30"/>
          <p:cNvSpPr txBox="1">
            <a:spLocks noGrp="1"/>
          </p:cNvSpPr>
          <p:nvPr>
            <p:ph type="title"/>
          </p:nvPr>
        </p:nvSpPr>
        <p:spPr>
          <a:xfrm>
            <a:off x="633845" y="274320"/>
            <a:ext cx="7084200" cy="619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Reading CSV as a dictionary</a:t>
            </a:r>
            <a:endParaRPr/>
          </a:p>
        </p:txBody>
      </p:sp>
      <p:sp>
        <p:nvSpPr>
          <p:cNvPr id="237" name="Google Shape;237;p30"/>
          <p:cNvSpPr txBox="1">
            <a:spLocks noGrp="1"/>
          </p:cNvSpPr>
          <p:nvPr>
            <p:ph type="body" idx="1"/>
          </p:nvPr>
        </p:nvSpPr>
        <p:spPr>
          <a:xfrm>
            <a:off x="633850" y="1035875"/>
            <a:ext cx="5060400" cy="1854600"/>
          </a:xfrm>
          <a:prstGeom prst="rect">
            <a:avLst/>
          </a:prstGeom>
          <a:ln w="9525" cap="flat" cmpd="sng">
            <a:solidFill>
              <a:schemeClr val="dk1"/>
            </a:solidFill>
            <a:prstDash val="solid"/>
            <a:round/>
            <a:headEnd type="none" w="sm" len="sm"/>
            <a:tailEnd type="none" w="sm" len="sm"/>
          </a:ln>
        </p:spPr>
        <p:txBody>
          <a:bodyPr spcFirstLastPara="1" wrap="square" lIns="68575" tIns="34275" rIns="68575" bIns="34275" anchor="t" anchorCtr="0">
            <a:normAutofit/>
          </a:bodyPr>
          <a:lstStyle/>
          <a:p>
            <a:pPr marL="0" lvl="0" indent="0" algn="l" rtl="0">
              <a:spcBef>
                <a:spcPts val="800"/>
              </a:spcBef>
              <a:spcAft>
                <a:spcPts val="0"/>
              </a:spcAft>
              <a:buNone/>
            </a:pPr>
            <a:r>
              <a:rPr lang="en" sz="1600" b="1">
                <a:latin typeface="Courier New"/>
                <a:ea typeface="Courier New"/>
                <a:cs typeface="Courier New"/>
                <a:sym typeface="Courier New"/>
              </a:rPr>
              <a:t>import csv</a:t>
            </a:r>
            <a:endParaRPr sz="1600" b="1">
              <a:latin typeface="Courier New"/>
              <a:ea typeface="Courier New"/>
              <a:cs typeface="Courier New"/>
              <a:sym typeface="Courier New"/>
            </a:endParaRPr>
          </a:p>
          <a:p>
            <a:pPr marL="0" lvl="0" indent="0" algn="l" rtl="0">
              <a:spcBef>
                <a:spcPts val="800"/>
              </a:spcBef>
              <a:spcAft>
                <a:spcPts val="0"/>
              </a:spcAft>
              <a:buNone/>
            </a:pPr>
            <a:endParaRPr sz="1600" b="1">
              <a:latin typeface="Courier New"/>
              <a:ea typeface="Courier New"/>
              <a:cs typeface="Courier New"/>
              <a:sym typeface="Courier New"/>
            </a:endParaRPr>
          </a:p>
          <a:p>
            <a:pPr marL="0" lvl="0" indent="0" algn="l" rtl="0">
              <a:spcBef>
                <a:spcPts val="800"/>
              </a:spcBef>
              <a:spcAft>
                <a:spcPts val="0"/>
              </a:spcAft>
              <a:buNone/>
            </a:pPr>
            <a:r>
              <a:rPr lang="en" sz="1600" b="1">
                <a:latin typeface="Courier New"/>
                <a:ea typeface="Courier New"/>
                <a:cs typeface="Courier New"/>
                <a:sym typeface="Courier New"/>
              </a:rPr>
              <a:t>with open("demo.csv", "r") as f:</a:t>
            </a:r>
            <a:endParaRPr sz="1600" b="1">
              <a:latin typeface="Courier New"/>
              <a:ea typeface="Courier New"/>
              <a:cs typeface="Courier New"/>
              <a:sym typeface="Courier New"/>
            </a:endParaRPr>
          </a:p>
          <a:p>
            <a:pPr marL="0" lvl="0" indent="0" algn="l" rtl="0">
              <a:spcBef>
                <a:spcPts val="800"/>
              </a:spcBef>
              <a:spcAft>
                <a:spcPts val="0"/>
              </a:spcAft>
              <a:buNone/>
            </a:pPr>
            <a:r>
              <a:rPr lang="en" sz="1600" b="1">
                <a:latin typeface="Courier New"/>
                <a:ea typeface="Courier New"/>
                <a:cs typeface="Courier New"/>
                <a:sym typeface="Courier New"/>
              </a:rPr>
              <a:t>    for row in csv.DictReader(f):</a:t>
            </a:r>
            <a:endParaRPr sz="1600" b="1">
              <a:latin typeface="Courier New"/>
              <a:ea typeface="Courier New"/>
              <a:cs typeface="Courier New"/>
              <a:sym typeface="Courier New"/>
            </a:endParaRPr>
          </a:p>
          <a:p>
            <a:pPr marL="0" lvl="0" indent="0" algn="l" rtl="0">
              <a:spcBef>
                <a:spcPts val="800"/>
              </a:spcBef>
              <a:spcAft>
                <a:spcPts val="0"/>
              </a:spcAft>
              <a:buNone/>
            </a:pPr>
            <a:r>
              <a:rPr lang="en" sz="1600" b="1">
                <a:latin typeface="Courier New"/>
                <a:ea typeface="Courier New"/>
                <a:cs typeface="Courier New"/>
                <a:sym typeface="Courier New"/>
              </a:rPr>
              <a:t>        print(row)</a:t>
            </a:r>
            <a:endParaRPr sz="1600" b="1">
              <a:latin typeface="Courier New"/>
              <a:ea typeface="Courier New"/>
              <a:cs typeface="Courier New"/>
              <a:sym typeface="Courier New"/>
            </a:endParaRPr>
          </a:p>
        </p:txBody>
      </p:sp>
      <p:sp>
        <p:nvSpPr>
          <p:cNvPr id="238" name="Google Shape;238;p30"/>
          <p:cNvSpPr txBox="1">
            <a:spLocks noGrp="1"/>
          </p:cNvSpPr>
          <p:nvPr>
            <p:ph type="body" idx="1"/>
          </p:nvPr>
        </p:nvSpPr>
        <p:spPr>
          <a:xfrm>
            <a:off x="5783100" y="1035875"/>
            <a:ext cx="2922600" cy="1638000"/>
          </a:xfrm>
          <a:prstGeom prst="rect">
            <a:avLst/>
          </a:prstGeom>
          <a:solidFill>
            <a:srgbClr val="FFF2CC"/>
          </a:solidFill>
          <a:ln w="9525" cap="flat" cmpd="sng">
            <a:solidFill>
              <a:schemeClr val="dk1"/>
            </a:solidFill>
            <a:prstDash val="solid"/>
            <a:round/>
            <a:headEnd type="none" w="sm" len="sm"/>
            <a:tailEnd type="none" w="sm" len="sm"/>
          </a:ln>
        </p:spPr>
        <p:txBody>
          <a:bodyPr spcFirstLastPara="1" wrap="square" lIns="68575" tIns="34275" rIns="68575" bIns="34275" anchor="t" anchorCtr="0">
            <a:normAutofit/>
          </a:bodyPr>
          <a:lstStyle/>
          <a:p>
            <a:pPr marL="0" lvl="0" indent="0" algn="l" rtl="0">
              <a:spcBef>
                <a:spcPts val="800"/>
              </a:spcBef>
              <a:spcAft>
                <a:spcPts val="0"/>
              </a:spcAft>
              <a:buNone/>
            </a:pPr>
            <a:r>
              <a:rPr lang="en" sz="1600" b="1">
                <a:latin typeface="Courier New"/>
                <a:ea typeface="Courier New"/>
                <a:cs typeface="Courier New"/>
                <a:sym typeface="Courier New"/>
              </a:rPr>
              <a:t>demo.csv</a:t>
            </a:r>
            <a:endParaRPr sz="1400" b="1">
              <a:latin typeface="Courier New"/>
              <a:ea typeface="Courier New"/>
              <a:cs typeface="Courier New"/>
              <a:sym typeface="Courier New"/>
            </a:endParaRPr>
          </a:p>
          <a:p>
            <a:pPr marL="0" lvl="0" indent="0" algn="l" rtl="0">
              <a:spcBef>
                <a:spcPts val="800"/>
              </a:spcBef>
              <a:spcAft>
                <a:spcPts val="0"/>
              </a:spcAft>
              <a:buNone/>
            </a:pPr>
            <a:r>
              <a:rPr lang="en" sz="1400" b="1">
                <a:latin typeface="Courier New"/>
                <a:ea typeface="Courier New"/>
                <a:cs typeface="Courier New"/>
                <a:sym typeface="Courier New"/>
              </a:rPr>
              <a:t>Roll Number, Name</a:t>
            </a:r>
            <a:endParaRPr sz="1400" b="1">
              <a:latin typeface="Courier New"/>
              <a:ea typeface="Courier New"/>
              <a:cs typeface="Courier New"/>
              <a:sym typeface="Courier New"/>
            </a:endParaRPr>
          </a:p>
          <a:p>
            <a:pPr marL="0" lvl="0" indent="0" algn="l" rtl="0">
              <a:spcBef>
                <a:spcPts val="800"/>
              </a:spcBef>
              <a:spcAft>
                <a:spcPts val="0"/>
              </a:spcAft>
              <a:buNone/>
            </a:pPr>
            <a:r>
              <a:rPr lang="en" sz="1400" b="1">
                <a:latin typeface="Courier New"/>
                <a:ea typeface="Courier New"/>
                <a:cs typeface="Courier New"/>
                <a:sym typeface="Courier New"/>
              </a:rPr>
              <a:t>r1, abc</a:t>
            </a:r>
            <a:endParaRPr sz="1400" b="1">
              <a:latin typeface="Courier New"/>
              <a:ea typeface="Courier New"/>
              <a:cs typeface="Courier New"/>
              <a:sym typeface="Courier New"/>
            </a:endParaRPr>
          </a:p>
          <a:p>
            <a:pPr marL="0" lvl="0" indent="0" algn="l" rtl="0">
              <a:spcBef>
                <a:spcPts val="800"/>
              </a:spcBef>
              <a:spcAft>
                <a:spcPts val="0"/>
              </a:spcAft>
              <a:buNone/>
            </a:pPr>
            <a:r>
              <a:rPr lang="en" sz="1400" b="1">
                <a:latin typeface="Courier New"/>
                <a:ea typeface="Courier New"/>
                <a:cs typeface="Courier New"/>
                <a:sym typeface="Courier New"/>
              </a:rPr>
              <a:t>r2, pqr</a:t>
            </a:r>
            <a:endParaRPr sz="1400" b="1">
              <a:latin typeface="Courier New"/>
              <a:ea typeface="Courier New"/>
              <a:cs typeface="Courier New"/>
              <a:sym typeface="Courier New"/>
            </a:endParaRPr>
          </a:p>
          <a:p>
            <a:pPr marL="0" lvl="0" indent="0" algn="l" rtl="0">
              <a:spcBef>
                <a:spcPts val="800"/>
              </a:spcBef>
              <a:spcAft>
                <a:spcPts val="0"/>
              </a:spcAft>
              <a:buNone/>
            </a:pPr>
            <a:r>
              <a:rPr lang="en" sz="1400" b="1">
                <a:latin typeface="Courier New"/>
                <a:ea typeface="Courier New"/>
                <a:cs typeface="Courier New"/>
                <a:sym typeface="Courier New"/>
              </a:rPr>
              <a:t>r3, xyz</a:t>
            </a:r>
            <a:endParaRPr sz="1400" b="1">
              <a:latin typeface="Courier New"/>
              <a:ea typeface="Courier New"/>
              <a:cs typeface="Courier New"/>
              <a:sym typeface="Courier New"/>
            </a:endParaRPr>
          </a:p>
        </p:txBody>
      </p:sp>
      <p:sp>
        <p:nvSpPr>
          <p:cNvPr id="239" name="Google Shape;239;p30"/>
          <p:cNvSpPr txBox="1">
            <a:spLocks noGrp="1"/>
          </p:cNvSpPr>
          <p:nvPr>
            <p:ph type="body" idx="1"/>
          </p:nvPr>
        </p:nvSpPr>
        <p:spPr>
          <a:xfrm>
            <a:off x="2531775" y="3165775"/>
            <a:ext cx="4789500" cy="1453500"/>
          </a:xfrm>
          <a:prstGeom prst="rect">
            <a:avLst/>
          </a:prstGeom>
          <a:solidFill>
            <a:srgbClr val="D9EAD3"/>
          </a:solidFill>
          <a:ln w="9525" cap="flat" cmpd="sng">
            <a:solidFill>
              <a:schemeClr val="dk1"/>
            </a:solidFill>
            <a:prstDash val="solid"/>
            <a:round/>
            <a:headEnd type="none" w="sm" len="sm"/>
            <a:tailEnd type="none" w="sm" len="sm"/>
          </a:ln>
        </p:spPr>
        <p:txBody>
          <a:bodyPr spcFirstLastPara="1" wrap="square" lIns="68575" tIns="34275" rIns="68575" bIns="34275" anchor="t" anchorCtr="0">
            <a:noAutofit/>
          </a:bodyPr>
          <a:lstStyle/>
          <a:p>
            <a:pPr marL="0" lvl="0" indent="0" algn="l" rtl="0">
              <a:spcBef>
                <a:spcPts val="800"/>
              </a:spcBef>
              <a:spcAft>
                <a:spcPts val="0"/>
              </a:spcAft>
              <a:buNone/>
            </a:pPr>
            <a:r>
              <a:rPr lang="en" sz="1400" b="1">
                <a:latin typeface="Courier New"/>
                <a:ea typeface="Courier New"/>
                <a:cs typeface="Courier New"/>
                <a:sym typeface="Courier New"/>
              </a:rPr>
              <a:t>Output:</a:t>
            </a:r>
            <a:endParaRPr sz="1400" b="1">
              <a:latin typeface="Courier New"/>
              <a:ea typeface="Courier New"/>
              <a:cs typeface="Courier New"/>
              <a:sym typeface="Courier New"/>
            </a:endParaRPr>
          </a:p>
          <a:p>
            <a:pPr marL="0" lvl="0" indent="0" algn="l" rtl="0">
              <a:spcBef>
                <a:spcPts val="800"/>
              </a:spcBef>
              <a:spcAft>
                <a:spcPts val="0"/>
              </a:spcAft>
              <a:buNone/>
            </a:pPr>
            <a:r>
              <a:rPr lang="en" sz="1400" b="1">
                <a:latin typeface="Courier New"/>
                <a:ea typeface="Courier New"/>
                <a:cs typeface="Courier New"/>
                <a:sym typeface="Courier New"/>
              </a:rPr>
              <a:t>{'Roll Number': 'r1', ' Name': ' abc'}</a:t>
            </a:r>
            <a:endParaRPr sz="1400" b="1">
              <a:latin typeface="Courier New"/>
              <a:ea typeface="Courier New"/>
              <a:cs typeface="Courier New"/>
              <a:sym typeface="Courier New"/>
            </a:endParaRPr>
          </a:p>
          <a:p>
            <a:pPr marL="0" lvl="0" indent="0" algn="l" rtl="0">
              <a:spcBef>
                <a:spcPts val="800"/>
              </a:spcBef>
              <a:spcAft>
                <a:spcPts val="0"/>
              </a:spcAft>
              <a:buNone/>
            </a:pPr>
            <a:r>
              <a:rPr lang="en" sz="1400" b="1">
                <a:latin typeface="Courier New"/>
                <a:ea typeface="Courier New"/>
                <a:cs typeface="Courier New"/>
                <a:sym typeface="Courier New"/>
              </a:rPr>
              <a:t>{'Roll Number': 'r2', ' Name': ' pqr'}</a:t>
            </a:r>
            <a:endParaRPr sz="1400" b="1">
              <a:latin typeface="Courier New"/>
              <a:ea typeface="Courier New"/>
              <a:cs typeface="Courier New"/>
              <a:sym typeface="Courier New"/>
            </a:endParaRPr>
          </a:p>
          <a:p>
            <a:pPr marL="0" lvl="0" indent="0" algn="l" rtl="0">
              <a:spcBef>
                <a:spcPts val="800"/>
              </a:spcBef>
              <a:spcAft>
                <a:spcPts val="0"/>
              </a:spcAft>
              <a:buNone/>
            </a:pPr>
            <a:r>
              <a:rPr lang="en" sz="1400" b="1">
                <a:latin typeface="Courier New"/>
                <a:ea typeface="Courier New"/>
                <a:cs typeface="Courier New"/>
                <a:sym typeface="Courier New"/>
              </a:rPr>
              <a:t>{'Roll Number': 'r3', ' Name': ' xyz'}</a:t>
            </a:r>
            <a:endParaRPr sz="1400" b="1">
              <a:latin typeface="Courier New"/>
              <a:ea typeface="Courier New"/>
              <a:cs typeface="Courier New"/>
              <a:sym typeface="Courier New"/>
            </a:endParaRPr>
          </a:p>
          <a:p>
            <a:pPr marL="0" lvl="0" indent="0" algn="l" rtl="0">
              <a:spcBef>
                <a:spcPts val="800"/>
              </a:spcBef>
              <a:spcAft>
                <a:spcPts val="0"/>
              </a:spcAft>
              <a:buNone/>
            </a:pPr>
            <a:endParaRPr sz="1400" b="1">
              <a:latin typeface="Courier New"/>
              <a:ea typeface="Courier New"/>
              <a:cs typeface="Courier New"/>
              <a:sym typeface="Courier New"/>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31"/>
          <p:cNvSpPr txBox="1">
            <a:spLocks noGrp="1"/>
          </p:cNvSpPr>
          <p:nvPr>
            <p:ph type="title"/>
          </p:nvPr>
        </p:nvSpPr>
        <p:spPr>
          <a:xfrm>
            <a:off x="633845" y="274320"/>
            <a:ext cx="7084200" cy="619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Reading csv as a Dictionary…</a:t>
            </a:r>
            <a:endParaRPr/>
          </a:p>
        </p:txBody>
      </p:sp>
      <p:sp>
        <p:nvSpPr>
          <p:cNvPr id="245" name="Google Shape;245;p31"/>
          <p:cNvSpPr txBox="1">
            <a:spLocks noGrp="1"/>
          </p:cNvSpPr>
          <p:nvPr>
            <p:ph type="body" idx="1"/>
          </p:nvPr>
        </p:nvSpPr>
        <p:spPr>
          <a:xfrm>
            <a:off x="633850" y="1035875"/>
            <a:ext cx="5060400" cy="3301500"/>
          </a:xfrm>
          <a:prstGeom prst="rect">
            <a:avLst/>
          </a:prstGeom>
          <a:ln w="9525" cap="flat" cmpd="sng">
            <a:solidFill>
              <a:schemeClr val="dk1"/>
            </a:solidFill>
            <a:prstDash val="solid"/>
            <a:round/>
            <a:headEnd type="none" w="sm" len="sm"/>
            <a:tailEnd type="none" w="sm" len="sm"/>
          </a:ln>
        </p:spPr>
        <p:txBody>
          <a:bodyPr spcFirstLastPara="1" wrap="square" lIns="68575" tIns="34275" rIns="68575" bIns="34275" anchor="t" anchorCtr="0">
            <a:spAutoFit/>
          </a:bodyPr>
          <a:lstStyle/>
          <a:p>
            <a:pPr marL="0" lvl="0" indent="0" algn="l" rtl="0">
              <a:lnSpc>
                <a:spcPct val="100000"/>
              </a:lnSpc>
              <a:spcBef>
                <a:spcPts val="0"/>
              </a:spcBef>
              <a:spcAft>
                <a:spcPts val="0"/>
              </a:spcAft>
              <a:buNone/>
            </a:pPr>
            <a:r>
              <a:rPr lang="en" sz="1400" b="1">
                <a:latin typeface="Courier New"/>
                <a:ea typeface="Courier New"/>
                <a:cs typeface="Courier New"/>
                <a:sym typeface="Courier New"/>
              </a:rPr>
              <a:t>import csv</a:t>
            </a:r>
            <a:br>
              <a:rPr lang="en" sz="1400" b="1">
                <a:latin typeface="Courier New"/>
                <a:ea typeface="Courier New"/>
                <a:cs typeface="Courier New"/>
                <a:sym typeface="Courier New"/>
              </a:rPr>
            </a:br>
            <a:endParaRPr sz="1400" b="1">
              <a:latin typeface="Courier New"/>
              <a:ea typeface="Courier New"/>
              <a:cs typeface="Courier New"/>
              <a:sym typeface="Courier New"/>
            </a:endParaRPr>
          </a:p>
          <a:p>
            <a:pPr marL="0" lvl="0" indent="0" algn="l" rtl="0">
              <a:lnSpc>
                <a:spcPct val="100000"/>
              </a:lnSpc>
              <a:spcBef>
                <a:spcPts val="0"/>
              </a:spcBef>
              <a:spcAft>
                <a:spcPts val="0"/>
              </a:spcAft>
              <a:buNone/>
            </a:pPr>
            <a:r>
              <a:rPr lang="en" sz="1400" b="1">
                <a:solidFill>
                  <a:srgbClr val="595959"/>
                </a:solidFill>
                <a:latin typeface="Courier New"/>
                <a:ea typeface="Courier New"/>
                <a:cs typeface="Courier New"/>
                <a:sym typeface="Courier New"/>
              </a:rPr>
              <a:t># Open file in read mode</a:t>
            </a:r>
            <a:endParaRPr sz="1400" b="1">
              <a:solidFill>
                <a:srgbClr val="595959"/>
              </a:solidFill>
              <a:latin typeface="Courier New"/>
              <a:ea typeface="Courier New"/>
              <a:cs typeface="Courier New"/>
              <a:sym typeface="Courier New"/>
            </a:endParaRPr>
          </a:p>
          <a:p>
            <a:pPr marL="0" lvl="0" indent="0" algn="l" rtl="0">
              <a:lnSpc>
                <a:spcPct val="100000"/>
              </a:lnSpc>
              <a:spcBef>
                <a:spcPts val="0"/>
              </a:spcBef>
              <a:spcAft>
                <a:spcPts val="0"/>
              </a:spcAft>
              <a:buNone/>
            </a:pPr>
            <a:r>
              <a:rPr lang="en" sz="1400" b="1">
                <a:latin typeface="Courier New"/>
                <a:ea typeface="Courier New"/>
                <a:cs typeface="Courier New"/>
                <a:sym typeface="Courier New"/>
              </a:rPr>
              <a:t>f = open('demo.csv', 'r')</a:t>
            </a:r>
            <a:br>
              <a:rPr lang="en" sz="1400" b="1">
                <a:latin typeface="Courier New"/>
                <a:ea typeface="Courier New"/>
                <a:cs typeface="Courier New"/>
                <a:sym typeface="Courier New"/>
              </a:rPr>
            </a:br>
            <a:endParaRPr sz="1400" b="1">
              <a:latin typeface="Courier New"/>
              <a:ea typeface="Courier New"/>
              <a:cs typeface="Courier New"/>
              <a:sym typeface="Courier New"/>
            </a:endParaRPr>
          </a:p>
          <a:p>
            <a:pPr marL="0" lvl="0" indent="0" algn="l" rtl="0">
              <a:lnSpc>
                <a:spcPct val="100000"/>
              </a:lnSpc>
              <a:spcBef>
                <a:spcPts val="0"/>
              </a:spcBef>
              <a:spcAft>
                <a:spcPts val="0"/>
              </a:spcAft>
              <a:buNone/>
            </a:pPr>
            <a:r>
              <a:rPr lang="en" sz="1400" b="1">
                <a:solidFill>
                  <a:srgbClr val="595959"/>
                </a:solidFill>
                <a:latin typeface="Courier New"/>
                <a:ea typeface="Courier New"/>
                <a:cs typeface="Courier New"/>
                <a:sym typeface="Courier New"/>
              </a:rPr>
              <a:t># Create DictReader object</a:t>
            </a:r>
            <a:endParaRPr sz="1400" b="1">
              <a:solidFill>
                <a:srgbClr val="595959"/>
              </a:solidFill>
              <a:latin typeface="Courier New"/>
              <a:ea typeface="Courier New"/>
              <a:cs typeface="Courier New"/>
              <a:sym typeface="Courier New"/>
            </a:endParaRPr>
          </a:p>
          <a:p>
            <a:pPr marL="0" lvl="0" indent="0" algn="l" rtl="0">
              <a:lnSpc>
                <a:spcPct val="100000"/>
              </a:lnSpc>
              <a:spcBef>
                <a:spcPts val="0"/>
              </a:spcBef>
              <a:spcAft>
                <a:spcPts val="0"/>
              </a:spcAft>
              <a:buNone/>
            </a:pPr>
            <a:r>
              <a:rPr lang="en" sz="1400" b="1">
                <a:latin typeface="Courier New"/>
                <a:ea typeface="Courier New"/>
                <a:cs typeface="Courier New"/>
                <a:sym typeface="Courier New"/>
              </a:rPr>
              <a:t>obj = csv.DictReader(f)</a:t>
            </a:r>
            <a:endParaRPr sz="1400" b="1">
              <a:latin typeface="Courier New"/>
              <a:ea typeface="Courier New"/>
              <a:cs typeface="Courier New"/>
              <a:sym typeface="Courier New"/>
            </a:endParaRPr>
          </a:p>
          <a:p>
            <a:pPr marL="0" lvl="0" indent="0" algn="l" rtl="0">
              <a:lnSpc>
                <a:spcPct val="100000"/>
              </a:lnSpc>
              <a:spcBef>
                <a:spcPts val="0"/>
              </a:spcBef>
              <a:spcAft>
                <a:spcPts val="0"/>
              </a:spcAft>
              <a:buNone/>
            </a:pPr>
            <a:r>
              <a:rPr lang="en" sz="1400" b="1">
                <a:latin typeface="Courier New"/>
                <a:ea typeface="Courier New"/>
                <a:cs typeface="Courier New"/>
                <a:sym typeface="Courier New"/>
              </a:rPr>
              <a:t>roll_num = [] </a:t>
            </a:r>
            <a:endParaRPr sz="1400" b="1">
              <a:latin typeface="Courier New"/>
              <a:ea typeface="Courier New"/>
              <a:cs typeface="Courier New"/>
              <a:sym typeface="Courier New"/>
            </a:endParaRPr>
          </a:p>
          <a:p>
            <a:pPr marL="0" lvl="0" indent="0" algn="l" rtl="0">
              <a:lnSpc>
                <a:spcPct val="100000"/>
              </a:lnSpc>
              <a:spcBef>
                <a:spcPts val="0"/>
              </a:spcBef>
              <a:spcAft>
                <a:spcPts val="0"/>
              </a:spcAft>
              <a:buNone/>
            </a:pPr>
            <a:r>
              <a:rPr lang="en" sz="1400" b="1">
                <a:latin typeface="Courier New"/>
                <a:ea typeface="Courier New"/>
                <a:cs typeface="Courier New"/>
                <a:sym typeface="Courier New"/>
              </a:rPr>
              <a:t>name = []</a:t>
            </a:r>
            <a:endParaRPr sz="1400" b="1">
              <a:latin typeface="Courier New"/>
              <a:ea typeface="Courier New"/>
              <a:cs typeface="Courier New"/>
              <a:sym typeface="Courier New"/>
            </a:endParaRPr>
          </a:p>
          <a:p>
            <a:pPr marL="0" lvl="0" indent="0" algn="l" rtl="0">
              <a:lnSpc>
                <a:spcPct val="100000"/>
              </a:lnSpc>
              <a:spcBef>
                <a:spcPts val="0"/>
              </a:spcBef>
              <a:spcAft>
                <a:spcPts val="0"/>
              </a:spcAft>
              <a:buNone/>
            </a:pPr>
            <a:r>
              <a:rPr lang="en" sz="1400" b="1">
                <a:latin typeface="Courier New"/>
                <a:ea typeface="Courier New"/>
                <a:cs typeface="Courier New"/>
                <a:sym typeface="Courier New"/>
              </a:rPr>
              <a:t>for row in obj:</a:t>
            </a:r>
            <a:endParaRPr sz="1400" b="1">
              <a:latin typeface="Courier New"/>
              <a:ea typeface="Courier New"/>
              <a:cs typeface="Courier New"/>
              <a:sym typeface="Courier New"/>
            </a:endParaRPr>
          </a:p>
          <a:p>
            <a:pPr marL="0" lvl="0" indent="0" algn="l" rtl="0">
              <a:lnSpc>
                <a:spcPct val="100000"/>
              </a:lnSpc>
              <a:spcBef>
                <a:spcPts val="0"/>
              </a:spcBef>
              <a:spcAft>
                <a:spcPts val="0"/>
              </a:spcAft>
              <a:buNone/>
            </a:pPr>
            <a:r>
              <a:rPr lang="en" sz="1400" b="1">
                <a:latin typeface="Courier New"/>
                <a:ea typeface="Courier New"/>
                <a:cs typeface="Courier New"/>
                <a:sym typeface="Courier New"/>
              </a:rPr>
              <a:t>    roll_num.append(row['Roll Number'])</a:t>
            </a:r>
            <a:endParaRPr sz="1400" b="1">
              <a:latin typeface="Courier New"/>
              <a:ea typeface="Courier New"/>
              <a:cs typeface="Courier New"/>
              <a:sym typeface="Courier New"/>
            </a:endParaRPr>
          </a:p>
          <a:p>
            <a:pPr marL="0" lvl="0" indent="0" algn="l" rtl="0">
              <a:lnSpc>
                <a:spcPct val="100000"/>
              </a:lnSpc>
              <a:spcBef>
                <a:spcPts val="0"/>
              </a:spcBef>
              <a:spcAft>
                <a:spcPts val="0"/>
              </a:spcAft>
              <a:buNone/>
            </a:pPr>
            <a:r>
              <a:rPr lang="en" sz="1400" b="1">
                <a:latin typeface="Courier New"/>
                <a:ea typeface="Courier New"/>
                <a:cs typeface="Courier New"/>
                <a:sym typeface="Courier New"/>
              </a:rPr>
              <a:t>    name.append(row[" Name"])    </a:t>
            </a:r>
            <a:endParaRPr sz="1400" b="1">
              <a:latin typeface="Courier New"/>
              <a:ea typeface="Courier New"/>
              <a:cs typeface="Courier New"/>
              <a:sym typeface="Courier New"/>
            </a:endParaRPr>
          </a:p>
          <a:p>
            <a:pPr marL="0" lvl="0" indent="0" algn="l" rtl="0">
              <a:lnSpc>
                <a:spcPct val="100000"/>
              </a:lnSpc>
              <a:spcBef>
                <a:spcPts val="0"/>
              </a:spcBef>
              <a:spcAft>
                <a:spcPts val="0"/>
              </a:spcAft>
              <a:buNone/>
            </a:pPr>
            <a:r>
              <a:rPr lang="en" sz="1400" b="1">
                <a:latin typeface="Courier New"/>
                <a:ea typeface="Courier New"/>
                <a:cs typeface="Courier New"/>
                <a:sym typeface="Courier New"/>
              </a:rPr>
              <a:t>print(roll_num) # ['r1', 'r2', 'r3']</a:t>
            </a:r>
            <a:endParaRPr sz="1400" b="1">
              <a:latin typeface="Courier New"/>
              <a:ea typeface="Courier New"/>
              <a:cs typeface="Courier New"/>
              <a:sym typeface="Courier New"/>
            </a:endParaRPr>
          </a:p>
          <a:p>
            <a:pPr marL="0" lvl="0" indent="0" algn="l" rtl="0">
              <a:lnSpc>
                <a:spcPct val="100000"/>
              </a:lnSpc>
              <a:spcBef>
                <a:spcPts val="0"/>
              </a:spcBef>
              <a:spcAft>
                <a:spcPts val="0"/>
              </a:spcAft>
              <a:buNone/>
            </a:pPr>
            <a:r>
              <a:rPr lang="en" sz="1400" b="1">
                <a:latin typeface="Courier New"/>
                <a:ea typeface="Courier New"/>
                <a:cs typeface="Courier New"/>
                <a:sym typeface="Courier New"/>
              </a:rPr>
              <a:t>print(name) # [' abc', ' pqr', ' xyz']</a:t>
            </a:r>
            <a:endParaRPr sz="1400" b="1">
              <a:latin typeface="Courier New"/>
              <a:ea typeface="Courier New"/>
              <a:cs typeface="Courier New"/>
              <a:sym typeface="Courier New"/>
            </a:endParaRPr>
          </a:p>
          <a:p>
            <a:pPr marL="0" lvl="0" indent="0" algn="l" rtl="0">
              <a:lnSpc>
                <a:spcPct val="100000"/>
              </a:lnSpc>
              <a:spcBef>
                <a:spcPts val="0"/>
              </a:spcBef>
              <a:spcAft>
                <a:spcPts val="0"/>
              </a:spcAft>
              <a:buNone/>
            </a:pPr>
            <a:r>
              <a:rPr lang="en" sz="1400" b="1">
                <a:latin typeface="Courier New"/>
                <a:ea typeface="Courier New"/>
                <a:cs typeface="Courier New"/>
                <a:sym typeface="Courier New"/>
              </a:rPr>
              <a:t>f.close()</a:t>
            </a:r>
            <a:endParaRPr sz="1400" b="1">
              <a:latin typeface="Courier New"/>
              <a:ea typeface="Courier New"/>
              <a:cs typeface="Courier New"/>
              <a:sym typeface="Courier New"/>
            </a:endParaRPr>
          </a:p>
        </p:txBody>
      </p:sp>
      <p:sp>
        <p:nvSpPr>
          <p:cNvPr id="246" name="Google Shape;246;p31"/>
          <p:cNvSpPr txBox="1">
            <a:spLocks noGrp="1"/>
          </p:cNvSpPr>
          <p:nvPr>
            <p:ph type="body" idx="1"/>
          </p:nvPr>
        </p:nvSpPr>
        <p:spPr>
          <a:xfrm>
            <a:off x="5783100" y="1035875"/>
            <a:ext cx="2922600" cy="1638000"/>
          </a:xfrm>
          <a:prstGeom prst="rect">
            <a:avLst/>
          </a:prstGeom>
          <a:solidFill>
            <a:srgbClr val="FFF2CC"/>
          </a:solidFill>
          <a:ln w="9525" cap="flat" cmpd="sng">
            <a:solidFill>
              <a:schemeClr val="dk1"/>
            </a:solidFill>
            <a:prstDash val="solid"/>
            <a:round/>
            <a:headEnd type="none" w="sm" len="sm"/>
            <a:tailEnd type="none" w="sm" len="sm"/>
          </a:ln>
        </p:spPr>
        <p:txBody>
          <a:bodyPr spcFirstLastPara="1" wrap="square" lIns="68575" tIns="34275" rIns="68575" bIns="34275" anchor="t" anchorCtr="0">
            <a:normAutofit/>
          </a:bodyPr>
          <a:lstStyle/>
          <a:p>
            <a:pPr marL="0" lvl="0" indent="0" algn="l" rtl="0">
              <a:spcBef>
                <a:spcPts val="800"/>
              </a:spcBef>
              <a:spcAft>
                <a:spcPts val="0"/>
              </a:spcAft>
              <a:buNone/>
            </a:pPr>
            <a:r>
              <a:rPr lang="en" sz="1600" b="1">
                <a:latin typeface="Courier New"/>
                <a:ea typeface="Courier New"/>
                <a:cs typeface="Courier New"/>
                <a:sym typeface="Courier New"/>
              </a:rPr>
              <a:t>demo.csv</a:t>
            </a:r>
            <a:endParaRPr sz="1400" b="1">
              <a:latin typeface="Courier New"/>
              <a:ea typeface="Courier New"/>
              <a:cs typeface="Courier New"/>
              <a:sym typeface="Courier New"/>
            </a:endParaRPr>
          </a:p>
          <a:p>
            <a:pPr marL="0" lvl="0" indent="0" algn="l" rtl="0">
              <a:spcBef>
                <a:spcPts val="800"/>
              </a:spcBef>
              <a:spcAft>
                <a:spcPts val="0"/>
              </a:spcAft>
              <a:buNone/>
            </a:pPr>
            <a:r>
              <a:rPr lang="en" sz="1400" b="1">
                <a:latin typeface="Courier New"/>
                <a:ea typeface="Courier New"/>
                <a:cs typeface="Courier New"/>
                <a:sym typeface="Courier New"/>
              </a:rPr>
              <a:t>Roll Number, Name</a:t>
            </a:r>
            <a:endParaRPr sz="1400" b="1">
              <a:latin typeface="Courier New"/>
              <a:ea typeface="Courier New"/>
              <a:cs typeface="Courier New"/>
              <a:sym typeface="Courier New"/>
            </a:endParaRPr>
          </a:p>
          <a:p>
            <a:pPr marL="0" lvl="0" indent="0" algn="l" rtl="0">
              <a:spcBef>
                <a:spcPts val="800"/>
              </a:spcBef>
              <a:spcAft>
                <a:spcPts val="0"/>
              </a:spcAft>
              <a:buNone/>
            </a:pPr>
            <a:r>
              <a:rPr lang="en" sz="1400" b="1">
                <a:latin typeface="Courier New"/>
                <a:ea typeface="Courier New"/>
                <a:cs typeface="Courier New"/>
                <a:sym typeface="Courier New"/>
              </a:rPr>
              <a:t>r1, abc</a:t>
            </a:r>
            <a:endParaRPr sz="1400" b="1">
              <a:latin typeface="Courier New"/>
              <a:ea typeface="Courier New"/>
              <a:cs typeface="Courier New"/>
              <a:sym typeface="Courier New"/>
            </a:endParaRPr>
          </a:p>
          <a:p>
            <a:pPr marL="0" lvl="0" indent="0" algn="l" rtl="0">
              <a:spcBef>
                <a:spcPts val="800"/>
              </a:spcBef>
              <a:spcAft>
                <a:spcPts val="0"/>
              </a:spcAft>
              <a:buNone/>
            </a:pPr>
            <a:r>
              <a:rPr lang="en" sz="1400" b="1">
                <a:latin typeface="Courier New"/>
                <a:ea typeface="Courier New"/>
                <a:cs typeface="Courier New"/>
                <a:sym typeface="Courier New"/>
              </a:rPr>
              <a:t>r2, pqr</a:t>
            </a:r>
            <a:endParaRPr sz="1400" b="1">
              <a:latin typeface="Courier New"/>
              <a:ea typeface="Courier New"/>
              <a:cs typeface="Courier New"/>
              <a:sym typeface="Courier New"/>
            </a:endParaRPr>
          </a:p>
          <a:p>
            <a:pPr marL="0" lvl="0" indent="0" algn="l" rtl="0">
              <a:spcBef>
                <a:spcPts val="800"/>
              </a:spcBef>
              <a:spcAft>
                <a:spcPts val="0"/>
              </a:spcAft>
              <a:buNone/>
            </a:pPr>
            <a:r>
              <a:rPr lang="en" sz="1400" b="1">
                <a:latin typeface="Courier New"/>
                <a:ea typeface="Courier New"/>
                <a:cs typeface="Courier New"/>
                <a:sym typeface="Courier New"/>
              </a:rPr>
              <a:t>r3, xyz</a:t>
            </a:r>
            <a:endParaRPr sz="1400" b="1">
              <a:latin typeface="Courier New"/>
              <a:ea typeface="Courier New"/>
              <a:cs typeface="Courier New"/>
              <a:sym typeface="Courier New"/>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32"/>
          <p:cNvSpPr txBox="1">
            <a:spLocks noGrp="1"/>
          </p:cNvSpPr>
          <p:nvPr>
            <p:ph type="title"/>
          </p:nvPr>
        </p:nvSpPr>
        <p:spPr>
          <a:xfrm>
            <a:off x="633845" y="274320"/>
            <a:ext cx="7084200" cy="619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Example : Method 1</a:t>
            </a:r>
            <a:endParaRPr/>
          </a:p>
        </p:txBody>
      </p:sp>
      <p:sp>
        <p:nvSpPr>
          <p:cNvPr id="252" name="Google Shape;252;p32"/>
          <p:cNvSpPr txBox="1">
            <a:spLocks noGrp="1"/>
          </p:cNvSpPr>
          <p:nvPr>
            <p:ph type="body" idx="1"/>
          </p:nvPr>
        </p:nvSpPr>
        <p:spPr>
          <a:xfrm>
            <a:off x="400800" y="1035875"/>
            <a:ext cx="3064800" cy="4163700"/>
          </a:xfrm>
          <a:prstGeom prst="rect">
            <a:avLst/>
          </a:prstGeom>
        </p:spPr>
        <p:txBody>
          <a:bodyPr spcFirstLastPara="1" wrap="square" lIns="68575" tIns="34275" rIns="68575" bIns="34275" anchor="t" anchorCtr="0">
            <a:spAutoFit/>
          </a:bodyPr>
          <a:lstStyle/>
          <a:p>
            <a:pPr marL="457200" lvl="0" indent="-298450" algn="just" rtl="0">
              <a:lnSpc>
                <a:spcPct val="100000"/>
              </a:lnSpc>
              <a:spcBef>
                <a:spcPts val="0"/>
              </a:spcBef>
              <a:spcAft>
                <a:spcPts val="0"/>
              </a:spcAft>
              <a:buSzPts val="1100"/>
              <a:buChar char="●"/>
            </a:pPr>
            <a:r>
              <a:rPr lang="en" sz="1800"/>
              <a:t>Given a csv file of marks for students, check if the total for each student is correct and then compute the class average.</a:t>
            </a:r>
            <a:endParaRPr sz="1800"/>
          </a:p>
          <a:p>
            <a:pPr marL="457200" lvl="0" indent="-298450" algn="just" rtl="0">
              <a:lnSpc>
                <a:spcPct val="100000"/>
              </a:lnSpc>
              <a:spcBef>
                <a:spcPts val="0"/>
              </a:spcBef>
              <a:spcAft>
                <a:spcPts val="0"/>
              </a:spcAft>
              <a:buSzPts val="1100"/>
              <a:buChar char="●"/>
            </a:pPr>
            <a:r>
              <a:rPr lang="en" sz="1800"/>
              <a:t>Marksheet.csv</a:t>
            </a:r>
            <a:endParaRPr sz="1800"/>
          </a:p>
          <a:p>
            <a:pPr marL="457200" lvl="0" indent="0" algn="just" rtl="0">
              <a:lnSpc>
                <a:spcPct val="100000"/>
              </a:lnSpc>
              <a:spcBef>
                <a:spcPts val="0"/>
              </a:spcBef>
              <a:spcAft>
                <a:spcPts val="0"/>
              </a:spcAft>
              <a:buNone/>
            </a:pPr>
            <a:endParaRPr sz="1600"/>
          </a:p>
          <a:p>
            <a:pPr marL="457200" lvl="0" indent="0" algn="just" rtl="0">
              <a:lnSpc>
                <a:spcPct val="100000"/>
              </a:lnSpc>
              <a:spcBef>
                <a:spcPts val="0"/>
              </a:spcBef>
              <a:spcAft>
                <a:spcPts val="0"/>
              </a:spcAft>
              <a:buNone/>
            </a:pPr>
            <a:r>
              <a:rPr lang="en" sz="1200"/>
              <a:t>Roll Number,Q1,Q2,Q3,Q4,Q5,Total</a:t>
            </a:r>
            <a:endParaRPr sz="1200"/>
          </a:p>
          <a:p>
            <a:pPr marL="457200" lvl="0" indent="0" algn="just" rtl="0">
              <a:lnSpc>
                <a:spcPct val="100000"/>
              </a:lnSpc>
              <a:spcBef>
                <a:spcPts val="0"/>
              </a:spcBef>
              <a:spcAft>
                <a:spcPts val="0"/>
              </a:spcAft>
              <a:buNone/>
            </a:pPr>
            <a:r>
              <a:rPr lang="en" sz="1200"/>
              <a:t>r1, 7, 5, 8, 9, 10, 39</a:t>
            </a:r>
            <a:endParaRPr sz="1200"/>
          </a:p>
          <a:p>
            <a:pPr marL="457200" lvl="0" indent="0" algn="just" rtl="0">
              <a:lnSpc>
                <a:spcPct val="100000"/>
              </a:lnSpc>
              <a:spcBef>
                <a:spcPts val="0"/>
              </a:spcBef>
              <a:spcAft>
                <a:spcPts val="0"/>
              </a:spcAft>
              <a:buNone/>
            </a:pPr>
            <a:r>
              <a:rPr lang="en" sz="1200"/>
              <a:t>r2, 6, 8, 9, 4, 10, 37</a:t>
            </a:r>
            <a:endParaRPr sz="1200"/>
          </a:p>
          <a:p>
            <a:pPr marL="457200" lvl="0" indent="0" algn="just" rtl="0">
              <a:lnSpc>
                <a:spcPct val="100000"/>
              </a:lnSpc>
              <a:spcBef>
                <a:spcPts val="0"/>
              </a:spcBef>
              <a:spcAft>
                <a:spcPts val="0"/>
              </a:spcAft>
              <a:buNone/>
            </a:pPr>
            <a:r>
              <a:rPr lang="en" sz="1200"/>
              <a:t>r3, 7, 8, 5, 8, 9, 37</a:t>
            </a:r>
            <a:endParaRPr sz="1200"/>
          </a:p>
          <a:p>
            <a:pPr marL="457200" lvl="0" indent="0" algn="just" rtl="0">
              <a:lnSpc>
                <a:spcPct val="100000"/>
              </a:lnSpc>
              <a:spcBef>
                <a:spcPts val="0"/>
              </a:spcBef>
              <a:spcAft>
                <a:spcPts val="0"/>
              </a:spcAft>
              <a:buNone/>
            </a:pPr>
            <a:r>
              <a:rPr lang="en" sz="1200"/>
              <a:t>r4, 6, 7, 8, 9, 10, 40</a:t>
            </a:r>
            <a:endParaRPr sz="1200"/>
          </a:p>
          <a:p>
            <a:pPr marL="457200" lvl="0" indent="0" algn="just" rtl="0">
              <a:lnSpc>
                <a:spcPct val="100000"/>
              </a:lnSpc>
              <a:spcBef>
                <a:spcPts val="0"/>
              </a:spcBef>
              <a:spcAft>
                <a:spcPts val="0"/>
              </a:spcAft>
              <a:buNone/>
            </a:pPr>
            <a:r>
              <a:rPr lang="en" sz="1200"/>
              <a:t>r5, 7,8, 4, 5, 6, 30</a:t>
            </a:r>
            <a:endParaRPr sz="1200"/>
          </a:p>
          <a:p>
            <a:pPr marL="457200" lvl="0" indent="0" algn="just" rtl="0">
              <a:lnSpc>
                <a:spcPct val="100000"/>
              </a:lnSpc>
              <a:spcBef>
                <a:spcPts val="0"/>
              </a:spcBef>
              <a:spcAft>
                <a:spcPts val="0"/>
              </a:spcAft>
              <a:buNone/>
            </a:pPr>
            <a:endParaRPr sz="1600"/>
          </a:p>
          <a:p>
            <a:pPr marL="457200" lvl="0" indent="0" algn="just" rtl="0">
              <a:lnSpc>
                <a:spcPct val="100000"/>
              </a:lnSpc>
              <a:spcBef>
                <a:spcPts val="0"/>
              </a:spcBef>
              <a:spcAft>
                <a:spcPts val="0"/>
              </a:spcAft>
              <a:buNone/>
            </a:pPr>
            <a:r>
              <a:rPr lang="en" sz="1800"/>
              <a:t/>
            </a:r>
            <a:br>
              <a:rPr lang="en" sz="1800"/>
            </a:br>
            <a:endParaRPr sz="1800"/>
          </a:p>
          <a:p>
            <a:pPr marL="0" lvl="0" indent="0" algn="just" rtl="0">
              <a:lnSpc>
                <a:spcPct val="100000"/>
              </a:lnSpc>
              <a:spcBef>
                <a:spcPts val="0"/>
              </a:spcBef>
              <a:spcAft>
                <a:spcPts val="0"/>
              </a:spcAft>
              <a:buNone/>
            </a:pPr>
            <a:endParaRPr sz="1800"/>
          </a:p>
        </p:txBody>
      </p:sp>
      <p:sp>
        <p:nvSpPr>
          <p:cNvPr id="253" name="Google Shape;253;p32"/>
          <p:cNvSpPr txBox="1">
            <a:spLocks noGrp="1"/>
          </p:cNvSpPr>
          <p:nvPr>
            <p:ph type="body" idx="2"/>
          </p:nvPr>
        </p:nvSpPr>
        <p:spPr>
          <a:xfrm>
            <a:off x="3698650" y="947100"/>
            <a:ext cx="5341500" cy="4132800"/>
          </a:xfrm>
          <a:prstGeom prst="rect">
            <a:avLst/>
          </a:prstGeom>
          <a:ln w="19050" cap="flat" cmpd="sng">
            <a:solidFill>
              <a:srgbClr val="000000"/>
            </a:solidFill>
            <a:prstDash val="solid"/>
            <a:round/>
            <a:headEnd type="none" w="sm" len="sm"/>
            <a:tailEnd type="none" w="sm" len="sm"/>
          </a:ln>
        </p:spPr>
        <p:txBody>
          <a:bodyPr spcFirstLastPara="1" wrap="square" lIns="68575" tIns="34275" rIns="68575" bIns="34275" anchor="t" anchorCtr="0">
            <a:spAutoFit/>
          </a:bodyPr>
          <a:lstStyle/>
          <a:p>
            <a:pPr marL="0" lvl="0" indent="0" algn="l" rtl="0">
              <a:lnSpc>
                <a:spcPct val="100000"/>
              </a:lnSpc>
              <a:spcBef>
                <a:spcPts val="0"/>
              </a:spcBef>
              <a:spcAft>
                <a:spcPts val="0"/>
              </a:spcAft>
              <a:buClr>
                <a:schemeClr val="dk1"/>
              </a:buClr>
              <a:buSzPts val="1100"/>
              <a:buFont typeface="Arial"/>
              <a:buNone/>
            </a:pPr>
            <a:r>
              <a:rPr lang="en" sz="1200" b="1">
                <a:latin typeface="Courier New"/>
                <a:ea typeface="Courier New"/>
                <a:cs typeface="Courier New"/>
                <a:sym typeface="Courier New"/>
              </a:rPr>
              <a:t>import csv</a:t>
            </a:r>
            <a:endParaRPr sz="1200" b="1">
              <a:latin typeface="Courier New"/>
              <a:ea typeface="Courier New"/>
              <a:cs typeface="Courier New"/>
              <a:sym typeface="Courier New"/>
            </a:endParaRPr>
          </a:p>
          <a:p>
            <a:pPr marL="0" lvl="0" indent="0" algn="l" rtl="0">
              <a:lnSpc>
                <a:spcPct val="100000"/>
              </a:lnSpc>
              <a:spcBef>
                <a:spcPts val="0"/>
              </a:spcBef>
              <a:spcAft>
                <a:spcPts val="0"/>
              </a:spcAft>
              <a:buClr>
                <a:schemeClr val="dk1"/>
              </a:buClr>
              <a:buSzPts val="1100"/>
              <a:buFont typeface="Arial"/>
              <a:buNone/>
            </a:pPr>
            <a:r>
              <a:rPr lang="en" sz="1200" b="1">
                <a:latin typeface="Courier New"/>
                <a:ea typeface="Courier New"/>
                <a:cs typeface="Courier New"/>
                <a:sym typeface="Courier New"/>
              </a:rPr>
              <a:t>f = open("Marksheet.csv", "r") </a:t>
            </a:r>
            <a:endParaRPr sz="1200" b="1">
              <a:latin typeface="Courier New"/>
              <a:ea typeface="Courier New"/>
              <a:cs typeface="Courier New"/>
              <a:sym typeface="Courier New"/>
            </a:endParaRPr>
          </a:p>
          <a:p>
            <a:pPr marL="0" lvl="0" indent="0" algn="l" rtl="0">
              <a:lnSpc>
                <a:spcPct val="100000"/>
              </a:lnSpc>
              <a:spcBef>
                <a:spcPts val="0"/>
              </a:spcBef>
              <a:spcAft>
                <a:spcPts val="0"/>
              </a:spcAft>
              <a:buClr>
                <a:schemeClr val="dk1"/>
              </a:buClr>
              <a:buSzPts val="1100"/>
              <a:buFont typeface="Arial"/>
              <a:buNone/>
            </a:pPr>
            <a:r>
              <a:rPr lang="en" sz="1200" b="1">
                <a:latin typeface="Courier New"/>
                <a:ea typeface="Courier New"/>
                <a:cs typeface="Courier New"/>
                <a:sym typeface="Courier New"/>
              </a:rPr>
              <a:t>csv_r = csv.reader(f, delimiter=',')</a:t>
            </a:r>
            <a:endParaRPr sz="1200" b="1">
              <a:latin typeface="Courier New"/>
              <a:ea typeface="Courier New"/>
              <a:cs typeface="Courier New"/>
              <a:sym typeface="Courier New"/>
            </a:endParaRPr>
          </a:p>
          <a:p>
            <a:pPr marL="0" lvl="0" indent="0" algn="l" rtl="0">
              <a:lnSpc>
                <a:spcPct val="100000"/>
              </a:lnSpc>
              <a:spcBef>
                <a:spcPts val="0"/>
              </a:spcBef>
              <a:spcAft>
                <a:spcPts val="0"/>
              </a:spcAft>
              <a:buClr>
                <a:schemeClr val="dk1"/>
              </a:buClr>
              <a:buSzPts val="1100"/>
              <a:buFont typeface="Arial"/>
              <a:buNone/>
            </a:pPr>
            <a:r>
              <a:rPr lang="en" sz="1200" b="1">
                <a:latin typeface="Courier New"/>
                <a:ea typeface="Courier New"/>
                <a:cs typeface="Courier New"/>
                <a:sym typeface="Courier New"/>
              </a:rPr>
              <a:t>next(csv_r, None)  </a:t>
            </a:r>
            <a:r>
              <a:rPr lang="en" sz="1200" b="1">
                <a:solidFill>
                  <a:srgbClr val="595959"/>
                </a:solidFill>
                <a:latin typeface="Courier New"/>
                <a:ea typeface="Courier New"/>
                <a:cs typeface="Courier New"/>
                <a:sym typeface="Courier New"/>
              </a:rPr>
              <a:t># Skip the header</a:t>
            </a:r>
            <a:endParaRPr sz="1200" b="1">
              <a:solidFill>
                <a:srgbClr val="595959"/>
              </a:solidFill>
              <a:latin typeface="Courier New"/>
              <a:ea typeface="Courier New"/>
              <a:cs typeface="Courier New"/>
              <a:sym typeface="Courier New"/>
            </a:endParaRPr>
          </a:p>
          <a:p>
            <a:pPr marL="0" lvl="0" indent="0" algn="l" rtl="0">
              <a:lnSpc>
                <a:spcPct val="100000"/>
              </a:lnSpc>
              <a:spcBef>
                <a:spcPts val="0"/>
              </a:spcBef>
              <a:spcAft>
                <a:spcPts val="0"/>
              </a:spcAft>
              <a:buClr>
                <a:schemeClr val="dk1"/>
              </a:buClr>
              <a:buSzPts val="1100"/>
              <a:buFont typeface="Arial"/>
              <a:buNone/>
            </a:pPr>
            <a:r>
              <a:rPr lang="en" sz="1200" b="1">
                <a:latin typeface="Courier New"/>
                <a:ea typeface="Courier New"/>
                <a:cs typeface="Courier New"/>
                <a:sym typeface="Courier New"/>
              </a:rPr>
              <a:t>avg = 0</a:t>
            </a:r>
            <a:endParaRPr sz="1200" b="1">
              <a:latin typeface="Courier New"/>
              <a:ea typeface="Courier New"/>
              <a:cs typeface="Courier New"/>
              <a:sym typeface="Courier New"/>
            </a:endParaRPr>
          </a:p>
          <a:p>
            <a:pPr marL="0" lvl="0" indent="0" algn="l" rtl="0">
              <a:lnSpc>
                <a:spcPct val="100000"/>
              </a:lnSpc>
              <a:spcBef>
                <a:spcPts val="0"/>
              </a:spcBef>
              <a:spcAft>
                <a:spcPts val="0"/>
              </a:spcAft>
              <a:buClr>
                <a:schemeClr val="dk1"/>
              </a:buClr>
              <a:buSzPts val="1100"/>
              <a:buFont typeface="Arial"/>
              <a:buNone/>
            </a:pPr>
            <a:r>
              <a:rPr lang="en" sz="1200" b="1">
                <a:latin typeface="Courier New"/>
                <a:ea typeface="Courier New"/>
                <a:cs typeface="Courier New"/>
                <a:sym typeface="Courier New"/>
              </a:rPr>
              <a:t>error = [] </a:t>
            </a:r>
            <a:r>
              <a:rPr lang="en" sz="1200" b="1">
                <a:solidFill>
                  <a:srgbClr val="595959"/>
                </a:solidFill>
                <a:latin typeface="Courier New"/>
                <a:ea typeface="Courier New"/>
                <a:cs typeface="Courier New"/>
                <a:sym typeface="Courier New"/>
              </a:rPr>
              <a:t># Store roll no.’s with incorrect</a:t>
            </a:r>
            <a:r>
              <a:rPr lang="en" sz="1200" b="1">
                <a:latin typeface="Courier New"/>
                <a:ea typeface="Courier New"/>
                <a:cs typeface="Courier New"/>
                <a:sym typeface="Courier New"/>
              </a:rPr>
              <a:t> </a:t>
            </a:r>
            <a:r>
              <a:rPr lang="en" sz="1200" b="1">
                <a:solidFill>
                  <a:srgbClr val="595959"/>
                </a:solidFill>
                <a:latin typeface="Courier New"/>
                <a:ea typeface="Courier New"/>
                <a:cs typeface="Courier New"/>
                <a:sym typeface="Courier New"/>
              </a:rPr>
              <a:t>total</a:t>
            </a:r>
            <a:endParaRPr sz="1200" b="1">
              <a:solidFill>
                <a:srgbClr val="595959"/>
              </a:solidFill>
              <a:latin typeface="Courier New"/>
              <a:ea typeface="Courier New"/>
              <a:cs typeface="Courier New"/>
              <a:sym typeface="Courier New"/>
            </a:endParaRPr>
          </a:p>
          <a:p>
            <a:pPr marL="0" lvl="0" indent="0" algn="l" rtl="0">
              <a:lnSpc>
                <a:spcPct val="100000"/>
              </a:lnSpc>
              <a:spcBef>
                <a:spcPts val="0"/>
              </a:spcBef>
              <a:spcAft>
                <a:spcPts val="0"/>
              </a:spcAft>
              <a:buClr>
                <a:schemeClr val="dk1"/>
              </a:buClr>
              <a:buSzPts val="1100"/>
              <a:buFont typeface="Arial"/>
              <a:buNone/>
            </a:pPr>
            <a:r>
              <a:rPr lang="en" sz="1200" b="1">
                <a:latin typeface="Courier New"/>
                <a:ea typeface="Courier New"/>
                <a:cs typeface="Courier New"/>
                <a:sym typeface="Courier New"/>
              </a:rPr>
              <a:t>c = 0</a:t>
            </a:r>
            <a:endParaRPr sz="1200" b="1">
              <a:latin typeface="Courier New"/>
              <a:ea typeface="Courier New"/>
              <a:cs typeface="Courier New"/>
              <a:sym typeface="Courier New"/>
            </a:endParaRPr>
          </a:p>
          <a:p>
            <a:pPr marL="0" lvl="0" indent="0" algn="l" rtl="0">
              <a:lnSpc>
                <a:spcPct val="100000"/>
              </a:lnSpc>
              <a:spcBef>
                <a:spcPts val="0"/>
              </a:spcBef>
              <a:spcAft>
                <a:spcPts val="0"/>
              </a:spcAft>
              <a:buClr>
                <a:schemeClr val="dk1"/>
              </a:buClr>
              <a:buSzPts val="1100"/>
              <a:buFont typeface="Arial"/>
              <a:buNone/>
            </a:pPr>
            <a:r>
              <a:rPr lang="en" sz="1200" b="1">
                <a:latin typeface="Courier New"/>
                <a:ea typeface="Courier New"/>
                <a:cs typeface="Courier New"/>
                <a:sym typeface="Courier New"/>
              </a:rPr>
              <a:t>for row in csv_r:</a:t>
            </a:r>
            <a:endParaRPr sz="1200" b="1">
              <a:latin typeface="Courier New"/>
              <a:ea typeface="Courier New"/>
              <a:cs typeface="Courier New"/>
              <a:sym typeface="Courier New"/>
            </a:endParaRPr>
          </a:p>
          <a:p>
            <a:pPr marL="0" lvl="0" indent="0" algn="l" rtl="0">
              <a:lnSpc>
                <a:spcPct val="100000"/>
              </a:lnSpc>
              <a:spcBef>
                <a:spcPts val="0"/>
              </a:spcBef>
              <a:spcAft>
                <a:spcPts val="0"/>
              </a:spcAft>
              <a:buClr>
                <a:schemeClr val="dk1"/>
              </a:buClr>
              <a:buSzPts val="1100"/>
              <a:buFont typeface="Arial"/>
              <a:buNone/>
            </a:pPr>
            <a:r>
              <a:rPr lang="en" sz="1200" b="1">
                <a:latin typeface="Courier New"/>
                <a:ea typeface="Courier New"/>
                <a:cs typeface="Courier New"/>
                <a:sym typeface="Courier New"/>
              </a:rPr>
              <a:t>    c=c+1 </a:t>
            </a:r>
            <a:r>
              <a:rPr lang="en" sz="1200" b="1">
                <a:solidFill>
                  <a:srgbClr val="595959"/>
                </a:solidFill>
                <a:latin typeface="Courier New"/>
                <a:ea typeface="Courier New"/>
                <a:cs typeface="Courier New"/>
                <a:sym typeface="Courier New"/>
              </a:rPr>
              <a:t># Counting rows (for class average)</a:t>
            </a:r>
            <a:endParaRPr sz="1200" b="1">
              <a:solidFill>
                <a:srgbClr val="595959"/>
              </a:solidFill>
              <a:latin typeface="Courier New"/>
              <a:ea typeface="Courier New"/>
              <a:cs typeface="Courier New"/>
              <a:sym typeface="Courier New"/>
            </a:endParaRPr>
          </a:p>
          <a:p>
            <a:pPr marL="0" lvl="0" indent="0" algn="l" rtl="0">
              <a:lnSpc>
                <a:spcPct val="100000"/>
              </a:lnSpc>
              <a:spcBef>
                <a:spcPts val="0"/>
              </a:spcBef>
              <a:spcAft>
                <a:spcPts val="0"/>
              </a:spcAft>
              <a:buClr>
                <a:schemeClr val="dk1"/>
              </a:buClr>
              <a:buSzPts val="1100"/>
              <a:buFont typeface="Arial"/>
              <a:buNone/>
            </a:pPr>
            <a:r>
              <a:rPr lang="en" sz="1200" b="1">
                <a:latin typeface="Courier New"/>
                <a:ea typeface="Courier New"/>
                <a:cs typeface="Courier New"/>
                <a:sym typeface="Courier New"/>
              </a:rPr>
              <a:t>    marks = row[1:6]</a:t>
            </a:r>
            <a:endParaRPr sz="1200" b="1">
              <a:latin typeface="Courier New"/>
              <a:ea typeface="Courier New"/>
              <a:cs typeface="Courier New"/>
              <a:sym typeface="Courier New"/>
            </a:endParaRPr>
          </a:p>
          <a:p>
            <a:pPr marL="0" lvl="0" indent="0" algn="l" rtl="0">
              <a:lnSpc>
                <a:spcPct val="100000"/>
              </a:lnSpc>
              <a:spcBef>
                <a:spcPts val="0"/>
              </a:spcBef>
              <a:spcAft>
                <a:spcPts val="0"/>
              </a:spcAft>
              <a:buClr>
                <a:schemeClr val="dk1"/>
              </a:buClr>
              <a:buSzPts val="1100"/>
              <a:buFont typeface="Arial"/>
              <a:buNone/>
            </a:pPr>
            <a:r>
              <a:rPr lang="en" sz="1200" b="1">
                <a:latin typeface="Courier New"/>
                <a:ea typeface="Courier New"/>
                <a:cs typeface="Courier New"/>
                <a:sym typeface="Courier New"/>
              </a:rPr>
              <a:t>    marks = [float(m) for m in marks]</a:t>
            </a:r>
            <a:endParaRPr sz="1200" b="1">
              <a:latin typeface="Courier New"/>
              <a:ea typeface="Courier New"/>
              <a:cs typeface="Courier New"/>
              <a:sym typeface="Courier New"/>
            </a:endParaRPr>
          </a:p>
          <a:p>
            <a:pPr marL="0" lvl="0" indent="0" algn="l" rtl="0">
              <a:lnSpc>
                <a:spcPct val="100000"/>
              </a:lnSpc>
              <a:spcBef>
                <a:spcPts val="0"/>
              </a:spcBef>
              <a:spcAft>
                <a:spcPts val="0"/>
              </a:spcAft>
              <a:buClr>
                <a:schemeClr val="dk1"/>
              </a:buClr>
              <a:buSzPts val="1100"/>
              <a:buFont typeface="Arial"/>
              <a:buNone/>
            </a:pPr>
            <a:r>
              <a:rPr lang="en" sz="1200" b="1">
                <a:latin typeface="Courier New"/>
                <a:ea typeface="Courier New"/>
                <a:cs typeface="Courier New"/>
                <a:sym typeface="Courier New"/>
              </a:rPr>
              <a:t>    total = sum(marks)</a:t>
            </a:r>
            <a:endParaRPr sz="1200" b="1">
              <a:latin typeface="Courier New"/>
              <a:ea typeface="Courier New"/>
              <a:cs typeface="Courier New"/>
              <a:sym typeface="Courier New"/>
            </a:endParaRPr>
          </a:p>
          <a:p>
            <a:pPr marL="0" lvl="0" indent="0" algn="l" rtl="0">
              <a:lnSpc>
                <a:spcPct val="100000"/>
              </a:lnSpc>
              <a:spcBef>
                <a:spcPts val="0"/>
              </a:spcBef>
              <a:spcAft>
                <a:spcPts val="0"/>
              </a:spcAft>
              <a:buClr>
                <a:schemeClr val="dk1"/>
              </a:buClr>
              <a:buSzPts val="1100"/>
              <a:buFont typeface="Arial"/>
              <a:buNone/>
            </a:pPr>
            <a:r>
              <a:rPr lang="en" sz="1200" b="1">
                <a:latin typeface="Courier New"/>
                <a:ea typeface="Courier New"/>
                <a:cs typeface="Courier New"/>
                <a:sym typeface="Courier New"/>
              </a:rPr>
              <a:t>    if float(row[6])==total:</a:t>
            </a:r>
            <a:endParaRPr sz="1200" b="1">
              <a:latin typeface="Courier New"/>
              <a:ea typeface="Courier New"/>
              <a:cs typeface="Courier New"/>
              <a:sym typeface="Courier New"/>
            </a:endParaRPr>
          </a:p>
          <a:p>
            <a:pPr marL="0" lvl="0" indent="0" algn="l" rtl="0">
              <a:lnSpc>
                <a:spcPct val="100000"/>
              </a:lnSpc>
              <a:spcBef>
                <a:spcPts val="0"/>
              </a:spcBef>
              <a:spcAft>
                <a:spcPts val="0"/>
              </a:spcAft>
              <a:buClr>
                <a:schemeClr val="dk1"/>
              </a:buClr>
              <a:buSzPts val="1100"/>
              <a:buFont typeface="Arial"/>
              <a:buNone/>
            </a:pPr>
            <a:r>
              <a:rPr lang="en" sz="1200" b="1">
                <a:latin typeface="Courier New"/>
                <a:ea typeface="Courier New"/>
                <a:cs typeface="Courier New"/>
                <a:sym typeface="Courier New"/>
              </a:rPr>
              <a:t>        avg = avg+total</a:t>
            </a:r>
            <a:endParaRPr sz="1200" b="1">
              <a:latin typeface="Courier New"/>
              <a:ea typeface="Courier New"/>
              <a:cs typeface="Courier New"/>
              <a:sym typeface="Courier New"/>
            </a:endParaRPr>
          </a:p>
          <a:p>
            <a:pPr marL="0" lvl="0" indent="0" algn="l" rtl="0">
              <a:lnSpc>
                <a:spcPct val="100000"/>
              </a:lnSpc>
              <a:spcBef>
                <a:spcPts val="0"/>
              </a:spcBef>
              <a:spcAft>
                <a:spcPts val="0"/>
              </a:spcAft>
              <a:buClr>
                <a:schemeClr val="dk1"/>
              </a:buClr>
              <a:buSzPts val="1100"/>
              <a:buFont typeface="Arial"/>
              <a:buNone/>
            </a:pPr>
            <a:r>
              <a:rPr lang="en" sz="1200" b="1">
                <a:latin typeface="Courier New"/>
                <a:ea typeface="Courier New"/>
                <a:cs typeface="Courier New"/>
                <a:sym typeface="Courier New"/>
              </a:rPr>
              <a:t>    else:</a:t>
            </a:r>
            <a:endParaRPr sz="1200" b="1">
              <a:latin typeface="Courier New"/>
              <a:ea typeface="Courier New"/>
              <a:cs typeface="Courier New"/>
              <a:sym typeface="Courier New"/>
            </a:endParaRPr>
          </a:p>
          <a:p>
            <a:pPr marL="0" lvl="0" indent="0" algn="l" rtl="0">
              <a:lnSpc>
                <a:spcPct val="100000"/>
              </a:lnSpc>
              <a:spcBef>
                <a:spcPts val="0"/>
              </a:spcBef>
              <a:spcAft>
                <a:spcPts val="0"/>
              </a:spcAft>
              <a:buClr>
                <a:schemeClr val="dk1"/>
              </a:buClr>
              <a:buSzPts val="1100"/>
              <a:buFont typeface="Arial"/>
              <a:buNone/>
            </a:pPr>
            <a:r>
              <a:rPr lang="en" sz="1200" b="1">
                <a:latin typeface="Courier New"/>
                <a:ea typeface="Courier New"/>
                <a:cs typeface="Courier New"/>
                <a:sym typeface="Courier New"/>
              </a:rPr>
              <a:t>        error.append(row[0])        </a:t>
            </a:r>
            <a:endParaRPr sz="1200" b="1">
              <a:latin typeface="Courier New"/>
              <a:ea typeface="Courier New"/>
              <a:cs typeface="Courier New"/>
              <a:sym typeface="Courier New"/>
            </a:endParaRPr>
          </a:p>
          <a:p>
            <a:pPr marL="0" lvl="0" indent="0" algn="l" rtl="0">
              <a:lnSpc>
                <a:spcPct val="100000"/>
              </a:lnSpc>
              <a:spcBef>
                <a:spcPts val="0"/>
              </a:spcBef>
              <a:spcAft>
                <a:spcPts val="0"/>
              </a:spcAft>
              <a:buClr>
                <a:schemeClr val="dk1"/>
              </a:buClr>
              <a:buSzPts val="1100"/>
              <a:buFont typeface="Arial"/>
              <a:buNone/>
            </a:pPr>
            <a:r>
              <a:rPr lang="en" sz="1200" b="1">
                <a:latin typeface="Courier New"/>
                <a:ea typeface="Courier New"/>
                <a:cs typeface="Courier New"/>
                <a:sym typeface="Courier New"/>
              </a:rPr>
              <a:t>if len(error)==0:</a:t>
            </a:r>
            <a:endParaRPr sz="1200" b="1">
              <a:latin typeface="Courier New"/>
              <a:ea typeface="Courier New"/>
              <a:cs typeface="Courier New"/>
              <a:sym typeface="Courier New"/>
            </a:endParaRPr>
          </a:p>
          <a:p>
            <a:pPr marL="0" lvl="0" indent="0" algn="l" rtl="0">
              <a:lnSpc>
                <a:spcPct val="100000"/>
              </a:lnSpc>
              <a:spcBef>
                <a:spcPts val="0"/>
              </a:spcBef>
              <a:spcAft>
                <a:spcPts val="0"/>
              </a:spcAft>
              <a:buClr>
                <a:schemeClr val="dk1"/>
              </a:buClr>
              <a:buSzPts val="1100"/>
              <a:buFont typeface="Arial"/>
              <a:buNone/>
            </a:pPr>
            <a:r>
              <a:rPr lang="en" sz="1200" b="1">
                <a:latin typeface="Courier New"/>
                <a:ea typeface="Courier New"/>
                <a:cs typeface="Courier New"/>
                <a:sym typeface="Courier New"/>
              </a:rPr>
              <a:t>    avg = avg/c</a:t>
            </a:r>
            <a:endParaRPr sz="1200" b="1">
              <a:latin typeface="Courier New"/>
              <a:ea typeface="Courier New"/>
              <a:cs typeface="Courier New"/>
              <a:sym typeface="Courier New"/>
            </a:endParaRPr>
          </a:p>
          <a:p>
            <a:pPr marL="0" lvl="0" indent="0" algn="l" rtl="0">
              <a:lnSpc>
                <a:spcPct val="100000"/>
              </a:lnSpc>
              <a:spcBef>
                <a:spcPts val="0"/>
              </a:spcBef>
              <a:spcAft>
                <a:spcPts val="0"/>
              </a:spcAft>
              <a:buClr>
                <a:schemeClr val="dk1"/>
              </a:buClr>
              <a:buSzPts val="1100"/>
              <a:buFont typeface="Arial"/>
              <a:buNone/>
            </a:pPr>
            <a:r>
              <a:rPr lang="en" sz="1200" b="1">
                <a:latin typeface="Courier New"/>
                <a:ea typeface="Courier New"/>
                <a:cs typeface="Courier New"/>
                <a:sym typeface="Courier New"/>
              </a:rPr>
              <a:t>    print(f"Class Average: {avg}")</a:t>
            </a:r>
            <a:endParaRPr sz="1200" b="1">
              <a:latin typeface="Courier New"/>
              <a:ea typeface="Courier New"/>
              <a:cs typeface="Courier New"/>
              <a:sym typeface="Courier New"/>
            </a:endParaRPr>
          </a:p>
          <a:p>
            <a:pPr marL="0" lvl="0" indent="0" algn="l" rtl="0">
              <a:lnSpc>
                <a:spcPct val="100000"/>
              </a:lnSpc>
              <a:spcBef>
                <a:spcPts val="0"/>
              </a:spcBef>
              <a:spcAft>
                <a:spcPts val="0"/>
              </a:spcAft>
              <a:buClr>
                <a:schemeClr val="dk1"/>
              </a:buClr>
              <a:buSzPts val="1100"/>
              <a:buFont typeface="Arial"/>
              <a:buNone/>
            </a:pPr>
            <a:r>
              <a:rPr lang="en" sz="1200" b="1">
                <a:latin typeface="Courier New"/>
                <a:ea typeface="Courier New"/>
                <a:cs typeface="Courier New"/>
                <a:sym typeface="Courier New"/>
              </a:rPr>
              <a:t>else:</a:t>
            </a:r>
            <a:endParaRPr sz="1200" b="1">
              <a:latin typeface="Courier New"/>
              <a:ea typeface="Courier New"/>
              <a:cs typeface="Courier New"/>
              <a:sym typeface="Courier New"/>
            </a:endParaRPr>
          </a:p>
          <a:p>
            <a:pPr marL="0" lvl="0" indent="0" algn="l" rtl="0">
              <a:lnSpc>
                <a:spcPct val="100000"/>
              </a:lnSpc>
              <a:spcBef>
                <a:spcPts val="0"/>
              </a:spcBef>
              <a:spcAft>
                <a:spcPts val="0"/>
              </a:spcAft>
              <a:buClr>
                <a:schemeClr val="dk1"/>
              </a:buClr>
              <a:buSzPts val="1100"/>
              <a:buFont typeface="Arial"/>
              <a:buNone/>
            </a:pPr>
            <a:r>
              <a:rPr lang="en" sz="1200" b="1">
                <a:latin typeface="Courier New"/>
                <a:ea typeface="Courier New"/>
                <a:cs typeface="Courier New"/>
                <a:sym typeface="Courier New"/>
              </a:rPr>
              <a:t>    print(error)    </a:t>
            </a:r>
            <a:endParaRPr sz="1200" b="1">
              <a:latin typeface="Courier New"/>
              <a:ea typeface="Courier New"/>
              <a:cs typeface="Courier New"/>
              <a:sym typeface="Courier New"/>
            </a:endParaRPr>
          </a:p>
          <a:p>
            <a:pPr marL="0" lvl="0" indent="0" algn="l" rtl="0">
              <a:lnSpc>
                <a:spcPct val="100000"/>
              </a:lnSpc>
              <a:spcBef>
                <a:spcPts val="0"/>
              </a:spcBef>
              <a:spcAft>
                <a:spcPts val="0"/>
              </a:spcAft>
              <a:buNone/>
            </a:pPr>
            <a:r>
              <a:rPr lang="en" sz="1200" b="1">
                <a:latin typeface="Courier New"/>
                <a:ea typeface="Courier New"/>
                <a:cs typeface="Courier New"/>
                <a:sym typeface="Courier New"/>
              </a:rPr>
              <a:t>f.close()  </a:t>
            </a:r>
            <a:endParaRPr sz="1200" b="1">
              <a:latin typeface="Courier New"/>
              <a:ea typeface="Courier New"/>
              <a:cs typeface="Courier New"/>
              <a:sym typeface="Courier New"/>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33"/>
          <p:cNvSpPr txBox="1">
            <a:spLocks noGrp="1"/>
          </p:cNvSpPr>
          <p:nvPr>
            <p:ph type="title"/>
          </p:nvPr>
        </p:nvSpPr>
        <p:spPr>
          <a:xfrm>
            <a:off x="633845" y="274320"/>
            <a:ext cx="7084200" cy="619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Writing CSV : Method 1</a:t>
            </a:r>
            <a:endParaRPr/>
          </a:p>
        </p:txBody>
      </p:sp>
      <p:sp>
        <p:nvSpPr>
          <p:cNvPr id="259" name="Google Shape;259;p33"/>
          <p:cNvSpPr txBox="1">
            <a:spLocks noGrp="1"/>
          </p:cNvSpPr>
          <p:nvPr>
            <p:ph type="body" idx="1"/>
          </p:nvPr>
        </p:nvSpPr>
        <p:spPr>
          <a:xfrm>
            <a:off x="633850" y="1035875"/>
            <a:ext cx="6359100" cy="3059100"/>
          </a:xfrm>
          <a:prstGeom prst="rect">
            <a:avLst/>
          </a:prstGeom>
          <a:ln w="9525" cap="flat" cmpd="sng">
            <a:solidFill>
              <a:schemeClr val="dk1"/>
            </a:solidFill>
            <a:prstDash val="solid"/>
            <a:round/>
            <a:headEnd type="none" w="sm" len="sm"/>
            <a:tailEnd type="none" w="sm" len="sm"/>
          </a:ln>
        </p:spPr>
        <p:txBody>
          <a:bodyPr spcFirstLastPara="1" wrap="square" lIns="68575" tIns="34275" rIns="68575" bIns="34275" anchor="t" anchorCtr="0">
            <a:noAutofit/>
          </a:bodyPr>
          <a:lstStyle/>
          <a:p>
            <a:pPr marL="0" lvl="0" indent="0" algn="l" rtl="0">
              <a:spcBef>
                <a:spcPts val="800"/>
              </a:spcBef>
              <a:spcAft>
                <a:spcPts val="0"/>
              </a:spcAft>
              <a:buClr>
                <a:schemeClr val="dk1"/>
              </a:buClr>
              <a:buSzPts val="1100"/>
              <a:buFont typeface="Arial"/>
              <a:buNone/>
            </a:pPr>
            <a:r>
              <a:rPr lang="en" sz="1400" b="1">
                <a:latin typeface="Courier New"/>
                <a:ea typeface="Courier New"/>
                <a:cs typeface="Courier New"/>
                <a:sym typeface="Courier New"/>
              </a:rPr>
              <a:t>import csv</a:t>
            </a:r>
            <a:endParaRPr sz="1400" b="1">
              <a:latin typeface="Courier New"/>
              <a:ea typeface="Courier New"/>
              <a:cs typeface="Courier New"/>
              <a:sym typeface="Courier New"/>
            </a:endParaRPr>
          </a:p>
          <a:p>
            <a:pPr marL="0" lvl="0" indent="0" algn="l" rtl="0">
              <a:spcBef>
                <a:spcPts val="800"/>
              </a:spcBef>
              <a:spcAft>
                <a:spcPts val="0"/>
              </a:spcAft>
              <a:buClr>
                <a:schemeClr val="dk1"/>
              </a:buClr>
              <a:buSzPts val="1100"/>
              <a:buFont typeface="Arial"/>
              <a:buNone/>
            </a:pPr>
            <a:endParaRPr sz="1400" b="1">
              <a:latin typeface="Courier New"/>
              <a:ea typeface="Courier New"/>
              <a:cs typeface="Courier New"/>
              <a:sym typeface="Courier New"/>
            </a:endParaRPr>
          </a:p>
          <a:p>
            <a:pPr marL="0" lvl="0" indent="0" algn="l" rtl="0">
              <a:spcBef>
                <a:spcPts val="800"/>
              </a:spcBef>
              <a:spcAft>
                <a:spcPts val="0"/>
              </a:spcAft>
              <a:buClr>
                <a:schemeClr val="dk1"/>
              </a:buClr>
              <a:buSzPts val="1100"/>
              <a:buFont typeface="Arial"/>
              <a:buNone/>
            </a:pPr>
            <a:r>
              <a:rPr lang="en" sz="1400" b="1">
                <a:latin typeface="Courier New"/>
                <a:ea typeface="Courier New"/>
                <a:cs typeface="Courier New"/>
                <a:sym typeface="Courier New"/>
              </a:rPr>
              <a:t>header = ["Roll Number", "Name"]</a:t>
            </a:r>
            <a:endParaRPr sz="1400" b="1">
              <a:latin typeface="Courier New"/>
              <a:ea typeface="Courier New"/>
              <a:cs typeface="Courier New"/>
              <a:sym typeface="Courier New"/>
            </a:endParaRPr>
          </a:p>
          <a:p>
            <a:pPr marL="0" lvl="0" indent="0" algn="l" rtl="0">
              <a:spcBef>
                <a:spcPts val="800"/>
              </a:spcBef>
              <a:spcAft>
                <a:spcPts val="0"/>
              </a:spcAft>
              <a:buClr>
                <a:schemeClr val="dk1"/>
              </a:buClr>
              <a:buSzPts val="1100"/>
              <a:buFont typeface="Arial"/>
              <a:buNone/>
            </a:pPr>
            <a:r>
              <a:rPr lang="en" sz="1400" b="1">
                <a:latin typeface="Courier New"/>
                <a:ea typeface="Courier New"/>
                <a:cs typeface="Courier New"/>
                <a:sym typeface="Courier New"/>
              </a:rPr>
              <a:t>data = [["r1","abc"],["r2", "pqr"], ["r3", "xyz"]]</a:t>
            </a:r>
            <a:endParaRPr sz="1400" b="1">
              <a:latin typeface="Courier New"/>
              <a:ea typeface="Courier New"/>
              <a:cs typeface="Courier New"/>
              <a:sym typeface="Courier New"/>
            </a:endParaRPr>
          </a:p>
          <a:p>
            <a:pPr marL="0" lvl="0" indent="0" algn="l" rtl="0">
              <a:spcBef>
                <a:spcPts val="800"/>
              </a:spcBef>
              <a:spcAft>
                <a:spcPts val="0"/>
              </a:spcAft>
              <a:buClr>
                <a:schemeClr val="dk1"/>
              </a:buClr>
              <a:buSzPts val="1100"/>
              <a:buFont typeface="Arial"/>
              <a:buNone/>
            </a:pPr>
            <a:endParaRPr sz="1400" b="1">
              <a:latin typeface="Courier New"/>
              <a:ea typeface="Courier New"/>
              <a:cs typeface="Courier New"/>
              <a:sym typeface="Courier New"/>
            </a:endParaRPr>
          </a:p>
          <a:p>
            <a:pPr marL="0" lvl="0" indent="0" algn="l" rtl="0">
              <a:spcBef>
                <a:spcPts val="800"/>
              </a:spcBef>
              <a:spcAft>
                <a:spcPts val="0"/>
              </a:spcAft>
              <a:buClr>
                <a:schemeClr val="dk1"/>
              </a:buClr>
              <a:buSzPts val="1100"/>
              <a:buFont typeface="Arial"/>
              <a:buNone/>
            </a:pPr>
            <a:r>
              <a:rPr lang="en" sz="1400" b="1">
                <a:latin typeface="Courier New"/>
                <a:ea typeface="Courier New"/>
                <a:cs typeface="Courier New"/>
                <a:sym typeface="Courier New"/>
              </a:rPr>
              <a:t>with open("demo.csv", "w") as f:</a:t>
            </a:r>
            <a:endParaRPr sz="1400" b="1">
              <a:latin typeface="Courier New"/>
              <a:ea typeface="Courier New"/>
              <a:cs typeface="Courier New"/>
              <a:sym typeface="Courier New"/>
            </a:endParaRPr>
          </a:p>
          <a:p>
            <a:pPr marL="0" lvl="0" indent="0" algn="l" rtl="0">
              <a:spcBef>
                <a:spcPts val="800"/>
              </a:spcBef>
              <a:spcAft>
                <a:spcPts val="0"/>
              </a:spcAft>
              <a:buClr>
                <a:schemeClr val="dk1"/>
              </a:buClr>
              <a:buSzPts val="1100"/>
              <a:buFont typeface="Arial"/>
              <a:buNone/>
            </a:pPr>
            <a:r>
              <a:rPr lang="en" sz="1400" b="1">
                <a:latin typeface="Courier New"/>
                <a:ea typeface="Courier New"/>
                <a:cs typeface="Courier New"/>
                <a:sym typeface="Courier New"/>
              </a:rPr>
              <a:t>    csv_writer = csv.writer(f) </a:t>
            </a:r>
            <a:r>
              <a:rPr lang="en" sz="1400" b="1">
                <a:solidFill>
                  <a:srgbClr val="595959"/>
                </a:solidFill>
                <a:latin typeface="Courier New"/>
                <a:ea typeface="Courier New"/>
                <a:cs typeface="Courier New"/>
                <a:sym typeface="Courier New"/>
              </a:rPr>
              <a:t># Create the writer object</a:t>
            </a:r>
            <a:endParaRPr sz="1400" b="1">
              <a:solidFill>
                <a:srgbClr val="595959"/>
              </a:solidFill>
              <a:latin typeface="Courier New"/>
              <a:ea typeface="Courier New"/>
              <a:cs typeface="Courier New"/>
              <a:sym typeface="Courier New"/>
            </a:endParaRPr>
          </a:p>
          <a:p>
            <a:pPr marL="0" lvl="0" indent="0" algn="l" rtl="0">
              <a:spcBef>
                <a:spcPts val="800"/>
              </a:spcBef>
              <a:spcAft>
                <a:spcPts val="0"/>
              </a:spcAft>
              <a:buClr>
                <a:schemeClr val="dk1"/>
              </a:buClr>
              <a:buSzPts val="1100"/>
              <a:buFont typeface="Arial"/>
              <a:buNone/>
            </a:pPr>
            <a:r>
              <a:rPr lang="en" sz="1400" b="1">
                <a:latin typeface="Courier New"/>
                <a:ea typeface="Courier New"/>
                <a:cs typeface="Courier New"/>
                <a:sym typeface="Courier New"/>
              </a:rPr>
              <a:t>    csv_writer.writerow(header)</a:t>
            </a:r>
            <a:r>
              <a:rPr lang="en" sz="1400" b="1">
                <a:solidFill>
                  <a:srgbClr val="FF0000"/>
                </a:solidFill>
                <a:latin typeface="Courier New"/>
                <a:ea typeface="Courier New"/>
                <a:cs typeface="Courier New"/>
                <a:sym typeface="Courier New"/>
              </a:rPr>
              <a:t> </a:t>
            </a:r>
            <a:r>
              <a:rPr lang="en" sz="1400" b="1">
                <a:solidFill>
                  <a:srgbClr val="595959"/>
                </a:solidFill>
                <a:latin typeface="Courier New"/>
                <a:ea typeface="Courier New"/>
                <a:cs typeface="Courier New"/>
                <a:sym typeface="Courier New"/>
              </a:rPr>
              <a:t># Write the header</a:t>
            </a:r>
            <a:endParaRPr sz="1400" b="1">
              <a:solidFill>
                <a:srgbClr val="595959"/>
              </a:solidFill>
              <a:latin typeface="Courier New"/>
              <a:ea typeface="Courier New"/>
              <a:cs typeface="Courier New"/>
              <a:sym typeface="Courier New"/>
            </a:endParaRPr>
          </a:p>
          <a:p>
            <a:pPr marL="0" lvl="0" indent="0" algn="l" rtl="0">
              <a:spcBef>
                <a:spcPts val="800"/>
              </a:spcBef>
              <a:spcAft>
                <a:spcPts val="0"/>
              </a:spcAft>
              <a:buClr>
                <a:schemeClr val="dk1"/>
              </a:buClr>
              <a:buSzPts val="1100"/>
              <a:buFont typeface="Arial"/>
              <a:buNone/>
            </a:pPr>
            <a:r>
              <a:rPr lang="en" sz="1400" b="1">
                <a:latin typeface="Courier New"/>
                <a:ea typeface="Courier New"/>
                <a:cs typeface="Courier New"/>
                <a:sym typeface="Courier New"/>
              </a:rPr>
              <a:t>    csv_writer.writerows(data) </a:t>
            </a:r>
            <a:r>
              <a:rPr lang="en" sz="1400" b="1">
                <a:solidFill>
                  <a:srgbClr val="595959"/>
                </a:solidFill>
                <a:latin typeface="Courier New"/>
                <a:ea typeface="Courier New"/>
                <a:cs typeface="Courier New"/>
                <a:sym typeface="Courier New"/>
              </a:rPr>
              <a:t># Write the data</a:t>
            </a:r>
            <a:endParaRPr sz="1400" b="1">
              <a:solidFill>
                <a:srgbClr val="595959"/>
              </a:solidFill>
              <a:latin typeface="Courier New"/>
              <a:ea typeface="Courier New"/>
              <a:cs typeface="Courier New"/>
              <a:sym typeface="Courier New"/>
            </a:endParaRPr>
          </a:p>
          <a:p>
            <a:pPr marL="0" lvl="0" indent="0" algn="l" rtl="0">
              <a:spcBef>
                <a:spcPts val="800"/>
              </a:spcBef>
              <a:spcAft>
                <a:spcPts val="0"/>
              </a:spcAft>
              <a:buNone/>
            </a:pPr>
            <a:endParaRPr sz="1400" b="1">
              <a:latin typeface="Courier New"/>
              <a:ea typeface="Courier New"/>
              <a:cs typeface="Courier New"/>
              <a:sym typeface="Courier New"/>
            </a:endParaRPr>
          </a:p>
        </p:txBody>
      </p:sp>
      <p:sp>
        <p:nvSpPr>
          <p:cNvPr id="260" name="Google Shape;260;p33"/>
          <p:cNvSpPr txBox="1">
            <a:spLocks noGrp="1"/>
          </p:cNvSpPr>
          <p:nvPr>
            <p:ph type="body" idx="1"/>
          </p:nvPr>
        </p:nvSpPr>
        <p:spPr>
          <a:xfrm>
            <a:off x="7087550" y="1035875"/>
            <a:ext cx="1630800" cy="974100"/>
          </a:xfrm>
          <a:prstGeom prst="rect">
            <a:avLst/>
          </a:prstGeom>
          <a:solidFill>
            <a:srgbClr val="FFF2CC"/>
          </a:solidFill>
          <a:ln w="9525" cap="flat" cmpd="sng">
            <a:solidFill>
              <a:schemeClr val="dk1"/>
            </a:solidFill>
            <a:prstDash val="solid"/>
            <a:round/>
            <a:headEnd type="none" w="sm" len="sm"/>
            <a:tailEnd type="none" w="sm" len="sm"/>
          </a:ln>
        </p:spPr>
        <p:txBody>
          <a:bodyPr spcFirstLastPara="1" wrap="square" lIns="68575" tIns="34275" rIns="68575" bIns="34275" anchor="t" anchorCtr="0">
            <a:normAutofit fontScale="47500" lnSpcReduction="20000"/>
          </a:bodyPr>
          <a:lstStyle/>
          <a:p>
            <a:pPr marL="0" lvl="0" indent="0" algn="l" rtl="0">
              <a:spcBef>
                <a:spcPts val="800"/>
              </a:spcBef>
              <a:spcAft>
                <a:spcPts val="0"/>
              </a:spcAft>
              <a:buNone/>
            </a:pPr>
            <a:r>
              <a:rPr lang="en" sz="1600" b="1">
                <a:latin typeface="Courier New"/>
                <a:ea typeface="Courier New"/>
                <a:cs typeface="Courier New"/>
                <a:sym typeface="Courier New"/>
              </a:rPr>
              <a:t>demo.csv</a:t>
            </a:r>
            <a:endParaRPr sz="1400" b="1">
              <a:latin typeface="Courier New"/>
              <a:ea typeface="Courier New"/>
              <a:cs typeface="Courier New"/>
              <a:sym typeface="Courier New"/>
            </a:endParaRPr>
          </a:p>
          <a:p>
            <a:pPr marL="0" lvl="0" indent="0" algn="l" rtl="0">
              <a:spcBef>
                <a:spcPts val="800"/>
              </a:spcBef>
              <a:spcAft>
                <a:spcPts val="0"/>
              </a:spcAft>
              <a:buNone/>
            </a:pPr>
            <a:r>
              <a:rPr lang="en" sz="1400" b="1">
                <a:latin typeface="Courier New"/>
                <a:ea typeface="Courier New"/>
                <a:cs typeface="Courier New"/>
                <a:sym typeface="Courier New"/>
              </a:rPr>
              <a:t>Roll Number, Name</a:t>
            </a:r>
            <a:endParaRPr sz="1400" b="1">
              <a:latin typeface="Courier New"/>
              <a:ea typeface="Courier New"/>
              <a:cs typeface="Courier New"/>
              <a:sym typeface="Courier New"/>
            </a:endParaRPr>
          </a:p>
          <a:p>
            <a:pPr marL="0" lvl="0" indent="0" algn="l" rtl="0">
              <a:spcBef>
                <a:spcPts val="800"/>
              </a:spcBef>
              <a:spcAft>
                <a:spcPts val="0"/>
              </a:spcAft>
              <a:buNone/>
            </a:pPr>
            <a:r>
              <a:rPr lang="en" sz="1400" b="1">
                <a:latin typeface="Courier New"/>
                <a:ea typeface="Courier New"/>
                <a:cs typeface="Courier New"/>
                <a:sym typeface="Courier New"/>
              </a:rPr>
              <a:t>r1, abc</a:t>
            </a:r>
            <a:endParaRPr sz="1400" b="1">
              <a:latin typeface="Courier New"/>
              <a:ea typeface="Courier New"/>
              <a:cs typeface="Courier New"/>
              <a:sym typeface="Courier New"/>
            </a:endParaRPr>
          </a:p>
          <a:p>
            <a:pPr marL="0" lvl="0" indent="0" algn="l" rtl="0">
              <a:spcBef>
                <a:spcPts val="800"/>
              </a:spcBef>
              <a:spcAft>
                <a:spcPts val="0"/>
              </a:spcAft>
              <a:buNone/>
            </a:pPr>
            <a:r>
              <a:rPr lang="en" sz="1400" b="1">
                <a:latin typeface="Courier New"/>
                <a:ea typeface="Courier New"/>
                <a:cs typeface="Courier New"/>
                <a:sym typeface="Courier New"/>
              </a:rPr>
              <a:t>r2, pqr</a:t>
            </a:r>
            <a:endParaRPr sz="1400" b="1">
              <a:latin typeface="Courier New"/>
              <a:ea typeface="Courier New"/>
              <a:cs typeface="Courier New"/>
              <a:sym typeface="Courier New"/>
            </a:endParaRPr>
          </a:p>
          <a:p>
            <a:pPr marL="0" lvl="0" indent="0" algn="l" rtl="0">
              <a:spcBef>
                <a:spcPts val="800"/>
              </a:spcBef>
              <a:spcAft>
                <a:spcPts val="0"/>
              </a:spcAft>
              <a:buNone/>
            </a:pPr>
            <a:r>
              <a:rPr lang="en" sz="1400" b="1">
                <a:latin typeface="Courier New"/>
                <a:ea typeface="Courier New"/>
                <a:cs typeface="Courier New"/>
                <a:sym typeface="Courier New"/>
              </a:rPr>
              <a:t>r3, xyz</a:t>
            </a:r>
            <a:endParaRPr sz="1400" b="1">
              <a:latin typeface="Courier New"/>
              <a:ea typeface="Courier New"/>
              <a:cs typeface="Courier New"/>
              <a:sym typeface="Courier New"/>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34"/>
          <p:cNvSpPr txBox="1">
            <a:spLocks noGrp="1"/>
          </p:cNvSpPr>
          <p:nvPr>
            <p:ph type="title"/>
          </p:nvPr>
        </p:nvSpPr>
        <p:spPr>
          <a:xfrm>
            <a:off x="633845" y="274320"/>
            <a:ext cx="7084200" cy="619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Writing CSV: Method 2</a:t>
            </a:r>
            <a:endParaRPr/>
          </a:p>
        </p:txBody>
      </p:sp>
      <p:sp>
        <p:nvSpPr>
          <p:cNvPr id="266" name="Google Shape;266;p34"/>
          <p:cNvSpPr txBox="1">
            <a:spLocks noGrp="1"/>
          </p:cNvSpPr>
          <p:nvPr>
            <p:ph type="body" idx="1"/>
          </p:nvPr>
        </p:nvSpPr>
        <p:spPr>
          <a:xfrm>
            <a:off x="633845" y="1035887"/>
            <a:ext cx="7886700" cy="3599100"/>
          </a:xfrm>
          <a:prstGeom prst="rect">
            <a:avLst/>
          </a:prstGeom>
        </p:spPr>
        <p:txBody>
          <a:bodyPr spcFirstLastPara="1" wrap="square" lIns="68575" tIns="34275" rIns="68575" bIns="34275" anchor="t" anchorCtr="0">
            <a:normAutofit/>
          </a:bodyPr>
          <a:lstStyle/>
          <a:p>
            <a:pPr marL="457200" lvl="0" indent="-317500" algn="l" rtl="0">
              <a:spcBef>
                <a:spcPts val="800"/>
              </a:spcBef>
              <a:spcAft>
                <a:spcPts val="0"/>
              </a:spcAft>
              <a:buSzPts val="1400"/>
              <a:buChar char="●"/>
            </a:pPr>
            <a:r>
              <a:rPr lang="en"/>
              <a:t>Use DictWriter; methods available are</a:t>
            </a:r>
            <a:endParaRPr/>
          </a:p>
          <a:p>
            <a:pPr marL="457200" lvl="0" indent="-317500" algn="l" rtl="0">
              <a:spcBef>
                <a:spcPts val="0"/>
              </a:spcBef>
              <a:spcAft>
                <a:spcPts val="0"/>
              </a:spcAft>
              <a:buSzPts val="1400"/>
              <a:buChar char="●"/>
            </a:pPr>
            <a:r>
              <a:rPr lang="en"/>
              <a:t>writeheader(DW)</a:t>
            </a:r>
            <a:endParaRPr/>
          </a:p>
          <a:p>
            <a:pPr marL="457200" lvl="0" indent="-317500" algn="l" rtl="0">
              <a:spcBef>
                <a:spcPts val="0"/>
              </a:spcBef>
              <a:spcAft>
                <a:spcPts val="0"/>
              </a:spcAft>
              <a:buSzPts val="1400"/>
              <a:buChar char="●"/>
            </a:pPr>
            <a:r>
              <a:rPr lang="en"/>
              <a:t>writerow(DW, rowdict)</a:t>
            </a:r>
            <a:endParaRPr/>
          </a:p>
          <a:p>
            <a:pPr marL="457200" lvl="0" indent="-317500" algn="l" rtl="0">
              <a:spcBef>
                <a:spcPts val="0"/>
              </a:spcBef>
              <a:spcAft>
                <a:spcPts val="0"/>
              </a:spcAft>
              <a:buSzPts val="1400"/>
              <a:buChar char="●"/>
            </a:pPr>
            <a:r>
              <a:rPr lang="en"/>
              <a:t>writerows(DW, rowdicts)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35"/>
          <p:cNvSpPr txBox="1">
            <a:spLocks noGrp="1"/>
          </p:cNvSpPr>
          <p:nvPr>
            <p:ph type="title"/>
          </p:nvPr>
        </p:nvSpPr>
        <p:spPr>
          <a:xfrm>
            <a:off x="633845" y="274320"/>
            <a:ext cx="7084200" cy="619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Processing CSV</a:t>
            </a:r>
            <a:endParaRPr/>
          </a:p>
        </p:txBody>
      </p:sp>
      <p:sp>
        <p:nvSpPr>
          <p:cNvPr id="272" name="Google Shape;272;p35"/>
          <p:cNvSpPr txBox="1">
            <a:spLocks noGrp="1"/>
          </p:cNvSpPr>
          <p:nvPr>
            <p:ph type="body" idx="1"/>
          </p:nvPr>
        </p:nvSpPr>
        <p:spPr>
          <a:xfrm>
            <a:off x="633845" y="1035887"/>
            <a:ext cx="7886700" cy="3599100"/>
          </a:xfrm>
          <a:prstGeom prst="rect">
            <a:avLst/>
          </a:prstGeom>
        </p:spPr>
        <p:txBody>
          <a:bodyPr spcFirstLastPara="1" wrap="square" lIns="68575" tIns="34275" rIns="68575" bIns="34275" anchor="t" anchorCtr="0">
            <a:normAutofit/>
          </a:bodyPr>
          <a:lstStyle/>
          <a:p>
            <a:pPr marL="457200" lvl="0" indent="-317500" algn="l" rtl="0">
              <a:spcBef>
                <a:spcPts val="800"/>
              </a:spcBef>
              <a:spcAft>
                <a:spcPts val="0"/>
              </a:spcAft>
              <a:buSzPts val="1400"/>
              <a:buChar char="●"/>
            </a:pPr>
            <a:r>
              <a:rPr lang="en"/>
              <a:t>Sometimes csv uses other encodings (other than unicode) as some text may have special characters</a:t>
            </a:r>
            <a:endParaRPr/>
          </a:p>
          <a:p>
            <a:pPr marL="457200" lvl="0" indent="-317500" algn="l" rtl="0">
              <a:spcBef>
                <a:spcPts val="0"/>
              </a:spcBef>
              <a:spcAft>
                <a:spcPts val="0"/>
              </a:spcAft>
              <a:buSzPts val="1400"/>
              <a:buChar char="●"/>
            </a:pPr>
            <a:r>
              <a:rPr lang="en"/>
              <a:t>Thus, we have to open the file suitably</a:t>
            </a:r>
            <a:endParaRPr/>
          </a:p>
          <a:p>
            <a:pPr marL="0" lvl="0" indent="0" algn="l" rtl="0">
              <a:spcBef>
                <a:spcPts val="800"/>
              </a:spcBef>
              <a:spcAft>
                <a:spcPts val="0"/>
              </a:spcAft>
              <a:buNone/>
            </a:pPr>
            <a:endParaRPr b="1">
              <a:latin typeface="Courier New"/>
              <a:ea typeface="Courier New"/>
              <a:cs typeface="Courier New"/>
              <a:sym typeface="Courier New"/>
            </a:endParaRPr>
          </a:p>
          <a:p>
            <a:pPr marL="0" lvl="0" indent="0" algn="l" rtl="0">
              <a:spcBef>
                <a:spcPts val="800"/>
              </a:spcBef>
              <a:spcAft>
                <a:spcPts val="0"/>
              </a:spcAft>
              <a:buNone/>
            </a:pPr>
            <a:r>
              <a:rPr lang="en" b="1">
                <a:latin typeface="Courier New"/>
                <a:ea typeface="Courier New"/>
                <a:cs typeface="Courier New"/>
                <a:sym typeface="Courier New"/>
              </a:rPr>
              <a:t>open('ExamMarks.csv', encoding='utf-8-sig')</a:t>
            </a:r>
            <a:endParaRPr b="1">
              <a:latin typeface="Courier New"/>
              <a:ea typeface="Courier New"/>
              <a:cs typeface="Courier New"/>
              <a:sym typeface="Courier New"/>
            </a:endParaRPr>
          </a:p>
          <a:p>
            <a:pPr marL="0" lvl="0" indent="0" algn="l" rtl="0">
              <a:spcBef>
                <a:spcPts val="800"/>
              </a:spcBef>
              <a:spcAft>
                <a:spcPts val="0"/>
              </a:spcAft>
              <a:buNone/>
            </a:pPr>
            <a:r>
              <a:rPr lang="en"/>
              <a:t>Encodings:</a:t>
            </a:r>
            <a:endParaRPr/>
          </a:p>
          <a:p>
            <a:pPr marL="457200" lvl="0" indent="-317500" algn="l" rtl="0">
              <a:spcBef>
                <a:spcPts val="800"/>
              </a:spcBef>
              <a:spcAft>
                <a:spcPts val="0"/>
              </a:spcAft>
              <a:buSzPts val="1400"/>
              <a:buFont typeface="Calibri"/>
              <a:buChar char="●"/>
            </a:pPr>
            <a:r>
              <a:rPr lang="en"/>
              <a:t>'ascii' = English</a:t>
            </a:r>
            <a:endParaRPr/>
          </a:p>
          <a:p>
            <a:pPr marL="457200" lvl="0" indent="-317500" algn="l" rtl="0">
              <a:spcBef>
                <a:spcPts val="0"/>
              </a:spcBef>
              <a:spcAft>
                <a:spcPts val="0"/>
              </a:spcAft>
              <a:buSzPts val="1400"/>
              <a:buFont typeface="Courier New"/>
              <a:buChar char="●"/>
            </a:pPr>
            <a:r>
              <a:rPr lang="en"/>
              <a:t>'cp273' = German</a:t>
            </a:r>
            <a:endParaRPr/>
          </a:p>
          <a:p>
            <a:pPr marL="457200" lvl="0" indent="-317500" algn="l" rtl="0">
              <a:spcBef>
                <a:spcPts val="0"/>
              </a:spcBef>
              <a:spcAft>
                <a:spcPts val="0"/>
              </a:spcAft>
              <a:buSzPts val="1400"/>
              <a:buChar char="●"/>
            </a:pPr>
            <a:r>
              <a:rPr lang="en"/>
              <a:t>'cp860' = Portuguese</a:t>
            </a:r>
            <a:endParaRPr/>
          </a:p>
          <a:p>
            <a:pPr marL="457200" lvl="0" indent="-317500" algn="l" rtl="0">
              <a:spcBef>
                <a:spcPts val="0"/>
              </a:spcBef>
              <a:spcAft>
                <a:spcPts val="0"/>
              </a:spcAft>
              <a:buSzPts val="1400"/>
              <a:buChar char="●"/>
            </a:pPr>
            <a:r>
              <a:rPr lang="en"/>
              <a:t>'utf-8-sig' = All languages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38"/>
          <p:cNvSpPr txBox="1">
            <a:spLocks noGrp="1"/>
          </p:cNvSpPr>
          <p:nvPr>
            <p:ph type="title"/>
          </p:nvPr>
        </p:nvSpPr>
        <p:spPr>
          <a:xfrm>
            <a:off x="633845" y="274320"/>
            <a:ext cx="7084200" cy="619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Processing JSON Files</a:t>
            </a:r>
            <a:endParaRPr/>
          </a:p>
        </p:txBody>
      </p:sp>
      <p:sp>
        <p:nvSpPr>
          <p:cNvPr id="290" name="Google Shape;290;p38"/>
          <p:cNvSpPr txBox="1">
            <a:spLocks noGrp="1"/>
          </p:cNvSpPr>
          <p:nvPr>
            <p:ph type="body" idx="1"/>
          </p:nvPr>
        </p:nvSpPr>
        <p:spPr>
          <a:xfrm>
            <a:off x="633845" y="1035887"/>
            <a:ext cx="7886700" cy="2604300"/>
          </a:xfrm>
          <a:prstGeom prst="rect">
            <a:avLst/>
          </a:prstGeom>
        </p:spPr>
        <p:txBody>
          <a:bodyPr spcFirstLastPara="1" wrap="square" lIns="68575" tIns="34275" rIns="68575" bIns="34275" anchor="t" anchorCtr="0">
            <a:spAutoFit/>
          </a:bodyPr>
          <a:lstStyle/>
          <a:p>
            <a:pPr marL="457200" lvl="0" indent="-317500" algn="just" rtl="0">
              <a:spcBef>
                <a:spcPts val="800"/>
              </a:spcBef>
              <a:spcAft>
                <a:spcPts val="0"/>
              </a:spcAft>
              <a:buSzPts val="1400"/>
              <a:buChar char="●"/>
            </a:pPr>
            <a:r>
              <a:rPr lang="en"/>
              <a:t>JSON (JavaScript object notation) is a text representation of data</a:t>
            </a:r>
            <a:endParaRPr/>
          </a:p>
          <a:p>
            <a:pPr marL="457200" lvl="0" indent="-317500" algn="just" rtl="0">
              <a:spcBef>
                <a:spcPts val="0"/>
              </a:spcBef>
              <a:spcAft>
                <a:spcPts val="0"/>
              </a:spcAft>
              <a:buSzPts val="1400"/>
              <a:buChar char="●"/>
            </a:pPr>
            <a:r>
              <a:rPr lang="en"/>
              <a:t>It can be used to represent all standard types of data - scalar as well as structured like lists, dictionaries, etc, like XML </a:t>
            </a:r>
            <a:endParaRPr/>
          </a:p>
          <a:p>
            <a:pPr marL="457200" lvl="0" indent="-317500" algn="just" rtl="0">
              <a:spcBef>
                <a:spcPts val="0"/>
              </a:spcBef>
              <a:spcAft>
                <a:spcPts val="0"/>
              </a:spcAft>
              <a:buSzPts val="1400"/>
              <a:buChar char="●"/>
            </a:pPr>
            <a:r>
              <a:rPr lang="en"/>
              <a:t>It is commonly used to share structured data between programs</a:t>
            </a:r>
            <a:endParaRPr/>
          </a:p>
          <a:p>
            <a:pPr marL="914400" lvl="1" indent="-317500" algn="just" rtl="0">
              <a:spcBef>
                <a:spcPts val="0"/>
              </a:spcBef>
              <a:spcAft>
                <a:spcPts val="0"/>
              </a:spcAft>
              <a:buSzPts val="1400"/>
              <a:buChar char="●"/>
            </a:pPr>
            <a:r>
              <a:rPr lang="en"/>
              <a:t>How do you share the dictionary you create in your program with your friend (e.g. so she can write some functions on that data)</a:t>
            </a:r>
            <a:endParaRPr/>
          </a:p>
          <a:p>
            <a:pPr marL="457200" lvl="0" indent="-317500" algn="just" rtl="0">
              <a:spcBef>
                <a:spcPts val="0"/>
              </a:spcBef>
              <a:spcAft>
                <a:spcPts val="0"/>
              </a:spcAft>
              <a:buSzPts val="1400"/>
              <a:buChar char="●"/>
            </a:pPr>
            <a:r>
              <a:rPr lang="en"/>
              <a:t>Now most websites are sharing data using JSON </a:t>
            </a:r>
            <a:endParaRPr/>
          </a:p>
          <a:p>
            <a:pPr marL="457200" lvl="0" indent="-317500" algn="just" rtl="0">
              <a:spcBef>
                <a:spcPts val="0"/>
              </a:spcBef>
              <a:spcAft>
                <a:spcPts val="0"/>
              </a:spcAft>
              <a:buSzPts val="1400"/>
              <a:buChar char="●"/>
            </a:pPr>
            <a:r>
              <a:rPr lang="en"/>
              <a:t>So processing JSON is a very useful capability - you will definitely need it when accessing data through APIs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39"/>
          <p:cNvSpPr txBox="1">
            <a:spLocks noGrp="1"/>
          </p:cNvSpPr>
          <p:nvPr>
            <p:ph type="title"/>
          </p:nvPr>
        </p:nvSpPr>
        <p:spPr>
          <a:xfrm>
            <a:off x="633845" y="274320"/>
            <a:ext cx="7084200" cy="619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JSON Format</a:t>
            </a:r>
            <a:endParaRPr/>
          </a:p>
        </p:txBody>
      </p:sp>
      <p:sp>
        <p:nvSpPr>
          <p:cNvPr id="296" name="Google Shape;296;p39"/>
          <p:cNvSpPr txBox="1">
            <a:spLocks noGrp="1"/>
          </p:cNvSpPr>
          <p:nvPr>
            <p:ph type="body" idx="1"/>
          </p:nvPr>
        </p:nvSpPr>
        <p:spPr>
          <a:xfrm>
            <a:off x="628650" y="1092475"/>
            <a:ext cx="7886700" cy="3227700"/>
          </a:xfrm>
          <a:prstGeom prst="rect">
            <a:avLst/>
          </a:prstGeom>
        </p:spPr>
        <p:txBody>
          <a:bodyPr spcFirstLastPara="1" wrap="square" lIns="68575" tIns="34275" rIns="68575" bIns="34275" anchor="t" anchorCtr="0">
            <a:spAutoFit/>
          </a:bodyPr>
          <a:lstStyle/>
          <a:p>
            <a:pPr marL="457200" lvl="0" indent="-317500" algn="just" rtl="0">
              <a:spcBef>
                <a:spcPts val="800"/>
              </a:spcBef>
              <a:spcAft>
                <a:spcPts val="0"/>
              </a:spcAft>
              <a:buSzPts val="1400"/>
              <a:buChar char="●"/>
            </a:pPr>
            <a:r>
              <a:rPr lang="en"/>
              <a:t>For understanding purposes, consider it as a nested dictionary</a:t>
            </a:r>
            <a:br>
              <a:rPr lang="en"/>
            </a:br>
            <a:endParaRPr/>
          </a:p>
          <a:p>
            <a:pPr marL="457200" lvl="0" indent="-317500" algn="just" rtl="0">
              <a:spcBef>
                <a:spcPts val="0"/>
              </a:spcBef>
              <a:spcAft>
                <a:spcPts val="0"/>
              </a:spcAft>
              <a:buSzPts val="1400"/>
              <a:buChar char="●"/>
            </a:pPr>
            <a:r>
              <a:rPr lang="en"/>
              <a:t>The values in the dictionary can be:</a:t>
            </a:r>
            <a:endParaRPr/>
          </a:p>
          <a:p>
            <a:pPr marL="914400" lvl="1" indent="-317500" algn="just" rtl="0">
              <a:spcBef>
                <a:spcPts val="0"/>
              </a:spcBef>
              <a:spcAft>
                <a:spcPts val="0"/>
              </a:spcAft>
              <a:buSzPts val="1400"/>
              <a:buChar char="●"/>
            </a:pPr>
            <a:r>
              <a:rPr lang="en"/>
              <a:t>Strings</a:t>
            </a:r>
            <a:endParaRPr/>
          </a:p>
          <a:p>
            <a:pPr marL="914400" lvl="1" indent="-317500" algn="just" rtl="0">
              <a:spcBef>
                <a:spcPts val="0"/>
              </a:spcBef>
              <a:spcAft>
                <a:spcPts val="0"/>
              </a:spcAft>
              <a:buSzPts val="1400"/>
              <a:buChar char="●"/>
            </a:pPr>
            <a:r>
              <a:rPr lang="en"/>
              <a:t>Numbers (Integer, Float, etc.)</a:t>
            </a:r>
            <a:endParaRPr/>
          </a:p>
          <a:p>
            <a:pPr marL="914400" lvl="1" indent="-317500" algn="just" rtl="0">
              <a:spcBef>
                <a:spcPts val="0"/>
              </a:spcBef>
              <a:spcAft>
                <a:spcPts val="0"/>
              </a:spcAft>
              <a:buSzPts val="1400"/>
              <a:buChar char="●"/>
            </a:pPr>
            <a:r>
              <a:rPr lang="en"/>
              <a:t>Boolean</a:t>
            </a:r>
            <a:endParaRPr/>
          </a:p>
          <a:p>
            <a:pPr marL="914400" lvl="1" indent="-317500" algn="just" rtl="0">
              <a:spcBef>
                <a:spcPts val="0"/>
              </a:spcBef>
              <a:spcAft>
                <a:spcPts val="0"/>
              </a:spcAft>
              <a:buSzPts val="1400"/>
              <a:buChar char="●"/>
            </a:pPr>
            <a:r>
              <a:rPr lang="en"/>
              <a:t>Lists</a:t>
            </a:r>
            <a:endParaRPr/>
          </a:p>
          <a:p>
            <a:pPr marL="914400" lvl="1" indent="-317500" algn="just" rtl="0">
              <a:spcBef>
                <a:spcPts val="0"/>
              </a:spcBef>
              <a:spcAft>
                <a:spcPts val="0"/>
              </a:spcAft>
              <a:buSzPts val="1400"/>
              <a:buChar char="●"/>
            </a:pPr>
            <a:r>
              <a:rPr lang="en"/>
              <a:t>Object (You will learn about this later)</a:t>
            </a:r>
            <a:endParaRPr/>
          </a:p>
          <a:p>
            <a:pPr marL="914400" lvl="1" indent="-317500" algn="just" rtl="0">
              <a:spcBef>
                <a:spcPts val="0"/>
              </a:spcBef>
              <a:spcAft>
                <a:spcPts val="0"/>
              </a:spcAft>
              <a:buSzPts val="1400"/>
              <a:buChar char="●"/>
            </a:pPr>
            <a:r>
              <a:rPr lang="en"/>
              <a:t>null</a:t>
            </a:r>
            <a:endParaRPr/>
          </a:p>
          <a:p>
            <a:pPr marL="914400" lvl="1" indent="-317500" algn="just" rtl="0">
              <a:spcBef>
                <a:spcPts val="0"/>
              </a:spcBef>
              <a:spcAft>
                <a:spcPts val="0"/>
              </a:spcAft>
              <a:buSzPts val="1400"/>
              <a:buChar char="●"/>
            </a:pPr>
            <a:r>
              <a:rPr lang="en"/>
              <a:t>Other dictionaries</a:t>
            </a:r>
            <a:br>
              <a:rPr lang="en"/>
            </a:br>
            <a:endParaRPr/>
          </a:p>
          <a:p>
            <a:pPr marL="457200" lvl="0" indent="-317500" algn="just" rtl="0">
              <a:spcBef>
                <a:spcPts val="0"/>
              </a:spcBef>
              <a:spcAft>
                <a:spcPts val="0"/>
              </a:spcAft>
              <a:buSzPts val="1400"/>
              <a:buChar char="●"/>
            </a:pPr>
            <a:r>
              <a:rPr lang="en"/>
              <a:t>They typically exist as strings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40"/>
          <p:cNvSpPr txBox="1">
            <a:spLocks noGrp="1"/>
          </p:cNvSpPr>
          <p:nvPr>
            <p:ph type="title"/>
          </p:nvPr>
        </p:nvSpPr>
        <p:spPr>
          <a:xfrm>
            <a:off x="633845" y="274320"/>
            <a:ext cx="7084200" cy="619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JSON Example</a:t>
            </a:r>
            <a:endParaRPr/>
          </a:p>
        </p:txBody>
      </p:sp>
      <p:sp>
        <p:nvSpPr>
          <p:cNvPr id="302" name="Google Shape;302;p40"/>
          <p:cNvSpPr txBox="1">
            <a:spLocks noGrp="1"/>
          </p:cNvSpPr>
          <p:nvPr>
            <p:ph type="body" idx="1"/>
          </p:nvPr>
        </p:nvSpPr>
        <p:spPr>
          <a:xfrm>
            <a:off x="633850" y="1035875"/>
            <a:ext cx="7886700" cy="3763500"/>
          </a:xfrm>
          <a:prstGeom prst="rect">
            <a:avLst/>
          </a:prstGeom>
        </p:spPr>
        <p:txBody>
          <a:bodyPr spcFirstLastPara="1" wrap="square" lIns="68575" tIns="34275" rIns="68575" bIns="34275" anchor="t" anchorCtr="0">
            <a:spAutoFit/>
          </a:bodyPr>
          <a:lstStyle/>
          <a:p>
            <a:pPr marL="0" lvl="0" indent="0" algn="l" rtl="0">
              <a:lnSpc>
                <a:spcPct val="100000"/>
              </a:lnSpc>
              <a:spcBef>
                <a:spcPts val="0"/>
              </a:spcBef>
              <a:spcAft>
                <a:spcPts val="0"/>
              </a:spcAft>
              <a:buNone/>
            </a:pPr>
            <a:r>
              <a:rPr lang="en" sz="1000" b="1">
                <a:highlight>
                  <a:schemeClr val="lt1"/>
                </a:highlight>
                <a:latin typeface="Courier New"/>
                <a:ea typeface="Courier New"/>
                <a:cs typeface="Courier New"/>
                <a:sym typeface="Courier New"/>
              </a:rPr>
              <a:t>{</a:t>
            </a:r>
            <a:endParaRPr sz="1000" b="1">
              <a:highlight>
                <a:schemeClr val="lt1"/>
              </a:highlight>
              <a:latin typeface="Courier New"/>
              <a:ea typeface="Courier New"/>
              <a:cs typeface="Courier New"/>
              <a:sym typeface="Courier New"/>
            </a:endParaRPr>
          </a:p>
          <a:p>
            <a:pPr marL="0" lvl="0" indent="0" algn="l" rtl="0">
              <a:lnSpc>
                <a:spcPct val="100000"/>
              </a:lnSpc>
              <a:spcBef>
                <a:spcPts val="0"/>
              </a:spcBef>
              <a:spcAft>
                <a:spcPts val="0"/>
              </a:spcAft>
              <a:buNone/>
            </a:pPr>
            <a:r>
              <a:rPr lang="en" sz="1000" b="1">
                <a:highlight>
                  <a:schemeClr val="lt1"/>
                </a:highlight>
                <a:latin typeface="Courier New"/>
                <a:ea typeface="Courier New"/>
                <a:cs typeface="Courier New"/>
                <a:sym typeface="Courier New"/>
              </a:rPr>
              <a:t>  </a:t>
            </a:r>
            <a:r>
              <a:rPr lang="en" sz="1000" b="1">
                <a:solidFill>
                  <a:srgbClr val="008000"/>
                </a:solidFill>
                <a:highlight>
                  <a:schemeClr val="lt1"/>
                </a:highlight>
                <a:latin typeface="Courier New"/>
                <a:ea typeface="Courier New"/>
                <a:cs typeface="Courier New"/>
                <a:sym typeface="Courier New"/>
              </a:rPr>
              <a:t>"first_name"</a:t>
            </a:r>
            <a:r>
              <a:rPr lang="en" sz="1000" b="1">
                <a:highlight>
                  <a:schemeClr val="lt1"/>
                </a:highlight>
                <a:latin typeface="Courier New"/>
                <a:ea typeface="Courier New"/>
                <a:cs typeface="Courier New"/>
                <a:sym typeface="Courier New"/>
              </a:rPr>
              <a:t>: </a:t>
            </a:r>
            <a:r>
              <a:rPr lang="en" sz="1000" b="1">
                <a:solidFill>
                  <a:srgbClr val="BA2121"/>
                </a:solidFill>
                <a:highlight>
                  <a:schemeClr val="lt1"/>
                </a:highlight>
                <a:latin typeface="Courier New"/>
                <a:ea typeface="Courier New"/>
                <a:cs typeface="Courier New"/>
                <a:sym typeface="Courier New"/>
              </a:rPr>
              <a:t>"Sherlock"</a:t>
            </a:r>
            <a:r>
              <a:rPr lang="en" sz="1000" b="1">
                <a:highlight>
                  <a:schemeClr val="lt1"/>
                </a:highlight>
                <a:latin typeface="Courier New"/>
                <a:ea typeface="Courier New"/>
                <a:cs typeface="Courier New"/>
                <a:sym typeface="Courier New"/>
              </a:rPr>
              <a:t>,</a:t>
            </a:r>
            <a:endParaRPr sz="1000" b="1">
              <a:highlight>
                <a:schemeClr val="lt1"/>
              </a:highlight>
              <a:latin typeface="Courier New"/>
              <a:ea typeface="Courier New"/>
              <a:cs typeface="Courier New"/>
              <a:sym typeface="Courier New"/>
            </a:endParaRPr>
          </a:p>
          <a:p>
            <a:pPr marL="0" lvl="0" indent="0" algn="l" rtl="0">
              <a:lnSpc>
                <a:spcPct val="100000"/>
              </a:lnSpc>
              <a:spcBef>
                <a:spcPts val="0"/>
              </a:spcBef>
              <a:spcAft>
                <a:spcPts val="0"/>
              </a:spcAft>
              <a:buNone/>
            </a:pPr>
            <a:r>
              <a:rPr lang="en" sz="1000" b="1">
                <a:highlight>
                  <a:schemeClr val="lt1"/>
                </a:highlight>
                <a:latin typeface="Courier New"/>
                <a:ea typeface="Courier New"/>
                <a:cs typeface="Courier New"/>
                <a:sym typeface="Courier New"/>
              </a:rPr>
              <a:t>  </a:t>
            </a:r>
            <a:r>
              <a:rPr lang="en" sz="1000" b="1">
                <a:solidFill>
                  <a:srgbClr val="008000"/>
                </a:solidFill>
                <a:highlight>
                  <a:schemeClr val="lt1"/>
                </a:highlight>
                <a:latin typeface="Courier New"/>
                <a:ea typeface="Courier New"/>
                <a:cs typeface="Courier New"/>
                <a:sym typeface="Courier New"/>
              </a:rPr>
              <a:t>"last_name"</a:t>
            </a:r>
            <a:r>
              <a:rPr lang="en" sz="1000" b="1">
                <a:highlight>
                  <a:schemeClr val="lt1"/>
                </a:highlight>
                <a:latin typeface="Courier New"/>
                <a:ea typeface="Courier New"/>
                <a:cs typeface="Courier New"/>
                <a:sym typeface="Courier New"/>
              </a:rPr>
              <a:t>: </a:t>
            </a:r>
            <a:r>
              <a:rPr lang="en" sz="1000" b="1">
                <a:solidFill>
                  <a:srgbClr val="BA2121"/>
                </a:solidFill>
                <a:highlight>
                  <a:schemeClr val="lt1"/>
                </a:highlight>
                <a:latin typeface="Courier New"/>
                <a:ea typeface="Courier New"/>
                <a:cs typeface="Courier New"/>
                <a:sym typeface="Courier New"/>
              </a:rPr>
              <a:t>"Holmes"</a:t>
            </a:r>
            <a:r>
              <a:rPr lang="en" sz="1000" b="1">
                <a:highlight>
                  <a:schemeClr val="lt1"/>
                </a:highlight>
                <a:latin typeface="Courier New"/>
                <a:ea typeface="Courier New"/>
                <a:cs typeface="Courier New"/>
                <a:sym typeface="Courier New"/>
              </a:rPr>
              <a:t>,</a:t>
            </a:r>
            <a:endParaRPr sz="1000" b="1">
              <a:highlight>
                <a:schemeClr val="lt1"/>
              </a:highlight>
              <a:latin typeface="Courier New"/>
              <a:ea typeface="Courier New"/>
              <a:cs typeface="Courier New"/>
              <a:sym typeface="Courier New"/>
            </a:endParaRPr>
          </a:p>
          <a:p>
            <a:pPr marL="0" lvl="0" indent="0" algn="l" rtl="0">
              <a:lnSpc>
                <a:spcPct val="100000"/>
              </a:lnSpc>
              <a:spcBef>
                <a:spcPts val="0"/>
              </a:spcBef>
              <a:spcAft>
                <a:spcPts val="0"/>
              </a:spcAft>
              <a:buNone/>
            </a:pPr>
            <a:r>
              <a:rPr lang="en" sz="1000" b="1">
                <a:highlight>
                  <a:schemeClr val="lt1"/>
                </a:highlight>
                <a:latin typeface="Courier New"/>
                <a:ea typeface="Courier New"/>
                <a:cs typeface="Courier New"/>
                <a:sym typeface="Courier New"/>
              </a:rPr>
              <a:t>  </a:t>
            </a:r>
            <a:r>
              <a:rPr lang="en" sz="1000" b="1">
                <a:solidFill>
                  <a:srgbClr val="008000"/>
                </a:solidFill>
                <a:highlight>
                  <a:schemeClr val="lt1"/>
                </a:highlight>
                <a:latin typeface="Courier New"/>
                <a:ea typeface="Courier New"/>
                <a:cs typeface="Courier New"/>
                <a:sym typeface="Courier New"/>
              </a:rPr>
              <a:t>"gender"</a:t>
            </a:r>
            <a:r>
              <a:rPr lang="en" sz="1000" b="1">
                <a:highlight>
                  <a:schemeClr val="lt1"/>
                </a:highlight>
                <a:latin typeface="Courier New"/>
                <a:ea typeface="Courier New"/>
                <a:cs typeface="Courier New"/>
                <a:sym typeface="Courier New"/>
              </a:rPr>
              <a:t>:</a:t>
            </a:r>
            <a:r>
              <a:rPr lang="en" sz="1000" b="1">
                <a:solidFill>
                  <a:srgbClr val="BA2121"/>
                </a:solidFill>
                <a:highlight>
                  <a:schemeClr val="lt1"/>
                </a:highlight>
                <a:latin typeface="Courier New"/>
                <a:ea typeface="Courier New"/>
                <a:cs typeface="Courier New"/>
                <a:sym typeface="Courier New"/>
              </a:rPr>
              <a:t>"Male"</a:t>
            </a:r>
            <a:r>
              <a:rPr lang="en" sz="1000" b="1">
                <a:highlight>
                  <a:schemeClr val="lt1"/>
                </a:highlight>
                <a:latin typeface="Courier New"/>
                <a:ea typeface="Courier New"/>
                <a:cs typeface="Courier New"/>
                <a:sym typeface="Courier New"/>
              </a:rPr>
              <a:t>,</a:t>
            </a:r>
            <a:endParaRPr sz="1000" b="1">
              <a:highlight>
                <a:schemeClr val="lt1"/>
              </a:highlight>
              <a:latin typeface="Courier New"/>
              <a:ea typeface="Courier New"/>
              <a:cs typeface="Courier New"/>
              <a:sym typeface="Courier New"/>
            </a:endParaRPr>
          </a:p>
          <a:p>
            <a:pPr marL="0" lvl="0" indent="0" algn="l" rtl="0">
              <a:lnSpc>
                <a:spcPct val="100000"/>
              </a:lnSpc>
              <a:spcBef>
                <a:spcPts val="0"/>
              </a:spcBef>
              <a:spcAft>
                <a:spcPts val="0"/>
              </a:spcAft>
              <a:buNone/>
            </a:pPr>
            <a:r>
              <a:rPr lang="en" sz="1000" b="1">
                <a:highlight>
                  <a:schemeClr val="lt1"/>
                </a:highlight>
                <a:latin typeface="Courier New"/>
                <a:ea typeface="Courier New"/>
                <a:cs typeface="Courier New"/>
                <a:sym typeface="Courier New"/>
              </a:rPr>
              <a:t>  </a:t>
            </a:r>
            <a:r>
              <a:rPr lang="en" sz="1000" b="1">
                <a:solidFill>
                  <a:srgbClr val="008000"/>
                </a:solidFill>
                <a:highlight>
                  <a:schemeClr val="lt1"/>
                </a:highlight>
                <a:latin typeface="Courier New"/>
                <a:ea typeface="Courier New"/>
                <a:cs typeface="Courier New"/>
                <a:sym typeface="Courier New"/>
              </a:rPr>
              <a:t>"age"</a:t>
            </a:r>
            <a:r>
              <a:rPr lang="en" sz="1000" b="1">
                <a:highlight>
                  <a:schemeClr val="lt1"/>
                </a:highlight>
                <a:latin typeface="Courier New"/>
                <a:ea typeface="Courier New"/>
                <a:cs typeface="Courier New"/>
                <a:sym typeface="Courier New"/>
              </a:rPr>
              <a:t>: </a:t>
            </a:r>
            <a:r>
              <a:rPr lang="en" sz="1000" b="1">
                <a:solidFill>
                  <a:srgbClr val="BA2121"/>
                </a:solidFill>
                <a:highlight>
                  <a:schemeClr val="lt1"/>
                </a:highlight>
                <a:latin typeface="Courier New"/>
                <a:ea typeface="Courier New"/>
                <a:cs typeface="Courier New"/>
                <a:sym typeface="Courier New"/>
              </a:rPr>
              <a:t>36</a:t>
            </a:r>
            <a:r>
              <a:rPr lang="en" sz="1000" b="1">
                <a:highlight>
                  <a:schemeClr val="lt1"/>
                </a:highlight>
                <a:latin typeface="Courier New"/>
                <a:ea typeface="Courier New"/>
                <a:cs typeface="Courier New"/>
                <a:sym typeface="Courier New"/>
              </a:rPr>
              <a:t>,</a:t>
            </a:r>
            <a:br>
              <a:rPr lang="en" sz="1000" b="1">
                <a:highlight>
                  <a:schemeClr val="lt1"/>
                </a:highlight>
                <a:latin typeface="Courier New"/>
                <a:ea typeface="Courier New"/>
                <a:cs typeface="Courier New"/>
                <a:sym typeface="Courier New"/>
              </a:rPr>
            </a:br>
            <a:r>
              <a:rPr lang="en" sz="1000" b="1">
                <a:highlight>
                  <a:schemeClr val="lt1"/>
                </a:highlight>
                <a:latin typeface="Courier New"/>
                <a:ea typeface="Courier New"/>
                <a:cs typeface="Courier New"/>
                <a:sym typeface="Courier New"/>
              </a:rPr>
              <a:t>  </a:t>
            </a:r>
            <a:r>
              <a:rPr lang="en" sz="1000" b="1">
                <a:solidFill>
                  <a:srgbClr val="008000"/>
                </a:solidFill>
                <a:highlight>
                  <a:schemeClr val="lt1"/>
                </a:highlight>
                <a:latin typeface="Courier New"/>
                <a:ea typeface="Courier New"/>
                <a:cs typeface="Courier New"/>
                <a:sym typeface="Courier New"/>
              </a:rPr>
              <a:t>"occupation"</a:t>
            </a:r>
            <a:r>
              <a:rPr lang="en" sz="1000" b="1">
                <a:highlight>
                  <a:schemeClr val="lt1"/>
                </a:highlight>
                <a:latin typeface="Courier New"/>
                <a:ea typeface="Courier New"/>
                <a:cs typeface="Courier New"/>
                <a:sym typeface="Courier New"/>
              </a:rPr>
              <a:t>: </a:t>
            </a:r>
            <a:r>
              <a:rPr lang="en" sz="1000" b="1">
                <a:solidFill>
                  <a:srgbClr val="BA2121"/>
                </a:solidFill>
                <a:highlight>
                  <a:schemeClr val="lt1"/>
                </a:highlight>
                <a:latin typeface="Courier New"/>
                <a:ea typeface="Courier New"/>
                <a:cs typeface="Courier New"/>
                <a:sym typeface="Courier New"/>
              </a:rPr>
              <a:t>"Detective"</a:t>
            </a:r>
            <a:r>
              <a:rPr lang="en" sz="1000" b="1">
                <a:highlight>
                  <a:schemeClr val="lt1"/>
                </a:highlight>
                <a:latin typeface="Courier New"/>
                <a:ea typeface="Courier New"/>
                <a:cs typeface="Courier New"/>
                <a:sym typeface="Courier New"/>
              </a:rPr>
              <a:t>,</a:t>
            </a:r>
            <a:endParaRPr sz="1000" b="1">
              <a:highlight>
                <a:schemeClr val="lt1"/>
              </a:highlight>
              <a:latin typeface="Courier New"/>
              <a:ea typeface="Courier New"/>
              <a:cs typeface="Courier New"/>
              <a:sym typeface="Courier New"/>
            </a:endParaRPr>
          </a:p>
          <a:p>
            <a:pPr marL="0" lvl="0" indent="0" algn="l" rtl="0">
              <a:lnSpc>
                <a:spcPct val="100000"/>
              </a:lnSpc>
              <a:spcBef>
                <a:spcPts val="0"/>
              </a:spcBef>
              <a:spcAft>
                <a:spcPts val="0"/>
              </a:spcAft>
              <a:buNone/>
            </a:pPr>
            <a:r>
              <a:rPr lang="en" sz="1000" b="1">
                <a:solidFill>
                  <a:srgbClr val="008000"/>
                </a:solidFill>
                <a:highlight>
                  <a:schemeClr val="lt1"/>
                </a:highlight>
                <a:latin typeface="Courier New"/>
                <a:ea typeface="Courier New"/>
                <a:cs typeface="Courier New"/>
                <a:sym typeface="Courier New"/>
              </a:rPr>
              <a:t>  "is_active"</a:t>
            </a:r>
            <a:r>
              <a:rPr lang="en" sz="1000" b="1">
                <a:highlight>
                  <a:schemeClr val="lt1"/>
                </a:highlight>
                <a:latin typeface="Courier New"/>
                <a:ea typeface="Courier New"/>
                <a:cs typeface="Courier New"/>
                <a:sym typeface="Courier New"/>
              </a:rPr>
              <a:t>: </a:t>
            </a:r>
            <a:r>
              <a:rPr lang="en" sz="1000" b="1">
                <a:solidFill>
                  <a:srgbClr val="BA2121"/>
                </a:solidFill>
                <a:highlight>
                  <a:schemeClr val="lt1"/>
                </a:highlight>
                <a:latin typeface="Courier New"/>
                <a:ea typeface="Courier New"/>
                <a:cs typeface="Courier New"/>
                <a:sym typeface="Courier New"/>
              </a:rPr>
              <a:t>true</a:t>
            </a:r>
            <a:r>
              <a:rPr lang="en" sz="1000" b="1">
                <a:highlight>
                  <a:schemeClr val="lt1"/>
                </a:highlight>
                <a:latin typeface="Courier New"/>
                <a:ea typeface="Courier New"/>
                <a:cs typeface="Courier New"/>
                <a:sym typeface="Courier New"/>
              </a:rPr>
              <a:t>,</a:t>
            </a:r>
            <a:endParaRPr sz="1000" b="1">
              <a:highlight>
                <a:schemeClr val="lt1"/>
              </a:highlight>
              <a:latin typeface="Courier New"/>
              <a:ea typeface="Courier New"/>
              <a:cs typeface="Courier New"/>
              <a:sym typeface="Courier New"/>
            </a:endParaRPr>
          </a:p>
          <a:p>
            <a:pPr marL="0" lvl="0" indent="0" algn="l" rtl="0">
              <a:lnSpc>
                <a:spcPct val="100000"/>
              </a:lnSpc>
              <a:spcBef>
                <a:spcPts val="0"/>
              </a:spcBef>
              <a:spcAft>
                <a:spcPts val="0"/>
              </a:spcAft>
              <a:buNone/>
            </a:pPr>
            <a:r>
              <a:rPr lang="en" sz="1000" b="1">
                <a:highlight>
                  <a:schemeClr val="lt1"/>
                </a:highlight>
                <a:latin typeface="Courier New"/>
                <a:ea typeface="Courier New"/>
                <a:cs typeface="Courier New"/>
                <a:sym typeface="Courier New"/>
              </a:rPr>
              <a:t>  </a:t>
            </a:r>
            <a:r>
              <a:rPr lang="en" sz="1000" b="1">
                <a:solidFill>
                  <a:srgbClr val="008000"/>
                </a:solidFill>
                <a:highlight>
                  <a:schemeClr val="lt1"/>
                </a:highlight>
                <a:latin typeface="Courier New"/>
                <a:ea typeface="Courier New"/>
                <a:cs typeface="Courier New"/>
                <a:sym typeface="Courier New"/>
              </a:rPr>
              <a:t>"address"</a:t>
            </a:r>
            <a:r>
              <a:rPr lang="en" sz="1000" b="1">
                <a:highlight>
                  <a:schemeClr val="lt1"/>
                </a:highlight>
                <a:latin typeface="Courier New"/>
                <a:ea typeface="Courier New"/>
                <a:cs typeface="Courier New"/>
                <a:sym typeface="Courier New"/>
              </a:rPr>
              <a:t>: {</a:t>
            </a:r>
            <a:endParaRPr sz="1000" b="1">
              <a:highlight>
                <a:schemeClr val="lt1"/>
              </a:highlight>
              <a:latin typeface="Courier New"/>
              <a:ea typeface="Courier New"/>
              <a:cs typeface="Courier New"/>
              <a:sym typeface="Courier New"/>
            </a:endParaRPr>
          </a:p>
          <a:p>
            <a:pPr marL="0" lvl="0" indent="0" algn="l" rtl="0">
              <a:lnSpc>
                <a:spcPct val="100000"/>
              </a:lnSpc>
              <a:spcBef>
                <a:spcPts val="0"/>
              </a:spcBef>
              <a:spcAft>
                <a:spcPts val="0"/>
              </a:spcAft>
              <a:buNone/>
            </a:pPr>
            <a:r>
              <a:rPr lang="en" sz="1000" b="1">
                <a:highlight>
                  <a:schemeClr val="lt1"/>
                </a:highlight>
                <a:latin typeface="Courier New"/>
                <a:ea typeface="Courier New"/>
                <a:cs typeface="Courier New"/>
                <a:sym typeface="Courier New"/>
              </a:rPr>
              <a:t>    </a:t>
            </a:r>
            <a:r>
              <a:rPr lang="en" sz="1000" b="1">
                <a:solidFill>
                  <a:srgbClr val="008000"/>
                </a:solidFill>
                <a:highlight>
                  <a:schemeClr val="lt1"/>
                </a:highlight>
                <a:latin typeface="Courier New"/>
                <a:ea typeface="Courier New"/>
                <a:cs typeface="Courier New"/>
                <a:sym typeface="Courier New"/>
              </a:rPr>
              <a:t>"home"</a:t>
            </a:r>
            <a:r>
              <a:rPr lang="en" sz="1000" b="1">
                <a:highlight>
                  <a:schemeClr val="lt1"/>
                </a:highlight>
                <a:latin typeface="Courier New"/>
                <a:ea typeface="Courier New"/>
                <a:cs typeface="Courier New"/>
                <a:sym typeface="Courier New"/>
              </a:rPr>
              <a:t>: </a:t>
            </a:r>
            <a:r>
              <a:rPr lang="en" sz="1000" b="1">
                <a:solidFill>
                  <a:srgbClr val="BA2121"/>
                </a:solidFill>
                <a:highlight>
                  <a:schemeClr val="lt1"/>
                </a:highlight>
                <a:latin typeface="Courier New"/>
                <a:ea typeface="Courier New"/>
                <a:cs typeface="Courier New"/>
                <a:sym typeface="Courier New"/>
              </a:rPr>
              <a:t>"221B Baker Street"</a:t>
            </a:r>
            <a:r>
              <a:rPr lang="en" sz="1000" b="1">
                <a:highlight>
                  <a:schemeClr val="lt1"/>
                </a:highlight>
                <a:latin typeface="Courier New"/>
                <a:ea typeface="Courier New"/>
                <a:cs typeface="Courier New"/>
                <a:sym typeface="Courier New"/>
              </a:rPr>
              <a:t>,</a:t>
            </a:r>
            <a:endParaRPr sz="1000" b="1">
              <a:highlight>
                <a:schemeClr val="lt1"/>
              </a:highlight>
              <a:latin typeface="Courier New"/>
              <a:ea typeface="Courier New"/>
              <a:cs typeface="Courier New"/>
              <a:sym typeface="Courier New"/>
            </a:endParaRPr>
          </a:p>
          <a:p>
            <a:pPr marL="0" lvl="0" indent="0" algn="l" rtl="0">
              <a:lnSpc>
                <a:spcPct val="100000"/>
              </a:lnSpc>
              <a:spcBef>
                <a:spcPts val="0"/>
              </a:spcBef>
              <a:spcAft>
                <a:spcPts val="0"/>
              </a:spcAft>
              <a:buNone/>
            </a:pPr>
            <a:r>
              <a:rPr lang="en" sz="1000" b="1">
                <a:highlight>
                  <a:schemeClr val="lt1"/>
                </a:highlight>
                <a:latin typeface="Courier New"/>
                <a:ea typeface="Courier New"/>
                <a:cs typeface="Courier New"/>
                <a:sym typeface="Courier New"/>
              </a:rPr>
              <a:t>    </a:t>
            </a:r>
            <a:r>
              <a:rPr lang="en" sz="1000" b="1">
                <a:solidFill>
                  <a:srgbClr val="008000"/>
                </a:solidFill>
                <a:highlight>
                  <a:schemeClr val="lt1"/>
                </a:highlight>
                <a:latin typeface="Courier New"/>
                <a:ea typeface="Courier New"/>
                <a:cs typeface="Courier New"/>
                <a:sym typeface="Courier New"/>
              </a:rPr>
              <a:t>"city"</a:t>
            </a:r>
            <a:r>
              <a:rPr lang="en" sz="1000" b="1">
                <a:highlight>
                  <a:schemeClr val="lt1"/>
                </a:highlight>
                <a:latin typeface="Courier New"/>
                <a:ea typeface="Courier New"/>
                <a:cs typeface="Courier New"/>
                <a:sym typeface="Courier New"/>
              </a:rPr>
              <a:t>: </a:t>
            </a:r>
            <a:r>
              <a:rPr lang="en" sz="1000" b="1">
                <a:solidFill>
                  <a:srgbClr val="BA2121"/>
                </a:solidFill>
                <a:highlight>
                  <a:schemeClr val="lt1"/>
                </a:highlight>
                <a:latin typeface="Courier New"/>
                <a:ea typeface="Courier New"/>
                <a:cs typeface="Courier New"/>
                <a:sym typeface="Courier New"/>
              </a:rPr>
              <a:t>"London"</a:t>
            </a:r>
            <a:r>
              <a:rPr lang="en" sz="1000" b="1">
                <a:highlight>
                  <a:schemeClr val="lt1"/>
                </a:highlight>
                <a:latin typeface="Courier New"/>
                <a:ea typeface="Courier New"/>
                <a:cs typeface="Courier New"/>
                <a:sym typeface="Courier New"/>
              </a:rPr>
              <a:t>,</a:t>
            </a:r>
            <a:endParaRPr sz="1000" b="1">
              <a:highlight>
                <a:schemeClr val="lt1"/>
              </a:highlight>
              <a:latin typeface="Courier New"/>
              <a:ea typeface="Courier New"/>
              <a:cs typeface="Courier New"/>
              <a:sym typeface="Courier New"/>
            </a:endParaRPr>
          </a:p>
          <a:p>
            <a:pPr marL="0" lvl="0" indent="0" algn="l" rtl="0">
              <a:lnSpc>
                <a:spcPct val="100000"/>
              </a:lnSpc>
              <a:spcBef>
                <a:spcPts val="0"/>
              </a:spcBef>
              <a:spcAft>
                <a:spcPts val="0"/>
              </a:spcAft>
              <a:buNone/>
            </a:pPr>
            <a:r>
              <a:rPr lang="en" sz="1000" b="1">
                <a:highlight>
                  <a:schemeClr val="lt1"/>
                </a:highlight>
                <a:latin typeface="Courier New"/>
                <a:ea typeface="Courier New"/>
                <a:cs typeface="Courier New"/>
                <a:sym typeface="Courier New"/>
              </a:rPr>
              <a:t>    </a:t>
            </a:r>
            <a:r>
              <a:rPr lang="en" sz="1000" b="1">
                <a:solidFill>
                  <a:srgbClr val="008000"/>
                </a:solidFill>
                <a:highlight>
                  <a:schemeClr val="lt1"/>
                </a:highlight>
                <a:latin typeface="Courier New"/>
                <a:ea typeface="Courier New"/>
                <a:cs typeface="Courier New"/>
                <a:sym typeface="Courier New"/>
              </a:rPr>
              <a:t>"country"</a:t>
            </a:r>
            <a:r>
              <a:rPr lang="en" sz="1000" b="1">
                <a:highlight>
                  <a:schemeClr val="lt1"/>
                </a:highlight>
                <a:latin typeface="Courier New"/>
                <a:ea typeface="Courier New"/>
                <a:cs typeface="Courier New"/>
                <a:sym typeface="Courier New"/>
              </a:rPr>
              <a:t>: </a:t>
            </a:r>
            <a:r>
              <a:rPr lang="en" sz="1000" b="1">
                <a:solidFill>
                  <a:srgbClr val="BA2121"/>
                </a:solidFill>
                <a:highlight>
                  <a:schemeClr val="lt1"/>
                </a:highlight>
                <a:latin typeface="Courier New"/>
                <a:ea typeface="Courier New"/>
                <a:cs typeface="Courier New"/>
                <a:sym typeface="Courier New"/>
              </a:rPr>
              <a:t>"United Kingdom"</a:t>
            </a:r>
            <a:endParaRPr sz="1000" b="1">
              <a:highlight>
                <a:schemeClr val="lt1"/>
              </a:highlight>
              <a:latin typeface="Courier New"/>
              <a:ea typeface="Courier New"/>
              <a:cs typeface="Courier New"/>
              <a:sym typeface="Courier New"/>
            </a:endParaRPr>
          </a:p>
          <a:p>
            <a:pPr marL="0" lvl="0" indent="0" algn="l" rtl="0">
              <a:lnSpc>
                <a:spcPct val="100000"/>
              </a:lnSpc>
              <a:spcBef>
                <a:spcPts val="0"/>
              </a:spcBef>
              <a:spcAft>
                <a:spcPts val="0"/>
              </a:spcAft>
              <a:buNone/>
            </a:pPr>
            <a:r>
              <a:rPr lang="en" sz="1000" b="1">
                <a:highlight>
                  <a:schemeClr val="lt1"/>
                </a:highlight>
                <a:latin typeface="Courier New"/>
                <a:ea typeface="Courier New"/>
                <a:cs typeface="Courier New"/>
                <a:sym typeface="Courier New"/>
              </a:rPr>
              <a:t>  },</a:t>
            </a:r>
            <a:endParaRPr sz="1000" b="1">
              <a:highlight>
                <a:schemeClr val="lt1"/>
              </a:highlight>
              <a:latin typeface="Courier New"/>
              <a:ea typeface="Courier New"/>
              <a:cs typeface="Courier New"/>
              <a:sym typeface="Courier New"/>
            </a:endParaRPr>
          </a:p>
          <a:p>
            <a:pPr marL="0" lvl="0" indent="0" algn="l" rtl="0">
              <a:lnSpc>
                <a:spcPct val="100000"/>
              </a:lnSpc>
              <a:spcBef>
                <a:spcPts val="0"/>
              </a:spcBef>
              <a:spcAft>
                <a:spcPts val="0"/>
              </a:spcAft>
              <a:buNone/>
            </a:pPr>
            <a:r>
              <a:rPr lang="en" sz="1000" b="1">
                <a:highlight>
                  <a:schemeClr val="lt1"/>
                </a:highlight>
                <a:latin typeface="Courier New"/>
                <a:ea typeface="Courier New"/>
                <a:cs typeface="Courier New"/>
                <a:sym typeface="Courier New"/>
              </a:rPr>
              <a:t>  </a:t>
            </a:r>
            <a:r>
              <a:rPr lang="en" sz="1000" b="1">
                <a:solidFill>
                  <a:srgbClr val="008000"/>
                </a:solidFill>
                <a:highlight>
                  <a:schemeClr val="lt1"/>
                </a:highlight>
                <a:latin typeface="Courier New"/>
                <a:ea typeface="Courier New"/>
                <a:cs typeface="Courier New"/>
                <a:sym typeface="Courier New"/>
              </a:rPr>
              <a:t>"contact_info"</a:t>
            </a:r>
            <a:r>
              <a:rPr lang="en" sz="1000" b="1">
                <a:highlight>
                  <a:schemeClr val="lt1"/>
                </a:highlight>
                <a:latin typeface="Courier New"/>
                <a:ea typeface="Courier New"/>
                <a:cs typeface="Courier New"/>
                <a:sym typeface="Courier New"/>
              </a:rPr>
              <a:t>: [</a:t>
            </a:r>
            <a:endParaRPr sz="1000" b="1">
              <a:highlight>
                <a:schemeClr val="lt1"/>
              </a:highlight>
              <a:latin typeface="Courier New"/>
              <a:ea typeface="Courier New"/>
              <a:cs typeface="Courier New"/>
              <a:sym typeface="Courier New"/>
            </a:endParaRPr>
          </a:p>
          <a:p>
            <a:pPr marL="0" lvl="0" indent="0" algn="l" rtl="0">
              <a:lnSpc>
                <a:spcPct val="100000"/>
              </a:lnSpc>
              <a:spcBef>
                <a:spcPts val="0"/>
              </a:spcBef>
              <a:spcAft>
                <a:spcPts val="0"/>
              </a:spcAft>
              <a:buNone/>
            </a:pPr>
            <a:r>
              <a:rPr lang="en" sz="1000" b="1">
                <a:highlight>
                  <a:schemeClr val="lt1"/>
                </a:highlight>
                <a:latin typeface="Courier New"/>
                <a:ea typeface="Courier New"/>
                <a:cs typeface="Courier New"/>
                <a:sym typeface="Courier New"/>
              </a:rPr>
              <a:t>    {</a:t>
            </a:r>
            <a:endParaRPr sz="1000" b="1">
              <a:highlight>
                <a:schemeClr val="lt1"/>
              </a:highlight>
              <a:latin typeface="Courier New"/>
              <a:ea typeface="Courier New"/>
              <a:cs typeface="Courier New"/>
              <a:sym typeface="Courier New"/>
            </a:endParaRPr>
          </a:p>
          <a:p>
            <a:pPr marL="0" lvl="0" indent="0" algn="l" rtl="0">
              <a:lnSpc>
                <a:spcPct val="100000"/>
              </a:lnSpc>
              <a:spcBef>
                <a:spcPts val="0"/>
              </a:spcBef>
              <a:spcAft>
                <a:spcPts val="0"/>
              </a:spcAft>
              <a:buNone/>
            </a:pPr>
            <a:r>
              <a:rPr lang="en" sz="1000" b="1">
                <a:highlight>
                  <a:schemeClr val="lt1"/>
                </a:highlight>
                <a:latin typeface="Courier New"/>
                <a:ea typeface="Courier New"/>
                <a:cs typeface="Courier New"/>
                <a:sym typeface="Courier New"/>
              </a:rPr>
              <a:t>      </a:t>
            </a:r>
            <a:r>
              <a:rPr lang="en" sz="1000" b="1">
                <a:solidFill>
                  <a:srgbClr val="008000"/>
                </a:solidFill>
                <a:highlight>
                  <a:schemeClr val="lt1"/>
                </a:highlight>
                <a:latin typeface="Courier New"/>
                <a:ea typeface="Courier New"/>
                <a:cs typeface="Courier New"/>
                <a:sym typeface="Courier New"/>
              </a:rPr>
              <a:t>"type"</a:t>
            </a:r>
            <a:r>
              <a:rPr lang="en" sz="1000" b="1">
                <a:highlight>
                  <a:schemeClr val="lt1"/>
                </a:highlight>
                <a:latin typeface="Courier New"/>
                <a:ea typeface="Courier New"/>
                <a:cs typeface="Courier New"/>
                <a:sym typeface="Courier New"/>
              </a:rPr>
              <a:t>: </a:t>
            </a:r>
            <a:r>
              <a:rPr lang="en" sz="1000" b="1">
                <a:solidFill>
                  <a:srgbClr val="BA2121"/>
                </a:solidFill>
                <a:highlight>
                  <a:schemeClr val="lt1"/>
                </a:highlight>
                <a:latin typeface="Courier New"/>
                <a:ea typeface="Courier New"/>
                <a:cs typeface="Courier New"/>
                <a:sym typeface="Courier New"/>
              </a:rPr>
              <a:t>"home"</a:t>
            </a:r>
            <a:r>
              <a:rPr lang="en" sz="1000" b="1">
                <a:highlight>
                  <a:schemeClr val="lt1"/>
                </a:highlight>
                <a:latin typeface="Courier New"/>
                <a:ea typeface="Courier New"/>
                <a:cs typeface="Courier New"/>
                <a:sym typeface="Courier New"/>
              </a:rPr>
              <a:t>,</a:t>
            </a:r>
            <a:endParaRPr sz="1000" b="1">
              <a:highlight>
                <a:schemeClr val="lt1"/>
              </a:highlight>
              <a:latin typeface="Courier New"/>
              <a:ea typeface="Courier New"/>
              <a:cs typeface="Courier New"/>
              <a:sym typeface="Courier New"/>
            </a:endParaRPr>
          </a:p>
          <a:p>
            <a:pPr marL="0" lvl="0" indent="0" algn="l" rtl="0">
              <a:lnSpc>
                <a:spcPct val="100000"/>
              </a:lnSpc>
              <a:spcBef>
                <a:spcPts val="0"/>
              </a:spcBef>
              <a:spcAft>
                <a:spcPts val="0"/>
              </a:spcAft>
              <a:buNone/>
            </a:pPr>
            <a:r>
              <a:rPr lang="en" sz="1000" b="1">
                <a:highlight>
                  <a:schemeClr val="lt1"/>
                </a:highlight>
                <a:latin typeface="Courier New"/>
                <a:ea typeface="Courier New"/>
                <a:cs typeface="Courier New"/>
                <a:sym typeface="Courier New"/>
              </a:rPr>
              <a:t>      </a:t>
            </a:r>
            <a:r>
              <a:rPr lang="en" sz="1000" b="1">
                <a:solidFill>
                  <a:srgbClr val="008000"/>
                </a:solidFill>
                <a:highlight>
                  <a:schemeClr val="lt1"/>
                </a:highlight>
                <a:latin typeface="Courier New"/>
                <a:ea typeface="Courier New"/>
                <a:cs typeface="Courier New"/>
                <a:sym typeface="Courier New"/>
              </a:rPr>
              <a:t>"number"</a:t>
            </a:r>
            <a:r>
              <a:rPr lang="en" sz="1000" b="1">
                <a:highlight>
                  <a:schemeClr val="lt1"/>
                </a:highlight>
                <a:latin typeface="Courier New"/>
                <a:ea typeface="Courier New"/>
                <a:cs typeface="Courier New"/>
                <a:sym typeface="Courier New"/>
              </a:rPr>
              <a:t>: </a:t>
            </a:r>
            <a:r>
              <a:rPr lang="en" sz="1000" b="1">
                <a:solidFill>
                  <a:srgbClr val="BA2121"/>
                </a:solidFill>
                <a:highlight>
                  <a:schemeClr val="lt1"/>
                </a:highlight>
                <a:latin typeface="Courier New"/>
                <a:ea typeface="Courier New"/>
                <a:cs typeface="Courier New"/>
                <a:sym typeface="Courier New"/>
              </a:rPr>
              <a:t>"+44 123 456 7890"</a:t>
            </a:r>
            <a:endParaRPr sz="1000" b="1">
              <a:highlight>
                <a:schemeClr val="lt1"/>
              </a:highlight>
              <a:latin typeface="Courier New"/>
              <a:ea typeface="Courier New"/>
              <a:cs typeface="Courier New"/>
              <a:sym typeface="Courier New"/>
            </a:endParaRPr>
          </a:p>
          <a:p>
            <a:pPr marL="0" lvl="0" indent="0" algn="l" rtl="0">
              <a:lnSpc>
                <a:spcPct val="100000"/>
              </a:lnSpc>
              <a:spcBef>
                <a:spcPts val="0"/>
              </a:spcBef>
              <a:spcAft>
                <a:spcPts val="0"/>
              </a:spcAft>
              <a:buNone/>
            </a:pPr>
            <a:r>
              <a:rPr lang="en" sz="1000" b="1">
                <a:highlight>
                  <a:schemeClr val="lt1"/>
                </a:highlight>
                <a:latin typeface="Courier New"/>
                <a:ea typeface="Courier New"/>
                <a:cs typeface="Courier New"/>
                <a:sym typeface="Courier New"/>
              </a:rPr>
              <a:t>    },</a:t>
            </a:r>
            <a:endParaRPr sz="1000" b="1">
              <a:highlight>
                <a:schemeClr val="lt1"/>
              </a:highlight>
              <a:latin typeface="Courier New"/>
              <a:ea typeface="Courier New"/>
              <a:cs typeface="Courier New"/>
              <a:sym typeface="Courier New"/>
            </a:endParaRPr>
          </a:p>
          <a:p>
            <a:pPr marL="0" lvl="0" indent="0" algn="l" rtl="0">
              <a:lnSpc>
                <a:spcPct val="100000"/>
              </a:lnSpc>
              <a:spcBef>
                <a:spcPts val="0"/>
              </a:spcBef>
              <a:spcAft>
                <a:spcPts val="0"/>
              </a:spcAft>
              <a:buNone/>
            </a:pPr>
            <a:r>
              <a:rPr lang="en" sz="1000" b="1">
                <a:highlight>
                  <a:schemeClr val="lt1"/>
                </a:highlight>
                <a:latin typeface="Courier New"/>
                <a:ea typeface="Courier New"/>
                <a:cs typeface="Courier New"/>
                <a:sym typeface="Courier New"/>
              </a:rPr>
              <a:t>    {</a:t>
            </a:r>
            <a:endParaRPr sz="1000" b="1">
              <a:highlight>
                <a:schemeClr val="lt1"/>
              </a:highlight>
              <a:latin typeface="Courier New"/>
              <a:ea typeface="Courier New"/>
              <a:cs typeface="Courier New"/>
              <a:sym typeface="Courier New"/>
            </a:endParaRPr>
          </a:p>
          <a:p>
            <a:pPr marL="0" lvl="0" indent="0" algn="l" rtl="0">
              <a:lnSpc>
                <a:spcPct val="100000"/>
              </a:lnSpc>
              <a:spcBef>
                <a:spcPts val="0"/>
              </a:spcBef>
              <a:spcAft>
                <a:spcPts val="0"/>
              </a:spcAft>
              <a:buNone/>
            </a:pPr>
            <a:r>
              <a:rPr lang="en" sz="1000" b="1">
                <a:highlight>
                  <a:schemeClr val="lt1"/>
                </a:highlight>
                <a:latin typeface="Courier New"/>
                <a:ea typeface="Courier New"/>
                <a:cs typeface="Courier New"/>
                <a:sym typeface="Courier New"/>
              </a:rPr>
              <a:t>      </a:t>
            </a:r>
            <a:r>
              <a:rPr lang="en" sz="1000" b="1">
                <a:solidFill>
                  <a:srgbClr val="008000"/>
                </a:solidFill>
                <a:highlight>
                  <a:schemeClr val="lt1"/>
                </a:highlight>
                <a:latin typeface="Courier New"/>
                <a:ea typeface="Courier New"/>
                <a:cs typeface="Courier New"/>
                <a:sym typeface="Courier New"/>
              </a:rPr>
              <a:t>"type"</a:t>
            </a:r>
            <a:r>
              <a:rPr lang="en" sz="1000" b="1">
                <a:highlight>
                  <a:schemeClr val="lt1"/>
                </a:highlight>
                <a:latin typeface="Courier New"/>
                <a:ea typeface="Courier New"/>
                <a:cs typeface="Courier New"/>
                <a:sym typeface="Courier New"/>
              </a:rPr>
              <a:t>: </a:t>
            </a:r>
            <a:r>
              <a:rPr lang="en" sz="1000" b="1">
                <a:solidFill>
                  <a:srgbClr val="BA2121"/>
                </a:solidFill>
                <a:highlight>
                  <a:schemeClr val="lt1"/>
                </a:highlight>
                <a:latin typeface="Courier New"/>
                <a:ea typeface="Courier New"/>
                <a:cs typeface="Courier New"/>
                <a:sym typeface="Courier New"/>
              </a:rPr>
              <a:t>"office"</a:t>
            </a:r>
            <a:r>
              <a:rPr lang="en" sz="1000" b="1">
                <a:highlight>
                  <a:schemeClr val="lt1"/>
                </a:highlight>
                <a:latin typeface="Courier New"/>
                <a:ea typeface="Courier New"/>
                <a:cs typeface="Courier New"/>
                <a:sym typeface="Courier New"/>
              </a:rPr>
              <a:t>,</a:t>
            </a:r>
            <a:endParaRPr sz="1000" b="1">
              <a:highlight>
                <a:schemeClr val="lt1"/>
              </a:highlight>
              <a:latin typeface="Courier New"/>
              <a:ea typeface="Courier New"/>
              <a:cs typeface="Courier New"/>
              <a:sym typeface="Courier New"/>
            </a:endParaRPr>
          </a:p>
          <a:p>
            <a:pPr marL="0" lvl="0" indent="0" algn="l" rtl="0">
              <a:lnSpc>
                <a:spcPct val="100000"/>
              </a:lnSpc>
              <a:spcBef>
                <a:spcPts val="0"/>
              </a:spcBef>
              <a:spcAft>
                <a:spcPts val="0"/>
              </a:spcAft>
              <a:buNone/>
            </a:pPr>
            <a:r>
              <a:rPr lang="en" sz="1000" b="1">
                <a:highlight>
                  <a:schemeClr val="lt1"/>
                </a:highlight>
                <a:latin typeface="Courier New"/>
                <a:ea typeface="Courier New"/>
                <a:cs typeface="Courier New"/>
                <a:sym typeface="Courier New"/>
              </a:rPr>
              <a:t>      </a:t>
            </a:r>
            <a:r>
              <a:rPr lang="en" sz="1000" b="1">
                <a:solidFill>
                  <a:srgbClr val="008000"/>
                </a:solidFill>
                <a:highlight>
                  <a:schemeClr val="lt1"/>
                </a:highlight>
                <a:latin typeface="Courier New"/>
                <a:ea typeface="Courier New"/>
                <a:cs typeface="Courier New"/>
                <a:sym typeface="Courier New"/>
              </a:rPr>
              <a:t>"number"</a:t>
            </a:r>
            <a:r>
              <a:rPr lang="en" sz="1000" b="1">
                <a:highlight>
                  <a:schemeClr val="lt1"/>
                </a:highlight>
                <a:latin typeface="Courier New"/>
                <a:ea typeface="Courier New"/>
                <a:cs typeface="Courier New"/>
                <a:sym typeface="Courier New"/>
              </a:rPr>
              <a:t>: </a:t>
            </a:r>
            <a:r>
              <a:rPr lang="en" sz="1000" b="1">
                <a:solidFill>
                  <a:srgbClr val="BA2121"/>
                </a:solidFill>
                <a:highlight>
                  <a:schemeClr val="lt1"/>
                </a:highlight>
                <a:latin typeface="Courier New"/>
                <a:ea typeface="Courier New"/>
                <a:cs typeface="Courier New"/>
                <a:sym typeface="Courier New"/>
              </a:rPr>
              <a:t>"+44 987 654 3210"</a:t>
            </a:r>
            <a:endParaRPr sz="1000" b="1">
              <a:highlight>
                <a:schemeClr val="lt1"/>
              </a:highlight>
              <a:latin typeface="Courier New"/>
              <a:ea typeface="Courier New"/>
              <a:cs typeface="Courier New"/>
              <a:sym typeface="Courier New"/>
            </a:endParaRPr>
          </a:p>
          <a:p>
            <a:pPr marL="0" lvl="0" indent="0" algn="l" rtl="0">
              <a:lnSpc>
                <a:spcPct val="100000"/>
              </a:lnSpc>
              <a:spcBef>
                <a:spcPts val="0"/>
              </a:spcBef>
              <a:spcAft>
                <a:spcPts val="0"/>
              </a:spcAft>
              <a:buNone/>
            </a:pPr>
            <a:r>
              <a:rPr lang="en" sz="1000" b="1">
                <a:highlight>
                  <a:schemeClr val="lt1"/>
                </a:highlight>
                <a:latin typeface="Courier New"/>
                <a:ea typeface="Courier New"/>
                <a:cs typeface="Courier New"/>
                <a:sym typeface="Courier New"/>
              </a:rPr>
              <a:t>    }</a:t>
            </a:r>
            <a:endParaRPr sz="1000" b="1">
              <a:highlight>
                <a:schemeClr val="lt1"/>
              </a:highlight>
              <a:latin typeface="Courier New"/>
              <a:ea typeface="Courier New"/>
              <a:cs typeface="Courier New"/>
              <a:sym typeface="Courier New"/>
            </a:endParaRPr>
          </a:p>
          <a:p>
            <a:pPr marL="0" lvl="0" indent="0" algn="l" rtl="0">
              <a:lnSpc>
                <a:spcPct val="100000"/>
              </a:lnSpc>
              <a:spcBef>
                <a:spcPts val="0"/>
              </a:spcBef>
              <a:spcAft>
                <a:spcPts val="0"/>
              </a:spcAft>
              <a:buNone/>
            </a:pPr>
            <a:r>
              <a:rPr lang="en" sz="1000" b="1">
                <a:highlight>
                  <a:schemeClr val="lt1"/>
                </a:highlight>
                <a:latin typeface="Courier New"/>
                <a:ea typeface="Courier New"/>
                <a:cs typeface="Courier New"/>
                <a:sym typeface="Courier New"/>
              </a:rPr>
              <a:t>  ],</a:t>
            </a:r>
            <a:endParaRPr sz="1000" b="1">
              <a:highlight>
                <a:schemeClr val="lt1"/>
              </a:highlight>
              <a:latin typeface="Courier New"/>
              <a:ea typeface="Courier New"/>
              <a:cs typeface="Courier New"/>
              <a:sym typeface="Courier New"/>
            </a:endParaRPr>
          </a:p>
          <a:p>
            <a:pPr marL="0" lvl="0" indent="0" algn="l" rtl="0">
              <a:lnSpc>
                <a:spcPct val="100000"/>
              </a:lnSpc>
              <a:spcBef>
                <a:spcPts val="0"/>
              </a:spcBef>
              <a:spcAft>
                <a:spcPts val="0"/>
              </a:spcAft>
              <a:buNone/>
            </a:pPr>
            <a:r>
              <a:rPr lang="en" sz="1000" b="1">
                <a:highlight>
                  <a:schemeClr val="lt1"/>
                </a:highlight>
                <a:latin typeface="Courier New"/>
                <a:ea typeface="Courier New"/>
                <a:cs typeface="Courier New"/>
                <a:sym typeface="Courier New"/>
              </a:rPr>
              <a:t>  </a:t>
            </a:r>
            <a:r>
              <a:rPr lang="en" sz="1000" b="1">
                <a:solidFill>
                  <a:srgbClr val="008000"/>
                </a:solidFill>
                <a:highlight>
                  <a:schemeClr val="lt1"/>
                </a:highlight>
                <a:latin typeface="Courier New"/>
                <a:ea typeface="Courier New"/>
                <a:cs typeface="Courier New"/>
                <a:sym typeface="Courier New"/>
              </a:rPr>
              <a:t>"friends"</a:t>
            </a:r>
            <a:r>
              <a:rPr lang="en" sz="1000" b="1">
                <a:highlight>
                  <a:schemeClr val="lt1"/>
                </a:highlight>
                <a:latin typeface="Courier New"/>
                <a:ea typeface="Courier New"/>
                <a:cs typeface="Courier New"/>
                <a:sym typeface="Courier New"/>
              </a:rPr>
              <a:t>: </a:t>
            </a:r>
            <a:r>
              <a:rPr lang="en" sz="1000" b="1">
                <a:solidFill>
                  <a:srgbClr val="BA2121"/>
                </a:solidFill>
                <a:highlight>
                  <a:schemeClr val="lt1"/>
                </a:highlight>
                <a:latin typeface="Courier New"/>
                <a:ea typeface="Courier New"/>
                <a:cs typeface="Courier New"/>
                <a:sym typeface="Courier New"/>
              </a:rPr>
              <a:t>["John Watson", "Mrs Hudson", "Lestrade"]</a:t>
            </a:r>
            <a:endParaRPr sz="1000" b="1">
              <a:highlight>
                <a:schemeClr val="lt1"/>
              </a:highlight>
              <a:latin typeface="Courier New"/>
              <a:ea typeface="Courier New"/>
              <a:cs typeface="Courier New"/>
              <a:sym typeface="Courier New"/>
            </a:endParaRPr>
          </a:p>
          <a:p>
            <a:pPr marL="0" marR="139700" lvl="0" indent="0" algn="l" rtl="0">
              <a:lnSpc>
                <a:spcPct val="100000"/>
              </a:lnSpc>
              <a:spcBef>
                <a:spcPts val="0"/>
              </a:spcBef>
              <a:spcAft>
                <a:spcPts val="0"/>
              </a:spcAft>
              <a:buNone/>
            </a:pPr>
            <a:r>
              <a:rPr lang="en" sz="1000" b="1">
                <a:highlight>
                  <a:schemeClr val="lt1"/>
                </a:highlight>
                <a:latin typeface="Courier New"/>
                <a:ea typeface="Courier New"/>
                <a:cs typeface="Courier New"/>
                <a:sym typeface="Courier New"/>
              </a:rPr>
              <a:t>}</a:t>
            </a:r>
            <a:endParaRPr sz="1000" b="1">
              <a:highlight>
                <a:schemeClr val="lt1"/>
              </a:highligh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41"/>
          <p:cNvSpPr txBox="1">
            <a:spLocks noGrp="1"/>
          </p:cNvSpPr>
          <p:nvPr>
            <p:ph type="title"/>
          </p:nvPr>
        </p:nvSpPr>
        <p:spPr>
          <a:xfrm>
            <a:off x="633845" y="274320"/>
            <a:ext cx="7084200" cy="619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Reading JSON data</a:t>
            </a:r>
            <a:endParaRPr/>
          </a:p>
        </p:txBody>
      </p:sp>
      <p:sp>
        <p:nvSpPr>
          <p:cNvPr id="308" name="Google Shape;308;p41"/>
          <p:cNvSpPr txBox="1">
            <a:spLocks noGrp="1"/>
          </p:cNvSpPr>
          <p:nvPr>
            <p:ph type="body" idx="1"/>
          </p:nvPr>
        </p:nvSpPr>
        <p:spPr>
          <a:xfrm>
            <a:off x="633845" y="1035887"/>
            <a:ext cx="7886700" cy="2704500"/>
          </a:xfrm>
          <a:prstGeom prst="rect">
            <a:avLst/>
          </a:prstGeom>
        </p:spPr>
        <p:txBody>
          <a:bodyPr spcFirstLastPara="1" wrap="square" lIns="68575" tIns="34275" rIns="68575" bIns="34275" anchor="t" anchorCtr="0">
            <a:spAutoFit/>
          </a:bodyPr>
          <a:lstStyle/>
          <a:p>
            <a:pPr marL="457200" lvl="0" indent="-317500" algn="just" rtl="0">
              <a:spcBef>
                <a:spcPts val="800"/>
              </a:spcBef>
              <a:spcAft>
                <a:spcPts val="0"/>
              </a:spcAft>
              <a:buSzPts val="1400"/>
              <a:buChar char="●"/>
            </a:pPr>
            <a:r>
              <a:rPr lang="en"/>
              <a:t>The json library provides functions - import it to use it</a:t>
            </a:r>
            <a:endParaRPr/>
          </a:p>
          <a:p>
            <a:pPr marL="457200" lvl="0" indent="-317500" algn="just" rtl="0">
              <a:spcBef>
                <a:spcPts val="0"/>
              </a:spcBef>
              <a:spcAft>
                <a:spcPts val="0"/>
              </a:spcAft>
              <a:buSzPts val="1400"/>
              <a:buChar char="●"/>
            </a:pPr>
            <a:r>
              <a:rPr lang="en"/>
              <a:t>A JSON file is opened as a regular file (say f), reading done by</a:t>
            </a:r>
            <a:endParaRPr/>
          </a:p>
          <a:p>
            <a:pPr marL="457200" lvl="0" indent="-317500" algn="just" rtl="0">
              <a:spcBef>
                <a:spcPts val="0"/>
              </a:spcBef>
              <a:spcAft>
                <a:spcPts val="0"/>
              </a:spcAft>
              <a:buSzPts val="1400"/>
              <a:buChar char="●"/>
            </a:pPr>
            <a:r>
              <a:rPr lang="en"/>
              <a:t>json.load(f): parses JSON data from f, populates a dictionary with the data and returns it; common use</a:t>
            </a:r>
            <a:endParaRPr/>
          </a:p>
          <a:p>
            <a:pPr marL="457200" lvl="0" indent="457200" algn="just" rtl="0">
              <a:spcBef>
                <a:spcPts val="800"/>
              </a:spcBef>
              <a:spcAft>
                <a:spcPts val="0"/>
              </a:spcAft>
              <a:buNone/>
            </a:pPr>
            <a:r>
              <a:rPr lang="en"/>
              <a:t>data = json.load(f)</a:t>
            </a:r>
            <a:endParaRPr/>
          </a:p>
          <a:p>
            <a:pPr marL="457200" lvl="0" indent="-317500" algn="just" rtl="0">
              <a:spcBef>
                <a:spcPts val="800"/>
              </a:spcBef>
              <a:spcAft>
                <a:spcPts val="0"/>
              </a:spcAft>
              <a:buSzPts val="1400"/>
              <a:buChar char="●"/>
            </a:pPr>
            <a:r>
              <a:rPr lang="en"/>
              <a:t>Often instead of file, JSON may be a string in your program - that can be converted to a dictionary object also</a:t>
            </a:r>
            <a:endParaRPr/>
          </a:p>
          <a:p>
            <a:pPr marL="457200" lvl="0" indent="457200" algn="just" rtl="0">
              <a:spcBef>
                <a:spcPts val="800"/>
              </a:spcBef>
              <a:spcAft>
                <a:spcPts val="0"/>
              </a:spcAft>
              <a:buNone/>
            </a:pPr>
            <a:r>
              <a:rPr lang="en"/>
              <a:t>data = json.loads(str)</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42"/>
          <p:cNvSpPr txBox="1">
            <a:spLocks noGrp="1"/>
          </p:cNvSpPr>
          <p:nvPr>
            <p:ph type="title"/>
          </p:nvPr>
        </p:nvSpPr>
        <p:spPr>
          <a:xfrm>
            <a:off x="633845" y="274320"/>
            <a:ext cx="7084200" cy="619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Reading JSON file </a:t>
            </a:r>
            <a:endParaRPr/>
          </a:p>
        </p:txBody>
      </p:sp>
      <p:sp>
        <p:nvSpPr>
          <p:cNvPr id="314" name="Google Shape;314;p42"/>
          <p:cNvSpPr txBox="1">
            <a:spLocks noGrp="1"/>
          </p:cNvSpPr>
          <p:nvPr>
            <p:ph type="body" idx="1"/>
          </p:nvPr>
        </p:nvSpPr>
        <p:spPr>
          <a:xfrm>
            <a:off x="619238" y="1262275"/>
            <a:ext cx="5238300" cy="2388300"/>
          </a:xfrm>
          <a:prstGeom prst="rect">
            <a:avLst/>
          </a:prstGeom>
          <a:ln w="9525" cap="flat" cmpd="sng">
            <a:solidFill>
              <a:schemeClr val="dk1"/>
            </a:solidFill>
            <a:prstDash val="solid"/>
            <a:round/>
            <a:headEnd type="none" w="sm" len="sm"/>
            <a:tailEnd type="none" w="sm" len="sm"/>
          </a:ln>
        </p:spPr>
        <p:txBody>
          <a:bodyPr spcFirstLastPara="1" wrap="square" lIns="68575" tIns="34275" rIns="68575" bIns="34275" anchor="t" anchorCtr="0">
            <a:noAutofit/>
          </a:bodyPr>
          <a:lstStyle/>
          <a:p>
            <a:pPr marL="0" lvl="0" indent="0" algn="l" rtl="0">
              <a:spcBef>
                <a:spcPts val="800"/>
              </a:spcBef>
              <a:spcAft>
                <a:spcPts val="0"/>
              </a:spcAft>
              <a:buNone/>
            </a:pPr>
            <a:r>
              <a:rPr lang="en" sz="1400" b="1">
                <a:latin typeface="Courier New"/>
                <a:ea typeface="Courier New"/>
                <a:cs typeface="Courier New"/>
                <a:sym typeface="Courier New"/>
              </a:rPr>
              <a:t>import json</a:t>
            </a:r>
            <a:endParaRPr sz="1400" b="1">
              <a:latin typeface="Courier New"/>
              <a:ea typeface="Courier New"/>
              <a:cs typeface="Courier New"/>
              <a:sym typeface="Courier New"/>
            </a:endParaRPr>
          </a:p>
          <a:p>
            <a:pPr marL="0" lvl="0" indent="0" algn="l" rtl="0">
              <a:spcBef>
                <a:spcPts val="800"/>
              </a:spcBef>
              <a:spcAft>
                <a:spcPts val="0"/>
              </a:spcAft>
              <a:buNone/>
            </a:pPr>
            <a:r>
              <a:rPr lang="en" sz="1400" b="1">
                <a:latin typeface="Courier New"/>
                <a:ea typeface="Courier New"/>
                <a:cs typeface="Courier New"/>
                <a:sym typeface="Courier New"/>
              </a:rPr>
              <a:t>f = open('demo.json', 'r')</a:t>
            </a:r>
            <a:endParaRPr sz="1400" b="1">
              <a:latin typeface="Courier New"/>
              <a:ea typeface="Courier New"/>
              <a:cs typeface="Courier New"/>
              <a:sym typeface="Courier New"/>
            </a:endParaRPr>
          </a:p>
          <a:p>
            <a:pPr marL="0" lvl="0" indent="0" algn="l" rtl="0">
              <a:spcBef>
                <a:spcPts val="800"/>
              </a:spcBef>
              <a:spcAft>
                <a:spcPts val="0"/>
              </a:spcAft>
              <a:buNone/>
            </a:pPr>
            <a:r>
              <a:rPr lang="en" sz="1400" b="1">
                <a:latin typeface="Courier New"/>
                <a:ea typeface="Courier New"/>
                <a:cs typeface="Courier New"/>
                <a:sym typeface="Courier New"/>
              </a:rPr>
              <a:t>data = json.load(f)</a:t>
            </a:r>
            <a:endParaRPr sz="1400" b="1">
              <a:latin typeface="Courier New"/>
              <a:ea typeface="Courier New"/>
              <a:cs typeface="Courier New"/>
              <a:sym typeface="Courier New"/>
            </a:endParaRPr>
          </a:p>
          <a:p>
            <a:pPr marL="0" lvl="0" indent="0" algn="l" rtl="0">
              <a:spcBef>
                <a:spcPts val="800"/>
              </a:spcBef>
              <a:spcAft>
                <a:spcPts val="0"/>
              </a:spcAft>
              <a:buNone/>
            </a:pPr>
            <a:r>
              <a:rPr lang="en" sz="1400" b="1">
                <a:latin typeface="Courier New"/>
                <a:ea typeface="Courier New"/>
                <a:cs typeface="Courier New"/>
                <a:sym typeface="Courier New"/>
              </a:rPr>
              <a:t>print(data)</a:t>
            </a:r>
            <a:endParaRPr sz="1400" b="1">
              <a:latin typeface="Courier New"/>
              <a:ea typeface="Courier New"/>
              <a:cs typeface="Courier New"/>
              <a:sym typeface="Courier New"/>
            </a:endParaRPr>
          </a:p>
          <a:p>
            <a:pPr marL="0" lvl="0" indent="0" algn="l" rtl="0">
              <a:spcBef>
                <a:spcPts val="800"/>
              </a:spcBef>
              <a:spcAft>
                <a:spcPts val="0"/>
              </a:spcAft>
              <a:buNone/>
            </a:pPr>
            <a:r>
              <a:rPr lang="en" sz="1400" b="1">
                <a:solidFill>
                  <a:srgbClr val="595959"/>
                </a:solidFill>
                <a:latin typeface="Courier New"/>
                <a:ea typeface="Courier New"/>
                <a:cs typeface="Courier New"/>
                <a:sym typeface="Courier New"/>
              </a:rPr>
              <a:t># {'r1': 'abc', 'r2': 'pqr', 'r3': 'xyz'}</a:t>
            </a:r>
            <a:endParaRPr sz="1400" b="1">
              <a:latin typeface="Courier New"/>
              <a:ea typeface="Courier New"/>
              <a:cs typeface="Courier New"/>
              <a:sym typeface="Courier New"/>
            </a:endParaRPr>
          </a:p>
          <a:p>
            <a:pPr marL="0" lvl="0" indent="0" algn="l" rtl="0">
              <a:spcBef>
                <a:spcPts val="800"/>
              </a:spcBef>
              <a:spcAft>
                <a:spcPts val="0"/>
              </a:spcAft>
              <a:buNone/>
            </a:pPr>
            <a:r>
              <a:rPr lang="en" sz="1400" b="1">
                <a:latin typeface="Courier New"/>
                <a:ea typeface="Courier New"/>
                <a:cs typeface="Courier New"/>
                <a:sym typeface="Courier New"/>
              </a:rPr>
              <a:t>f.close()</a:t>
            </a:r>
            <a:endParaRPr sz="1400" b="1">
              <a:latin typeface="Courier New"/>
              <a:ea typeface="Courier New"/>
              <a:cs typeface="Courier New"/>
              <a:sym typeface="Courier New"/>
            </a:endParaRPr>
          </a:p>
        </p:txBody>
      </p:sp>
      <p:sp>
        <p:nvSpPr>
          <p:cNvPr id="315" name="Google Shape;315;p42"/>
          <p:cNvSpPr txBox="1">
            <a:spLocks noGrp="1"/>
          </p:cNvSpPr>
          <p:nvPr>
            <p:ph type="body" idx="1"/>
          </p:nvPr>
        </p:nvSpPr>
        <p:spPr>
          <a:xfrm>
            <a:off x="6239663" y="1262275"/>
            <a:ext cx="2285100" cy="2388300"/>
          </a:xfrm>
          <a:prstGeom prst="rect">
            <a:avLst/>
          </a:prstGeom>
          <a:solidFill>
            <a:srgbClr val="C9DAF8"/>
          </a:solidFill>
          <a:ln w="9525" cap="flat" cmpd="sng">
            <a:solidFill>
              <a:schemeClr val="dk1"/>
            </a:solidFill>
            <a:prstDash val="solid"/>
            <a:round/>
            <a:headEnd type="none" w="sm" len="sm"/>
            <a:tailEnd type="none" w="sm" len="sm"/>
          </a:ln>
        </p:spPr>
        <p:txBody>
          <a:bodyPr spcFirstLastPara="1" wrap="square" lIns="68575" tIns="34275" rIns="68575" bIns="34275" anchor="t" anchorCtr="0">
            <a:normAutofit/>
          </a:bodyPr>
          <a:lstStyle/>
          <a:p>
            <a:pPr marL="0" lvl="0" indent="0" algn="l" rtl="0">
              <a:spcBef>
                <a:spcPts val="800"/>
              </a:spcBef>
              <a:spcAft>
                <a:spcPts val="0"/>
              </a:spcAft>
              <a:buNone/>
            </a:pPr>
            <a:r>
              <a:rPr lang="en" sz="1400" b="1">
                <a:latin typeface="Courier New"/>
                <a:ea typeface="Courier New"/>
                <a:cs typeface="Courier New"/>
                <a:sym typeface="Courier New"/>
              </a:rPr>
              <a:t>demo.json</a:t>
            </a:r>
            <a:endParaRPr sz="1400" b="1">
              <a:latin typeface="Courier New"/>
              <a:ea typeface="Courier New"/>
              <a:cs typeface="Courier New"/>
              <a:sym typeface="Courier New"/>
            </a:endParaRPr>
          </a:p>
          <a:p>
            <a:pPr marL="0" lvl="0" indent="0" algn="l" rtl="0">
              <a:spcBef>
                <a:spcPts val="800"/>
              </a:spcBef>
              <a:spcAft>
                <a:spcPts val="0"/>
              </a:spcAft>
              <a:buNone/>
            </a:pPr>
            <a:r>
              <a:rPr lang="en" sz="1400" b="1">
                <a:latin typeface="Courier New"/>
                <a:ea typeface="Courier New"/>
                <a:cs typeface="Courier New"/>
                <a:sym typeface="Courier New"/>
              </a:rPr>
              <a:t>{</a:t>
            </a:r>
            <a:br>
              <a:rPr lang="en" sz="1400" b="1">
                <a:latin typeface="Courier New"/>
                <a:ea typeface="Courier New"/>
                <a:cs typeface="Courier New"/>
                <a:sym typeface="Courier New"/>
              </a:rPr>
            </a:br>
            <a:r>
              <a:rPr lang="en" sz="1400" b="1">
                <a:latin typeface="Courier New"/>
                <a:ea typeface="Courier New"/>
                <a:cs typeface="Courier New"/>
                <a:sym typeface="Courier New"/>
              </a:rPr>
              <a:t>  "r1": "abc",</a:t>
            </a:r>
            <a:br>
              <a:rPr lang="en" sz="1400" b="1">
                <a:latin typeface="Courier New"/>
                <a:ea typeface="Courier New"/>
                <a:cs typeface="Courier New"/>
                <a:sym typeface="Courier New"/>
              </a:rPr>
            </a:br>
            <a:r>
              <a:rPr lang="en" sz="1400" b="1">
                <a:latin typeface="Courier New"/>
                <a:ea typeface="Courier New"/>
                <a:cs typeface="Courier New"/>
                <a:sym typeface="Courier New"/>
              </a:rPr>
              <a:t>  "r2": "pqr",</a:t>
            </a:r>
            <a:br>
              <a:rPr lang="en" sz="1400" b="1">
                <a:latin typeface="Courier New"/>
                <a:ea typeface="Courier New"/>
                <a:cs typeface="Courier New"/>
                <a:sym typeface="Courier New"/>
              </a:rPr>
            </a:br>
            <a:r>
              <a:rPr lang="en" sz="1400" b="1">
                <a:latin typeface="Courier New"/>
                <a:ea typeface="Courier New"/>
                <a:cs typeface="Courier New"/>
                <a:sym typeface="Courier New"/>
              </a:rPr>
              <a:t>  "r3": "xyz"</a:t>
            </a:r>
            <a:br>
              <a:rPr lang="en" sz="1400" b="1">
                <a:latin typeface="Courier New"/>
                <a:ea typeface="Courier New"/>
                <a:cs typeface="Courier New"/>
                <a:sym typeface="Courier New"/>
              </a:rPr>
            </a:br>
            <a:r>
              <a:rPr lang="en" sz="1400" b="1">
                <a:latin typeface="Courier New"/>
                <a:ea typeface="Courier New"/>
                <a:cs typeface="Courier New"/>
                <a:sym typeface="Courier New"/>
              </a:rPr>
              <a:t>}</a:t>
            </a:r>
            <a:endParaRPr sz="1400" b="1">
              <a:latin typeface="Courier New"/>
              <a:ea typeface="Courier New"/>
              <a:cs typeface="Courier New"/>
              <a:sym typeface="Courier New"/>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43"/>
          <p:cNvSpPr txBox="1">
            <a:spLocks noGrp="1"/>
          </p:cNvSpPr>
          <p:nvPr>
            <p:ph type="title"/>
          </p:nvPr>
        </p:nvSpPr>
        <p:spPr>
          <a:xfrm>
            <a:off x="633845" y="274320"/>
            <a:ext cx="7084200" cy="619500"/>
          </a:xfrm>
          <a:prstGeom prst="rect">
            <a:avLst/>
          </a:prstGeom>
        </p:spPr>
        <p:txBody>
          <a:bodyPr spcFirstLastPara="1" wrap="square" lIns="68575" tIns="34275" rIns="68575" bIns="34275" anchor="ctr" anchorCtr="0">
            <a:normAutofit fontScale="90000"/>
          </a:bodyPr>
          <a:lstStyle/>
          <a:p>
            <a:pPr marL="0" lvl="0" indent="0" algn="l" rtl="0">
              <a:spcBef>
                <a:spcPts val="0"/>
              </a:spcBef>
              <a:spcAft>
                <a:spcPts val="0"/>
              </a:spcAft>
              <a:buNone/>
            </a:pPr>
            <a:r>
              <a:rPr lang="en"/>
              <a:t>Writing JSON file, i.e. dictionary to string</a:t>
            </a:r>
            <a:endParaRPr/>
          </a:p>
        </p:txBody>
      </p:sp>
      <p:sp>
        <p:nvSpPr>
          <p:cNvPr id="321" name="Google Shape;321;p43"/>
          <p:cNvSpPr txBox="1">
            <a:spLocks noGrp="1"/>
          </p:cNvSpPr>
          <p:nvPr>
            <p:ph type="body" idx="1"/>
          </p:nvPr>
        </p:nvSpPr>
        <p:spPr>
          <a:xfrm>
            <a:off x="633845" y="1035887"/>
            <a:ext cx="7886700" cy="2680800"/>
          </a:xfrm>
          <a:prstGeom prst="rect">
            <a:avLst/>
          </a:prstGeom>
        </p:spPr>
        <p:txBody>
          <a:bodyPr spcFirstLastPara="1" wrap="square" lIns="68575" tIns="34275" rIns="68575" bIns="34275" anchor="t" anchorCtr="0">
            <a:spAutoFit/>
          </a:bodyPr>
          <a:lstStyle/>
          <a:p>
            <a:pPr marL="457200" lvl="0" indent="-317500" algn="l" rtl="0">
              <a:lnSpc>
                <a:spcPct val="100000"/>
              </a:lnSpc>
              <a:spcBef>
                <a:spcPts val="800"/>
              </a:spcBef>
              <a:spcAft>
                <a:spcPts val="0"/>
              </a:spcAft>
              <a:buSzPts val="1400"/>
              <a:buChar char="●"/>
            </a:pPr>
            <a:r>
              <a:rPr lang="en"/>
              <a:t>Can convert a dictionary (or any other data structure) to a JSON format string - which can be passed/used or written on a file</a:t>
            </a:r>
            <a:endParaRPr sz="1200"/>
          </a:p>
          <a:p>
            <a:pPr marL="914400" lvl="0" indent="0" algn="l" rtl="0">
              <a:lnSpc>
                <a:spcPct val="100000"/>
              </a:lnSpc>
              <a:spcBef>
                <a:spcPts val="800"/>
              </a:spcBef>
              <a:spcAft>
                <a:spcPts val="0"/>
              </a:spcAft>
              <a:buNone/>
            </a:pPr>
            <a:r>
              <a:rPr lang="en" sz="1500" b="1">
                <a:latin typeface="Courier New"/>
                <a:ea typeface="Courier New"/>
                <a:cs typeface="Courier New"/>
                <a:sym typeface="Courier New"/>
              </a:rPr>
              <a:t>json_str = json.dumps(&lt;dictionary&gt;, indent=4)</a:t>
            </a:r>
            <a:r>
              <a:rPr lang="en" sz="2000" b="1">
                <a:latin typeface="Courier New"/>
                <a:ea typeface="Courier New"/>
                <a:cs typeface="Courier New"/>
                <a:sym typeface="Courier New"/>
              </a:rPr>
              <a:t> </a:t>
            </a:r>
            <a:br>
              <a:rPr lang="en" sz="2000" b="1">
                <a:latin typeface="Courier New"/>
                <a:ea typeface="Courier New"/>
                <a:cs typeface="Courier New"/>
                <a:sym typeface="Courier New"/>
              </a:rPr>
            </a:br>
            <a:r>
              <a:rPr lang="en" sz="1500" b="1">
                <a:latin typeface="Courier New"/>
                <a:ea typeface="Courier New"/>
                <a:cs typeface="Courier New"/>
                <a:sym typeface="Courier New"/>
              </a:rPr>
              <a:t># indent provides how much indentation - useful when printing</a:t>
            </a:r>
            <a:endParaRPr/>
          </a:p>
          <a:p>
            <a:pPr marL="457200" lvl="0" indent="-317500" algn="l" rtl="0">
              <a:lnSpc>
                <a:spcPct val="100000"/>
              </a:lnSpc>
              <a:spcBef>
                <a:spcPts val="800"/>
              </a:spcBef>
              <a:spcAft>
                <a:spcPts val="0"/>
              </a:spcAft>
              <a:buSzPts val="1400"/>
              <a:buChar char="●"/>
            </a:pPr>
            <a:r>
              <a:rPr lang="en"/>
              <a:t>Can write directly to a file:</a:t>
            </a:r>
            <a:endParaRPr/>
          </a:p>
          <a:p>
            <a:pPr marL="914400" lvl="0" indent="0" algn="l" rtl="0">
              <a:lnSpc>
                <a:spcPct val="100000"/>
              </a:lnSpc>
              <a:spcBef>
                <a:spcPts val="800"/>
              </a:spcBef>
              <a:spcAft>
                <a:spcPts val="0"/>
              </a:spcAft>
              <a:buNone/>
            </a:pPr>
            <a:r>
              <a:rPr lang="en" sz="1500" b="1">
                <a:latin typeface="Courier New"/>
                <a:ea typeface="Courier New"/>
                <a:cs typeface="Courier New"/>
                <a:sym typeface="Courier New"/>
              </a:rPr>
              <a:t>json.dump(&lt;dictionary&gt;, f)</a:t>
            </a:r>
            <a:endParaRPr sz="1500" b="1">
              <a:latin typeface="Courier New"/>
              <a:ea typeface="Courier New"/>
              <a:cs typeface="Courier New"/>
              <a:sym typeface="Courier New"/>
            </a:endParaRPr>
          </a:p>
          <a:p>
            <a:pPr marL="914400" lvl="0" indent="0" algn="l" rtl="0">
              <a:lnSpc>
                <a:spcPct val="100000"/>
              </a:lnSpc>
              <a:spcBef>
                <a:spcPts val="800"/>
              </a:spcBef>
              <a:spcAft>
                <a:spcPts val="0"/>
              </a:spcAft>
              <a:buNone/>
            </a:pPr>
            <a:r>
              <a:rPr lang="en" sz="1500" b="1">
                <a:latin typeface="Courier New"/>
                <a:ea typeface="Courier New"/>
                <a:cs typeface="Courier New"/>
                <a:sym typeface="Courier New"/>
              </a:rPr>
              <a:t># f is opened for writing</a:t>
            </a:r>
            <a:endParaRPr sz="1500" b="1">
              <a:latin typeface="Courier New"/>
              <a:ea typeface="Courier New"/>
              <a:cs typeface="Courier New"/>
              <a:sym typeface="Courier New"/>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44"/>
          <p:cNvSpPr txBox="1">
            <a:spLocks noGrp="1"/>
          </p:cNvSpPr>
          <p:nvPr>
            <p:ph type="title"/>
          </p:nvPr>
        </p:nvSpPr>
        <p:spPr>
          <a:xfrm>
            <a:off x="633845" y="274320"/>
            <a:ext cx="7084200" cy="619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Writing JSON file </a:t>
            </a:r>
            <a:endParaRPr/>
          </a:p>
        </p:txBody>
      </p:sp>
      <p:sp>
        <p:nvSpPr>
          <p:cNvPr id="327" name="Google Shape;327;p44"/>
          <p:cNvSpPr txBox="1">
            <a:spLocks noGrp="1"/>
          </p:cNvSpPr>
          <p:nvPr>
            <p:ph type="body" idx="1"/>
          </p:nvPr>
        </p:nvSpPr>
        <p:spPr>
          <a:xfrm>
            <a:off x="584325" y="1295600"/>
            <a:ext cx="5698200" cy="2703900"/>
          </a:xfrm>
          <a:prstGeom prst="rect">
            <a:avLst/>
          </a:prstGeom>
          <a:ln w="9525" cap="flat" cmpd="sng">
            <a:solidFill>
              <a:schemeClr val="dk1"/>
            </a:solidFill>
            <a:prstDash val="solid"/>
            <a:round/>
            <a:headEnd type="none" w="sm" len="sm"/>
            <a:tailEnd type="none" w="sm" len="sm"/>
          </a:ln>
        </p:spPr>
        <p:txBody>
          <a:bodyPr spcFirstLastPara="1" wrap="square" lIns="68575" tIns="34275" rIns="68575" bIns="34275" anchor="t" anchorCtr="0">
            <a:noAutofit/>
          </a:bodyPr>
          <a:lstStyle/>
          <a:p>
            <a:pPr marL="0" lvl="0" indent="0" algn="l" rtl="0">
              <a:spcBef>
                <a:spcPts val="800"/>
              </a:spcBef>
              <a:spcAft>
                <a:spcPts val="0"/>
              </a:spcAft>
              <a:buClr>
                <a:schemeClr val="dk1"/>
              </a:buClr>
              <a:buSzPts val="1100"/>
              <a:buFont typeface="Arial"/>
              <a:buNone/>
            </a:pPr>
            <a:r>
              <a:rPr lang="en" sz="1400" b="1">
                <a:latin typeface="Courier New"/>
                <a:ea typeface="Courier New"/>
                <a:cs typeface="Courier New"/>
                <a:sym typeface="Courier New"/>
              </a:rPr>
              <a:t>import json</a:t>
            </a:r>
            <a:endParaRPr sz="1400" b="1">
              <a:latin typeface="Courier New"/>
              <a:ea typeface="Courier New"/>
              <a:cs typeface="Courier New"/>
              <a:sym typeface="Courier New"/>
            </a:endParaRPr>
          </a:p>
          <a:p>
            <a:pPr marL="0" lvl="0" indent="0" algn="l" rtl="0">
              <a:spcBef>
                <a:spcPts val="800"/>
              </a:spcBef>
              <a:spcAft>
                <a:spcPts val="0"/>
              </a:spcAft>
              <a:buClr>
                <a:schemeClr val="dk1"/>
              </a:buClr>
              <a:buSzPts val="1100"/>
              <a:buFont typeface="Arial"/>
              <a:buNone/>
            </a:pPr>
            <a:endParaRPr sz="1400" b="1">
              <a:latin typeface="Courier New"/>
              <a:ea typeface="Courier New"/>
              <a:cs typeface="Courier New"/>
              <a:sym typeface="Courier New"/>
            </a:endParaRPr>
          </a:p>
          <a:p>
            <a:pPr marL="0" lvl="0" indent="0" algn="l" rtl="0">
              <a:spcBef>
                <a:spcPts val="800"/>
              </a:spcBef>
              <a:spcAft>
                <a:spcPts val="0"/>
              </a:spcAft>
              <a:buClr>
                <a:schemeClr val="dk1"/>
              </a:buClr>
              <a:buSzPts val="1100"/>
              <a:buFont typeface="Arial"/>
              <a:buNone/>
            </a:pPr>
            <a:r>
              <a:rPr lang="en" sz="1400" b="1">
                <a:solidFill>
                  <a:srgbClr val="595959"/>
                </a:solidFill>
                <a:latin typeface="Courier New"/>
                <a:ea typeface="Courier New"/>
                <a:cs typeface="Courier New"/>
                <a:sym typeface="Courier New"/>
              </a:rPr>
              <a:t># Dictionary containing student roll number and name</a:t>
            </a:r>
            <a:endParaRPr sz="1400" b="1">
              <a:solidFill>
                <a:srgbClr val="595959"/>
              </a:solidFill>
              <a:latin typeface="Courier New"/>
              <a:ea typeface="Courier New"/>
              <a:cs typeface="Courier New"/>
              <a:sym typeface="Courier New"/>
            </a:endParaRPr>
          </a:p>
          <a:p>
            <a:pPr marL="0" lvl="0" indent="0" algn="l" rtl="0">
              <a:spcBef>
                <a:spcPts val="800"/>
              </a:spcBef>
              <a:spcAft>
                <a:spcPts val="0"/>
              </a:spcAft>
              <a:buClr>
                <a:schemeClr val="dk1"/>
              </a:buClr>
              <a:buSzPts val="1100"/>
              <a:buFont typeface="Arial"/>
              <a:buNone/>
            </a:pPr>
            <a:r>
              <a:rPr lang="en" sz="1400" b="1">
                <a:latin typeface="Courier New"/>
                <a:ea typeface="Courier New"/>
                <a:cs typeface="Courier New"/>
                <a:sym typeface="Courier New"/>
              </a:rPr>
              <a:t>students = {"r1":"abc", "r2": "pqr", "r3":"xyz"}</a:t>
            </a:r>
            <a:endParaRPr sz="1400" b="1">
              <a:latin typeface="Courier New"/>
              <a:ea typeface="Courier New"/>
              <a:cs typeface="Courier New"/>
              <a:sym typeface="Courier New"/>
            </a:endParaRPr>
          </a:p>
          <a:p>
            <a:pPr marL="0" lvl="0" indent="0" algn="l" rtl="0">
              <a:spcBef>
                <a:spcPts val="800"/>
              </a:spcBef>
              <a:spcAft>
                <a:spcPts val="0"/>
              </a:spcAft>
              <a:buClr>
                <a:schemeClr val="dk1"/>
              </a:buClr>
              <a:buSzPts val="1100"/>
              <a:buFont typeface="Arial"/>
              <a:buNone/>
            </a:pPr>
            <a:endParaRPr sz="1400" b="1">
              <a:solidFill>
                <a:srgbClr val="595959"/>
              </a:solidFill>
              <a:latin typeface="Courier New"/>
              <a:ea typeface="Courier New"/>
              <a:cs typeface="Courier New"/>
              <a:sym typeface="Courier New"/>
            </a:endParaRPr>
          </a:p>
          <a:p>
            <a:pPr marL="0" lvl="0" indent="0" algn="l" rtl="0">
              <a:spcBef>
                <a:spcPts val="800"/>
              </a:spcBef>
              <a:spcAft>
                <a:spcPts val="0"/>
              </a:spcAft>
              <a:buClr>
                <a:schemeClr val="dk1"/>
              </a:buClr>
              <a:buSzPts val="1100"/>
              <a:buFont typeface="Arial"/>
              <a:buNone/>
            </a:pPr>
            <a:r>
              <a:rPr lang="en" sz="1400" b="1">
                <a:latin typeface="Courier New"/>
                <a:ea typeface="Courier New"/>
                <a:cs typeface="Courier New"/>
                <a:sym typeface="Courier New"/>
              </a:rPr>
              <a:t>with open("demo.json", "w") as f:</a:t>
            </a:r>
            <a:endParaRPr sz="1400" b="1">
              <a:latin typeface="Courier New"/>
              <a:ea typeface="Courier New"/>
              <a:cs typeface="Courier New"/>
              <a:sym typeface="Courier New"/>
            </a:endParaRPr>
          </a:p>
          <a:p>
            <a:pPr marL="0" lvl="0" indent="0" algn="l" rtl="0">
              <a:spcBef>
                <a:spcPts val="800"/>
              </a:spcBef>
              <a:spcAft>
                <a:spcPts val="0"/>
              </a:spcAft>
              <a:buClr>
                <a:schemeClr val="dk1"/>
              </a:buClr>
              <a:buSzPts val="1100"/>
              <a:buFont typeface="Arial"/>
              <a:buNone/>
            </a:pPr>
            <a:r>
              <a:rPr lang="en" sz="1400" b="1">
                <a:latin typeface="Courier New"/>
                <a:ea typeface="Courier New"/>
                <a:cs typeface="Courier New"/>
                <a:sym typeface="Courier New"/>
              </a:rPr>
              <a:t>     json.dump(students, f) </a:t>
            </a:r>
            <a:endParaRPr sz="1400" b="1">
              <a:solidFill>
                <a:srgbClr val="595959"/>
              </a:solidFill>
              <a:latin typeface="Courier New"/>
              <a:ea typeface="Courier New"/>
              <a:cs typeface="Courier New"/>
              <a:sym typeface="Courier New"/>
            </a:endParaRPr>
          </a:p>
          <a:p>
            <a:pPr marL="0" lvl="0" indent="0" algn="l" rtl="0">
              <a:spcBef>
                <a:spcPts val="800"/>
              </a:spcBef>
              <a:spcAft>
                <a:spcPts val="0"/>
              </a:spcAft>
              <a:buNone/>
            </a:pPr>
            <a:endParaRPr sz="1400" b="1">
              <a:latin typeface="Courier New"/>
              <a:ea typeface="Courier New"/>
              <a:cs typeface="Courier New"/>
              <a:sym typeface="Courier New"/>
            </a:endParaRPr>
          </a:p>
        </p:txBody>
      </p:sp>
      <p:sp>
        <p:nvSpPr>
          <p:cNvPr id="328" name="Google Shape;328;p44"/>
          <p:cNvSpPr txBox="1">
            <a:spLocks noGrp="1"/>
          </p:cNvSpPr>
          <p:nvPr>
            <p:ph type="body" idx="1"/>
          </p:nvPr>
        </p:nvSpPr>
        <p:spPr>
          <a:xfrm>
            <a:off x="6466075" y="1295600"/>
            <a:ext cx="2285100" cy="2703900"/>
          </a:xfrm>
          <a:prstGeom prst="rect">
            <a:avLst/>
          </a:prstGeom>
          <a:solidFill>
            <a:srgbClr val="C9DAF8"/>
          </a:solidFill>
          <a:ln w="9525" cap="flat" cmpd="sng">
            <a:solidFill>
              <a:schemeClr val="dk1"/>
            </a:solidFill>
            <a:prstDash val="solid"/>
            <a:round/>
            <a:headEnd type="none" w="sm" len="sm"/>
            <a:tailEnd type="none" w="sm" len="sm"/>
          </a:ln>
        </p:spPr>
        <p:txBody>
          <a:bodyPr spcFirstLastPara="1" wrap="square" lIns="68575" tIns="34275" rIns="68575" bIns="34275" anchor="t" anchorCtr="0">
            <a:normAutofit/>
          </a:bodyPr>
          <a:lstStyle/>
          <a:p>
            <a:pPr marL="0" lvl="0" indent="0" algn="l" rtl="0">
              <a:spcBef>
                <a:spcPts val="800"/>
              </a:spcBef>
              <a:spcAft>
                <a:spcPts val="0"/>
              </a:spcAft>
              <a:buNone/>
            </a:pPr>
            <a:r>
              <a:rPr lang="en" sz="1400" b="1">
                <a:latin typeface="Courier New"/>
                <a:ea typeface="Courier New"/>
                <a:cs typeface="Courier New"/>
                <a:sym typeface="Courier New"/>
              </a:rPr>
              <a:t>demo.json</a:t>
            </a:r>
            <a:endParaRPr sz="1400" b="1">
              <a:latin typeface="Courier New"/>
              <a:ea typeface="Courier New"/>
              <a:cs typeface="Courier New"/>
              <a:sym typeface="Courier New"/>
            </a:endParaRPr>
          </a:p>
          <a:p>
            <a:pPr marL="0" lvl="0" indent="0" algn="l" rtl="0">
              <a:spcBef>
                <a:spcPts val="800"/>
              </a:spcBef>
              <a:spcAft>
                <a:spcPts val="0"/>
              </a:spcAft>
              <a:buNone/>
            </a:pPr>
            <a:r>
              <a:rPr lang="en" sz="1400" b="1">
                <a:latin typeface="Courier New"/>
                <a:ea typeface="Courier New"/>
                <a:cs typeface="Courier New"/>
                <a:sym typeface="Courier New"/>
              </a:rPr>
              <a:t>{</a:t>
            </a:r>
            <a:br>
              <a:rPr lang="en" sz="1400" b="1">
                <a:latin typeface="Courier New"/>
                <a:ea typeface="Courier New"/>
                <a:cs typeface="Courier New"/>
                <a:sym typeface="Courier New"/>
              </a:rPr>
            </a:br>
            <a:r>
              <a:rPr lang="en" sz="1400" b="1">
                <a:latin typeface="Courier New"/>
                <a:ea typeface="Courier New"/>
                <a:cs typeface="Courier New"/>
                <a:sym typeface="Courier New"/>
              </a:rPr>
              <a:t>  "r1": "abc",</a:t>
            </a:r>
            <a:br>
              <a:rPr lang="en" sz="1400" b="1">
                <a:latin typeface="Courier New"/>
                <a:ea typeface="Courier New"/>
                <a:cs typeface="Courier New"/>
                <a:sym typeface="Courier New"/>
              </a:rPr>
            </a:br>
            <a:r>
              <a:rPr lang="en" sz="1400" b="1">
                <a:latin typeface="Courier New"/>
                <a:ea typeface="Courier New"/>
                <a:cs typeface="Courier New"/>
                <a:sym typeface="Courier New"/>
              </a:rPr>
              <a:t>  "r2": "pqr",</a:t>
            </a:r>
            <a:br>
              <a:rPr lang="en" sz="1400" b="1">
                <a:latin typeface="Courier New"/>
                <a:ea typeface="Courier New"/>
                <a:cs typeface="Courier New"/>
                <a:sym typeface="Courier New"/>
              </a:rPr>
            </a:br>
            <a:r>
              <a:rPr lang="en" sz="1400" b="1">
                <a:latin typeface="Courier New"/>
                <a:ea typeface="Courier New"/>
                <a:cs typeface="Courier New"/>
                <a:sym typeface="Courier New"/>
              </a:rPr>
              <a:t>  "r3": "xyz"</a:t>
            </a:r>
            <a:br>
              <a:rPr lang="en" sz="1400" b="1">
                <a:latin typeface="Courier New"/>
                <a:ea typeface="Courier New"/>
                <a:cs typeface="Courier New"/>
                <a:sym typeface="Courier New"/>
              </a:rPr>
            </a:br>
            <a:r>
              <a:rPr lang="en" sz="1400" b="1">
                <a:latin typeface="Courier New"/>
                <a:ea typeface="Courier New"/>
                <a:cs typeface="Courier New"/>
                <a:sym typeface="Courier New"/>
              </a:rPr>
              <a:t>}</a:t>
            </a:r>
            <a:endParaRPr sz="1400" b="1">
              <a:latin typeface="Courier New"/>
              <a:ea typeface="Courier New"/>
              <a:cs typeface="Courier New"/>
              <a:sym typeface="Courier New"/>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45"/>
          <p:cNvSpPr txBox="1">
            <a:spLocks noGrp="1"/>
          </p:cNvSpPr>
          <p:nvPr>
            <p:ph type="title"/>
          </p:nvPr>
        </p:nvSpPr>
        <p:spPr>
          <a:xfrm>
            <a:off x="633845" y="274320"/>
            <a:ext cx="7084200" cy="619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JSON - Bigger Example</a:t>
            </a:r>
            <a:endParaRPr/>
          </a:p>
        </p:txBody>
      </p:sp>
      <p:sp>
        <p:nvSpPr>
          <p:cNvPr id="334" name="Google Shape;334;p45"/>
          <p:cNvSpPr txBox="1">
            <a:spLocks noGrp="1"/>
          </p:cNvSpPr>
          <p:nvPr>
            <p:ph type="body" idx="1"/>
          </p:nvPr>
        </p:nvSpPr>
        <p:spPr>
          <a:xfrm>
            <a:off x="633845" y="1035887"/>
            <a:ext cx="7886700" cy="3599100"/>
          </a:xfrm>
          <a:prstGeom prst="rect">
            <a:avLst/>
          </a:prstGeom>
        </p:spPr>
        <p:txBody>
          <a:bodyPr spcFirstLastPara="1" wrap="square" lIns="68575" tIns="34275" rIns="68575" bIns="34275" anchor="t" anchorCtr="0">
            <a:normAutofit/>
          </a:bodyPr>
          <a:lstStyle/>
          <a:p>
            <a:pPr marL="457200" lvl="0" indent="-317500" algn="l" rtl="0">
              <a:lnSpc>
                <a:spcPct val="115000"/>
              </a:lnSpc>
              <a:spcBef>
                <a:spcPts val="800"/>
              </a:spcBef>
              <a:spcAft>
                <a:spcPts val="0"/>
              </a:spcAft>
              <a:buSzPts val="1400"/>
              <a:buChar char="●"/>
            </a:pPr>
            <a:r>
              <a:rPr lang="en"/>
              <a:t>Read the Sherlock Holmes JSON shown before.</a:t>
            </a:r>
            <a:endParaRPr/>
          </a:p>
          <a:p>
            <a:pPr marL="457200" lvl="0" indent="-317500" algn="l" rtl="0">
              <a:lnSpc>
                <a:spcPct val="115000"/>
              </a:lnSpc>
              <a:spcBef>
                <a:spcPts val="0"/>
              </a:spcBef>
              <a:spcAft>
                <a:spcPts val="0"/>
              </a:spcAft>
              <a:buSzPts val="1400"/>
              <a:buChar char="●"/>
            </a:pPr>
            <a:r>
              <a:rPr lang="en"/>
              <a:t>Increment Sherlock’s age</a:t>
            </a:r>
            <a:endParaRPr/>
          </a:p>
          <a:p>
            <a:pPr marL="457200" lvl="0" indent="-317500" algn="l" rtl="0">
              <a:lnSpc>
                <a:spcPct val="115000"/>
              </a:lnSpc>
              <a:spcBef>
                <a:spcPts val="0"/>
              </a:spcBef>
              <a:spcAft>
                <a:spcPts val="0"/>
              </a:spcAft>
              <a:buSzPts val="1400"/>
              <a:buChar char="●"/>
            </a:pPr>
            <a:r>
              <a:rPr lang="en"/>
              <a:t>Edit his address to:</a:t>
            </a:r>
            <a:endParaRPr/>
          </a:p>
          <a:p>
            <a:pPr marL="914400" lvl="0" indent="0" algn="l" rtl="0">
              <a:lnSpc>
                <a:spcPct val="115000"/>
              </a:lnSpc>
              <a:spcBef>
                <a:spcPts val="800"/>
              </a:spcBef>
              <a:spcAft>
                <a:spcPts val="0"/>
              </a:spcAft>
              <a:buNone/>
            </a:pPr>
            <a:r>
              <a:rPr lang="en"/>
              <a:t>28 A King Street, Manchester, United Kingdom</a:t>
            </a:r>
            <a:endParaRPr/>
          </a:p>
          <a:p>
            <a:pPr marL="457200" lvl="0" indent="-317500" algn="l" rtl="0">
              <a:lnSpc>
                <a:spcPct val="115000"/>
              </a:lnSpc>
              <a:spcBef>
                <a:spcPts val="800"/>
              </a:spcBef>
              <a:spcAft>
                <a:spcPts val="0"/>
              </a:spcAft>
              <a:buSzPts val="1400"/>
              <a:buChar char="●"/>
            </a:pPr>
            <a:r>
              <a:rPr lang="en"/>
              <a:t>Add another his office number (‘office_2’):</a:t>
            </a:r>
            <a:endParaRPr/>
          </a:p>
          <a:p>
            <a:pPr marL="914400" lvl="0" indent="0" algn="l" rtl="0">
              <a:lnSpc>
                <a:spcPct val="115000"/>
              </a:lnSpc>
              <a:spcBef>
                <a:spcPts val="800"/>
              </a:spcBef>
              <a:spcAft>
                <a:spcPts val="0"/>
              </a:spcAft>
              <a:buNone/>
            </a:pPr>
            <a:r>
              <a:rPr lang="en"/>
              <a:t>“+44 111 222 3333”</a:t>
            </a:r>
            <a:endParaRPr/>
          </a:p>
          <a:p>
            <a:pPr marL="457200" lvl="0" indent="-317500" algn="l" rtl="0">
              <a:lnSpc>
                <a:spcPct val="115000"/>
              </a:lnSpc>
              <a:spcBef>
                <a:spcPts val="800"/>
              </a:spcBef>
              <a:spcAft>
                <a:spcPts val="0"/>
              </a:spcAft>
              <a:buSzPts val="1400"/>
              <a:buChar char="●"/>
            </a:pPr>
            <a:r>
              <a:rPr lang="en"/>
              <a:t>Add “Molly Hooper” to his friends list</a:t>
            </a:r>
            <a:endParaRPr/>
          </a:p>
          <a:p>
            <a:pPr marL="457200" lvl="0" indent="-317500" algn="l" rtl="0">
              <a:lnSpc>
                <a:spcPct val="115000"/>
              </a:lnSpc>
              <a:spcBef>
                <a:spcPts val="0"/>
              </a:spcBef>
              <a:spcAft>
                <a:spcPts val="0"/>
              </a:spcAft>
              <a:buSzPts val="1400"/>
              <a:buChar char="●"/>
            </a:pPr>
            <a:r>
              <a:rPr lang="en"/>
              <a:t>Save the updated JSON.</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46"/>
          <p:cNvSpPr txBox="1">
            <a:spLocks noGrp="1"/>
          </p:cNvSpPr>
          <p:nvPr>
            <p:ph type="title"/>
          </p:nvPr>
        </p:nvSpPr>
        <p:spPr>
          <a:xfrm>
            <a:off x="633845" y="274320"/>
            <a:ext cx="7084200" cy="619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JSON - Bigger Example - code</a:t>
            </a:r>
            <a:endParaRPr/>
          </a:p>
        </p:txBody>
      </p:sp>
      <p:sp>
        <p:nvSpPr>
          <p:cNvPr id="340" name="Google Shape;340;p46"/>
          <p:cNvSpPr txBox="1">
            <a:spLocks noGrp="1"/>
          </p:cNvSpPr>
          <p:nvPr>
            <p:ph type="body" idx="1"/>
          </p:nvPr>
        </p:nvSpPr>
        <p:spPr>
          <a:xfrm>
            <a:off x="628645" y="1142012"/>
            <a:ext cx="7886700" cy="2829600"/>
          </a:xfrm>
          <a:prstGeom prst="rect">
            <a:avLst/>
          </a:prstGeom>
          <a:ln w="9525" cap="flat" cmpd="sng">
            <a:solidFill>
              <a:srgbClr val="000000"/>
            </a:solidFill>
            <a:prstDash val="solid"/>
            <a:round/>
            <a:headEnd type="none" w="sm" len="sm"/>
            <a:tailEnd type="none" w="sm" len="sm"/>
          </a:ln>
        </p:spPr>
        <p:txBody>
          <a:bodyPr spcFirstLastPara="1" wrap="square" lIns="68575" tIns="34275" rIns="68575" bIns="34275" anchor="t" anchorCtr="0">
            <a:spAutoFit/>
          </a:bodyPr>
          <a:lstStyle/>
          <a:p>
            <a:pPr marL="0" lvl="0" indent="0" algn="l" rtl="0">
              <a:spcBef>
                <a:spcPts val="800"/>
              </a:spcBef>
              <a:spcAft>
                <a:spcPts val="0"/>
              </a:spcAft>
              <a:buClr>
                <a:schemeClr val="dk1"/>
              </a:buClr>
              <a:buSzPts val="1100"/>
              <a:buFont typeface="Arial"/>
              <a:buNone/>
            </a:pPr>
            <a:r>
              <a:rPr lang="en" sz="1400" b="1">
                <a:latin typeface="Courier New"/>
                <a:ea typeface="Courier New"/>
                <a:cs typeface="Courier New"/>
                <a:sym typeface="Courier New"/>
              </a:rPr>
              <a:t>import json</a:t>
            </a:r>
            <a:endParaRPr sz="1400" b="1">
              <a:solidFill>
                <a:srgbClr val="595959"/>
              </a:solidFill>
              <a:latin typeface="Courier New"/>
              <a:ea typeface="Courier New"/>
              <a:cs typeface="Courier New"/>
              <a:sym typeface="Courier New"/>
            </a:endParaRPr>
          </a:p>
          <a:p>
            <a:pPr marL="0" lvl="0" indent="0" algn="l" rtl="0">
              <a:spcBef>
                <a:spcPts val="800"/>
              </a:spcBef>
              <a:spcAft>
                <a:spcPts val="0"/>
              </a:spcAft>
              <a:buNone/>
            </a:pPr>
            <a:r>
              <a:rPr lang="en" sz="1400" b="1">
                <a:latin typeface="Courier New"/>
                <a:ea typeface="Courier New"/>
                <a:cs typeface="Courier New"/>
                <a:sym typeface="Courier New"/>
              </a:rPr>
              <a:t>with open('sherlock.json') as f:</a:t>
            </a:r>
            <a:endParaRPr sz="1400" b="1">
              <a:latin typeface="Courier New"/>
              <a:ea typeface="Courier New"/>
              <a:cs typeface="Courier New"/>
              <a:sym typeface="Courier New"/>
            </a:endParaRPr>
          </a:p>
          <a:p>
            <a:pPr marL="0" lvl="0" indent="0" algn="l" rtl="0">
              <a:spcBef>
                <a:spcPts val="800"/>
              </a:spcBef>
              <a:spcAft>
                <a:spcPts val="0"/>
              </a:spcAft>
              <a:buNone/>
            </a:pPr>
            <a:r>
              <a:rPr lang="en" sz="1400" b="1">
                <a:latin typeface="Courier New"/>
                <a:ea typeface="Courier New"/>
                <a:cs typeface="Courier New"/>
                <a:sym typeface="Courier New"/>
              </a:rPr>
              <a:t>    sherlock = json.load(f)</a:t>
            </a:r>
            <a:endParaRPr sz="1400" b="1">
              <a:latin typeface="Courier New"/>
              <a:ea typeface="Courier New"/>
              <a:cs typeface="Courier New"/>
              <a:sym typeface="Courier New"/>
            </a:endParaRPr>
          </a:p>
          <a:p>
            <a:pPr marL="0" lvl="0" indent="0" algn="l" rtl="0">
              <a:spcBef>
                <a:spcPts val="800"/>
              </a:spcBef>
              <a:spcAft>
                <a:spcPts val="0"/>
              </a:spcAft>
              <a:buNone/>
            </a:pPr>
            <a:endParaRPr sz="1400" b="1">
              <a:latin typeface="Courier New"/>
              <a:ea typeface="Courier New"/>
              <a:cs typeface="Courier New"/>
              <a:sym typeface="Courier New"/>
            </a:endParaRPr>
          </a:p>
          <a:p>
            <a:pPr marL="457200" lvl="0" indent="0" algn="l" rtl="0">
              <a:spcBef>
                <a:spcPts val="800"/>
              </a:spcBef>
              <a:spcAft>
                <a:spcPts val="0"/>
              </a:spcAft>
              <a:buNone/>
            </a:pPr>
            <a:r>
              <a:rPr lang="en" sz="1400" b="1">
                <a:latin typeface="Courier New"/>
                <a:ea typeface="Courier New"/>
                <a:cs typeface="Courier New"/>
                <a:sym typeface="Courier New"/>
              </a:rPr>
              <a:t>sherlock['age'] += 1</a:t>
            </a:r>
            <a:endParaRPr sz="1400" b="1">
              <a:latin typeface="Courier New"/>
              <a:ea typeface="Courier New"/>
              <a:cs typeface="Courier New"/>
              <a:sym typeface="Courier New"/>
            </a:endParaRPr>
          </a:p>
          <a:p>
            <a:pPr marL="457200" lvl="0" indent="0" algn="l" rtl="0">
              <a:spcBef>
                <a:spcPts val="800"/>
              </a:spcBef>
              <a:spcAft>
                <a:spcPts val="0"/>
              </a:spcAft>
              <a:buNone/>
            </a:pPr>
            <a:r>
              <a:rPr lang="en" sz="1400" b="1">
                <a:latin typeface="Courier New"/>
                <a:ea typeface="Courier New"/>
                <a:cs typeface="Courier New"/>
                <a:sym typeface="Courier New"/>
              </a:rPr>
              <a:t>sherlock['address']['home'] = '28 A Kings Street'</a:t>
            </a:r>
            <a:endParaRPr sz="1400" b="1">
              <a:latin typeface="Courier New"/>
              <a:ea typeface="Courier New"/>
              <a:cs typeface="Courier New"/>
              <a:sym typeface="Courier New"/>
            </a:endParaRPr>
          </a:p>
          <a:p>
            <a:pPr marL="457200" lvl="0" indent="0" algn="l" rtl="0">
              <a:spcBef>
                <a:spcPts val="800"/>
              </a:spcBef>
              <a:spcAft>
                <a:spcPts val="0"/>
              </a:spcAft>
              <a:buNone/>
            </a:pPr>
            <a:r>
              <a:rPr lang="en" sz="1400" b="1">
                <a:latin typeface="Courier New"/>
                <a:ea typeface="Courier New"/>
                <a:cs typeface="Courier New"/>
                <a:sym typeface="Courier New"/>
              </a:rPr>
              <a:t>sherlock['address']['city'] = 'Manchester'</a:t>
            </a:r>
            <a:endParaRPr sz="1400" b="1">
              <a:latin typeface="Courier New"/>
              <a:ea typeface="Courier New"/>
              <a:cs typeface="Courier New"/>
              <a:sym typeface="Courier New"/>
            </a:endParaRPr>
          </a:p>
          <a:p>
            <a:pPr marL="457200" lvl="0" indent="0" algn="l" rtl="0">
              <a:spcBef>
                <a:spcPts val="800"/>
              </a:spcBef>
              <a:spcAft>
                <a:spcPts val="0"/>
              </a:spcAft>
              <a:buNone/>
            </a:pPr>
            <a:r>
              <a:rPr lang="en" sz="1400" b="1">
                <a:latin typeface="Courier New"/>
                <a:ea typeface="Courier New"/>
                <a:cs typeface="Courier New"/>
                <a:sym typeface="Courier New"/>
              </a:rPr>
              <a:t>sherlock['contact_info'].append({'type':'office_2', 'number':'+44 111 222 3333'})</a:t>
            </a:r>
            <a:endParaRPr sz="1400" b="1">
              <a:latin typeface="Courier New"/>
              <a:ea typeface="Courier New"/>
              <a:cs typeface="Courier New"/>
              <a:sym typeface="Courier New"/>
            </a:endParaRPr>
          </a:p>
          <a:p>
            <a:pPr marL="457200" lvl="0" indent="0" algn="l" rtl="0">
              <a:spcBef>
                <a:spcPts val="800"/>
              </a:spcBef>
              <a:spcAft>
                <a:spcPts val="0"/>
              </a:spcAft>
              <a:buNone/>
            </a:pPr>
            <a:r>
              <a:rPr lang="en" sz="1400" b="1">
                <a:latin typeface="Courier New"/>
                <a:ea typeface="Courier New"/>
                <a:cs typeface="Courier New"/>
                <a:sym typeface="Courier New"/>
              </a:rPr>
              <a:t>sherlock['friends'].append('Molly Hooper')</a:t>
            </a:r>
            <a:endParaRPr sz="1400" b="1">
              <a:latin typeface="Courier New"/>
              <a:ea typeface="Courier New"/>
              <a:cs typeface="Courier New"/>
              <a:sym typeface="Courier New"/>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p47"/>
          <p:cNvSpPr txBox="1">
            <a:spLocks noGrp="1"/>
          </p:cNvSpPr>
          <p:nvPr>
            <p:ph type="title"/>
          </p:nvPr>
        </p:nvSpPr>
        <p:spPr>
          <a:xfrm>
            <a:off x="633845" y="274320"/>
            <a:ext cx="7084200" cy="619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JSON - Bigger Example - result</a:t>
            </a:r>
            <a:endParaRPr/>
          </a:p>
        </p:txBody>
      </p:sp>
      <p:sp>
        <p:nvSpPr>
          <p:cNvPr id="346" name="Google Shape;346;p47"/>
          <p:cNvSpPr txBox="1">
            <a:spLocks noGrp="1"/>
          </p:cNvSpPr>
          <p:nvPr>
            <p:ph type="body" idx="1"/>
          </p:nvPr>
        </p:nvSpPr>
        <p:spPr>
          <a:xfrm>
            <a:off x="628650" y="955125"/>
            <a:ext cx="7886700" cy="4216800"/>
          </a:xfrm>
          <a:prstGeom prst="rect">
            <a:avLst/>
          </a:prstGeom>
        </p:spPr>
        <p:txBody>
          <a:bodyPr spcFirstLastPara="1" wrap="square" lIns="68575" tIns="34275" rIns="68575" bIns="34275" anchor="t" anchorCtr="0">
            <a:normAutofit fontScale="92500" lnSpcReduction="20000"/>
          </a:bodyPr>
          <a:lstStyle/>
          <a:p>
            <a:pPr marL="0" lvl="0" indent="0" algn="l" rtl="0">
              <a:lnSpc>
                <a:spcPct val="100000"/>
              </a:lnSpc>
              <a:spcBef>
                <a:spcPts val="200"/>
              </a:spcBef>
              <a:spcAft>
                <a:spcPts val="0"/>
              </a:spcAft>
              <a:buNone/>
            </a:pPr>
            <a:r>
              <a:rPr lang="en" sz="1050" b="1">
                <a:highlight>
                  <a:schemeClr val="lt1"/>
                </a:highlight>
                <a:latin typeface="Courier New"/>
                <a:ea typeface="Courier New"/>
                <a:cs typeface="Courier New"/>
                <a:sym typeface="Courier New"/>
              </a:rPr>
              <a:t>{</a:t>
            </a:r>
            <a:endParaRPr sz="1050" b="1">
              <a:highlight>
                <a:schemeClr val="lt1"/>
              </a:highlight>
              <a:latin typeface="Courier New"/>
              <a:ea typeface="Courier New"/>
              <a:cs typeface="Courier New"/>
              <a:sym typeface="Courier New"/>
            </a:endParaRPr>
          </a:p>
          <a:p>
            <a:pPr marL="0" lvl="0" indent="0" algn="l" rtl="0">
              <a:lnSpc>
                <a:spcPct val="100000"/>
              </a:lnSpc>
              <a:spcBef>
                <a:spcPts val="200"/>
              </a:spcBef>
              <a:spcAft>
                <a:spcPts val="0"/>
              </a:spcAft>
              <a:buNone/>
            </a:pPr>
            <a:r>
              <a:rPr lang="en" sz="1050" b="1">
                <a:highlight>
                  <a:schemeClr val="lt1"/>
                </a:highlight>
                <a:latin typeface="Courier New"/>
                <a:ea typeface="Courier New"/>
                <a:cs typeface="Courier New"/>
                <a:sym typeface="Courier New"/>
              </a:rPr>
              <a:t>  </a:t>
            </a:r>
            <a:r>
              <a:rPr lang="en" sz="1050" b="1">
                <a:solidFill>
                  <a:srgbClr val="008000"/>
                </a:solidFill>
                <a:highlight>
                  <a:schemeClr val="lt1"/>
                </a:highlight>
                <a:latin typeface="Courier New"/>
                <a:ea typeface="Courier New"/>
                <a:cs typeface="Courier New"/>
                <a:sym typeface="Courier New"/>
              </a:rPr>
              <a:t>"first_name"</a:t>
            </a:r>
            <a:r>
              <a:rPr lang="en" sz="1050" b="1">
                <a:highlight>
                  <a:schemeClr val="lt1"/>
                </a:highlight>
                <a:latin typeface="Courier New"/>
                <a:ea typeface="Courier New"/>
                <a:cs typeface="Courier New"/>
                <a:sym typeface="Courier New"/>
              </a:rPr>
              <a:t>: </a:t>
            </a:r>
            <a:r>
              <a:rPr lang="en" sz="1050" b="1">
                <a:solidFill>
                  <a:srgbClr val="BA2121"/>
                </a:solidFill>
                <a:highlight>
                  <a:schemeClr val="lt1"/>
                </a:highlight>
                <a:latin typeface="Courier New"/>
                <a:ea typeface="Courier New"/>
                <a:cs typeface="Courier New"/>
                <a:sym typeface="Courier New"/>
              </a:rPr>
              <a:t>"Sherlock"</a:t>
            </a:r>
            <a:r>
              <a:rPr lang="en" sz="1050" b="1">
                <a:highlight>
                  <a:schemeClr val="lt1"/>
                </a:highlight>
                <a:latin typeface="Courier New"/>
                <a:ea typeface="Courier New"/>
                <a:cs typeface="Courier New"/>
                <a:sym typeface="Courier New"/>
              </a:rPr>
              <a:t>,</a:t>
            </a:r>
            <a:endParaRPr sz="1050" b="1">
              <a:highlight>
                <a:schemeClr val="lt1"/>
              </a:highlight>
              <a:latin typeface="Courier New"/>
              <a:ea typeface="Courier New"/>
              <a:cs typeface="Courier New"/>
              <a:sym typeface="Courier New"/>
            </a:endParaRPr>
          </a:p>
          <a:p>
            <a:pPr marL="0" lvl="0" indent="0" algn="l" rtl="0">
              <a:lnSpc>
                <a:spcPct val="100000"/>
              </a:lnSpc>
              <a:spcBef>
                <a:spcPts val="200"/>
              </a:spcBef>
              <a:spcAft>
                <a:spcPts val="0"/>
              </a:spcAft>
              <a:buNone/>
            </a:pPr>
            <a:r>
              <a:rPr lang="en" sz="1050" b="1">
                <a:highlight>
                  <a:schemeClr val="lt1"/>
                </a:highlight>
                <a:latin typeface="Courier New"/>
                <a:ea typeface="Courier New"/>
                <a:cs typeface="Courier New"/>
                <a:sym typeface="Courier New"/>
              </a:rPr>
              <a:t>  </a:t>
            </a:r>
            <a:r>
              <a:rPr lang="en" sz="1050" b="1">
                <a:solidFill>
                  <a:srgbClr val="008000"/>
                </a:solidFill>
                <a:highlight>
                  <a:schemeClr val="lt1"/>
                </a:highlight>
                <a:latin typeface="Courier New"/>
                <a:ea typeface="Courier New"/>
                <a:cs typeface="Courier New"/>
                <a:sym typeface="Courier New"/>
              </a:rPr>
              <a:t>"last_name"</a:t>
            </a:r>
            <a:r>
              <a:rPr lang="en" sz="1050" b="1">
                <a:highlight>
                  <a:schemeClr val="lt1"/>
                </a:highlight>
                <a:latin typeface="Courier New"/>
                <a:ea typeface="Courier New"/>
                <a:cs typeface="Courier New"/>
                <a:sym typeface="Courier New"/>
              </a:rPr>
              <a:t>: </a:t>
            </a:r>
            <a:r>
              <a:rPr lang="en" sz="1050" b="1">
                <a:solidFill>
                  <a:srgbClr val="BA2121"/>
                </a:solidFill>
                <a:highlight>
                  <a:schemeClr val="lt1"/>
                </a:highlight>
                <a:latin typeface="Courier New"/>
                <a:ea typeface="Courier New"/>
                <a:cs typeface="Courier New"/>
                <a:sym typeface="Courier New"/>
              </a:rPr>
              <a:t>"Holmes"</a:t>
            </a:r>
            <a:r>
              <a:rPr lang="en" sz="1050" b="1">
                <a:highlight>
                  <a:schemeClr val="lt1"/>
                </a:highlight>
                <a:latin typeface="Courier New"/>
                <a:ea typeface="Courier New"/>
                <a:cs typeface="Courier New"/>
                <a:sym typeface="Courier New"/>
              </a:rPr>
              <a:t>,</a:t>
            </a:r>
            <a:endParaRPr sz="1050" b="1">
              <a:highlight>
                <a:schemeClr val="lt1"/>
              </a:highlight>
              <a:latin typeface="Courier New"/>
              <a:ea typeface="Courier New"/>
              <a:cs typeface="Courier New"/>
              <a:sym typeface="Courier New"/>
            </a:endParaRPr>
          </a:p>
          <a:p>
            <a:pPr marL="0" lvl="0" indent="0" algn="l" rtl="0">
              <a:lnSpc>
                <a:spcPct val="100000"/>
              </a:lnSpc>
              <a:spcBef>
                <a:spcPts val="200"/>
              </a:spcBef>
              <a:spcAft>
                <a:spcPts val="0"/>
              </a:spcAft>
              <a:buNone/>
            </a:pPr>
            <a:r>
              <a:rPr lang="en" sz="1050" b="1">
                <a:highlight>
                  <a:schemeClr val="lt1"/>
                </a:highlight>
                <a:latin typeface="Courier New"/>
                <a:ea typeface="Courier New"/>
                <a:cs typeface="Courier New"/>
                <a:sym typeface="Courier New"/>
              </a:rPr>
              <a:t>  </a:t>
            </a:r>
            <a:r>
              <a:rPr lang="en" sz="1050" b="1">
                <a:solidFill>
                  <a:srgbClr val="008000"/>
                </a:solidFill>
                <a:highlight>
                  <a:schemeClr val="lt1"/>
                </a:highlight>
                <a:latin typeface="Courier New"/>
                <a:ea typeface="Courier New"/>
                <a:cs typeface="Courier New"/>
                <a:sym typeface="Courier New"/>
              </a:rPr>
              <a:t>"gender"</a:t>
            </a:r>
            <a:r>
              <a:rPr lang="en" sz="1050" b="1">
                <a:highlight>
                  <a:schemeClr val="lt1"/>
                </a:highlight>
                <a:latin typeface="Courier New"/>
                <a:ea typeface="Courier New"/>
                <a:cs typeface="Courier New"/>
                <a:sym typeface="Courier New"/>
              </a:rPr>
              <a:t>:</a:t>
            </a:r>
            <a:r>
              <a:rPr lang="en" sz="1050" b="1">
                <a:solidFill>
                  <a:srgbClr val="BA2121"/>
                </a:solidFill>
                <a:highlight>
                  <a:schemeClr val="lt1"/>
                </a:highlight>
                <a:latin typeface="Courier New"/>
                <a:ea typeface="Courier New"/>
                <a:cs typeface="Courier New"/>
                <a:sym typeface="Courier New"/>
              </a:rPr>
              <a:t>"Male"</a:t>
            </a:r>
            <a:r>
              <a:rPr lang="en" sz="1050" b="1">
                <a:highlight>
                  <a:schemeClr val="lt1"/>
                </a:highlight>
                <a:latin typeface="Courier New"/>
                <a:ea typeface="Courier New"/>
                <a:cs typeface="Courier New"/>
                <a:sym typeface="Courier New"/>
              </a:rPr>
              <a:t>,</a:t>
            </a:r>
            <a:endParaRPr sz="1050" b="1">
              <a:highlight>
                <a:schemeClr val="lt1"/>
              </a:highlight>
              <a:latin typeface="Courier New"/>
              <a:ea typeface="Courier New"/>
              <a:cs typeface="Courier New"/>
              <a:sym typeface="Courier New"/>
            </a:endParaRPr>
          </a:p>
          <a:p>
            <a:pPr marL="0" lvl="0" indent="0" algn="l" rtl="0">
              <a:lnSpc>
                <a:spcPct val="100000"/>
              </a:lnSpc>
              <a:spcBef>
                <a:spcPts val="200"/>
              </a:spcBef>
              <a:spcAft>
                <a:spcPts val="0"/>
              </a:spcAft>
              <a:buNone/>
            </a:pPr>
            <a:r>
              <a:rPr lang="en" sz="1050" b="1">
                <a:highlight>
                  <a:schemeClr val="lt1"/>
                </a:highlight>
                <a:latin typeface="Courier New"/>
                <a:ea typeface="Courier New"/>
                <a:cs typeface="Courier New"/>
                <a:sym typeface="Courier New"/>
              </a:rPr>
              <a:t>  </a:t>
            </a:r>
            <a:r>
              <a:rPr lang="en" sz="1050" b="1">
                <a:solidFill>
                  <a:srgbClr val="008000"/>
                </a:solidFill>
                <a:highlight>
                  <a:schemeClr val="lt1"/>
                </a:highlight>
                <a:latin typeface="Courier New"/>
                <a:ea typeface="Courier New"/>
                <a:cs typeface="Courier New"/>
                <a:sym typeface="Courier New"/>
              </a:rPr>
              <a:t>"age"</a:t>
            </a:r>
            <a:r>
              <a:rPr lang="en" sz="1050" b="1">
                <a:highlight>
                  <a:schemeClr val="lt1"/>
                </a:highlight>
                <a:latin typeface="Courier New"/>
                <a:ea typeface="Courier New"/>
                <a:cs typeface="Courier New"/>
                <a:sym typeface="Courier New"/>
              </a:rPr>
              <a:t>: </a:t>
            </a:r>
            <a:r>
              <a:rPr lang="en" sz="1050" b="1">
                <a:solidFill>
                  <a:srgbClr val="BA2121"/>
                </a:solidFill>
                <a:highlight>
                  <a:schemeClr val="lt1"/>
                </a:highlight>
                <a:latin typeface="Courier New"/>
                <a:ea typeface="Courier New"/>
                <a:cs typeface="Courier New"/>
                <a:sym typeface="Courier New"/>
              </a:rPr>
              <a:t>37</a:t>
            </a:r>
            <a:r>
              <a:rPr lang="en" sz="1050" b="1">
                <a:highlight>
                  <a:schemeClr val="lt1"/>
                </a:highlight>
                <a:latin typeface="Courier New"/>
                <a:ea typeface="Courier New"/>
                <a:cs typeface="Courier New"/>
                <a:sym typeface="Courier New"/>
              </a:rPr>
              <a:t>,</a:t>
            </a:r>
            <a:br>
              <a:rPr lang="en" sz="1050" b="1">
                <a:highlight>
                  <a:schemeClr val="lt1"/>
                </a:highlight>
                <a:latin typeface="Courier New"/>
                <a:ea typeface="Courier New"/>
                <a:cs typeface="Courier New"/>
                <a:sym typeface="Courier New"/>
              </a:rPr>
            </a:br>
            <a:r>
              <a:rPr lang="en" sz="1050" b="1">
                <a:highlight>
                  <a:schemeClr val="lt1"/>
                </a:highlight>
                <a:latin typeface="Courier New"/>
                <a:ea typeface="Courier New"/>
                <a:cs typeface="Courier New"/>
                <a:sym typeface="Courier New"/>
              </a:rPr>
              <a:t>  </a:t>
            </a:r>
            <a:r>
              <a:rPr lang="en" sz="1050" b="1">
                <a:solidFill>
                  <a:srgbClr val="008000"/>
                </a:solidFill>
                <a:highlight>
                  <a:schemeClr val="lt1"/>
                </a:highlight>
                <a:latin typeface="Courier New"/>
                <a:ea typeface="Courier New"/>
                <a:cs typeface="Courier New"/>
                <a:sym typeface="Courier New"/>
              </a:rPr>
              <a:t>"occupation"</a:t>
            </a:r>
            <a:r>
              <a:rPr lang="en" sz="1050" b="1">
                <a:highlight>
                  <a:schemeClr val="lt1"/>
                </a:highlight>
                <a:latin typeface="Courier New"/>
                <a:ea typeface="Courier New"/>
                <a:cs typeface="Courier New"/>
                <a:sym typeface="Courier New"/>
              </a:rPr>
              <a:t>: </a:t>
            </a:r>
            <a:r>
              <a:rPr lang="en" sz="1050" b="1">
                <a:solidFill>
                  <a:srgbClr val="BA2121"/>
                </a:solidFill>
                <a:highlight>
                  <a:schemeClr val="lt1"/>
                </a:highlight>
                <a:latin typeface="Courier New"/>
                <a:ea typeface="Courier New"/>
                <a:cs typeface="Courier New"/>
                <a:sym typeface="Courier New"/>
              </a:rPr>
              <a:t>"Detective"</a:t>
            </a:r>
            <a:r>
              <a:rPr lang="en" sz="1050" b="1">
                <a:highlight>
                  <a:schemeClr val="lt1"/>
                </a:highlight>
                <a:latin typeface="Courier New"/>
                <a:ea typeface="Courier New"/>
                <a:cs typeface="Courier New"/>
                <a:sym typeface="Courier New"/>
              </a:rPr>
              <a:t>,</a:t>
            </a:r>
            <a:endParaRPr sz="1050" b="1">
              <a:highlight>
                <a:schemeClr val="lt1"/>
              </a:highlight>
              <a:latin typeface="Courier New"/>
              <a:ea typeface="Courier New"/>
              <a:cs typeface="Courier New"/>
              <a:sym typeface="Courier New"/>
            </a:endParaRPr>
          </a:p>
          <a:p>
            <a:pPr marL="0" lvl="0" indent="0" algn="l" rtl="0">
              <a:lnSpc>
                <a:spcPct val="100000"/>
              </a:lnSpc>
              <a:spcBef>
                <a:spcPts val="200"/>
              </a:spcBef>
              <a:spcAft>
                <a:spcPts val="0"/>
              </a:spcAft>
              <a:buNone/>
            </a:pPr>
            <a:r>
              <a:rPr lang="en" sz="1050" b="1">
                <a:solidFill>
                  <a:srgbClr val="008000"/>
                </a:solidFill>
                <a:highlight>
                  <a:schemeClr val="lt1"/>
                </a:highlight>
                <a:latin typeface="Courier New"/>
                <a:ea typeface="Courier New"/>
                <a:cs typeface="Courier New"/>
                <a:sym typeface="Courier New"/>
              </a:rPr>
              <a:t>  "is_active"</a:t>
            </a:r>
            <a:r>
              <a:rPr lang="en" sz="1050" b="1">
                <a:highlight>
                  <a:schemeClr val="lt1"/>
                </a:highlight>
                <a:latin typeface="Courier New"/>
                <a:ea typeface="Courier New"/>
                <a:cs typeface="Courier New"/>
                <a:sym typeface="Courier New"/>
              </a:rPr>
              <a:t>: </a:t>
            </a:r>
            <a:r>
              <a:rPr lang="en" sz="1050" b="1">
                <a:solidFill>
                  <a:srgbClr val="BA2121"/>
                </a:solidFill>
                <a:highlight>
                  <a:schemeClr val="lt1"/>
                </a:highlight>
                <a:latin typeface="Courier New"/>
                <a:ea typeface="Courier New"/>
                <a:cs typeface="Courier New"/>
                <a:sym typeface="Courier New"/>
              </a:rPr>
              <a:t>true</a:t>
            </a:r>
            <a:r>
              <a:rPr lang="en" sz="1050" b="1">
                <a:highlight>
                  <a:schemeClr val="lt1"/>
                </a:highlight>
                <a:latin typeface="Courier New"/>
                <a:ea typeface="Courier New"/>
                <a:cs typeface="Courier New"/>
                <a:sym typeface="Courier New"/>
              </a:rPr>
              <a:t>,</a:t>
            </a:r>
            <a:endParaRPr sz="1050" b="1">
              <a:highlight>
                <a:schemeClr val="lt1"/>
              </a:highlight>
              <a:latin typeface="Courier New"/>
              <a:ea typeface="Courier New"/>
              <a:cs typeface="Courier New"/>
              <a:sym typeface="Courier New"/>
            </a:endParaRPr>
          </a:p>
          <a:p>
            <a:pPr marL="0" lvl="0" indent="0" algn="l" rtl="0">
              <a:lnSpc>
                <a:spcPct val="100000"/>
              </a:lnSpc>
              <a:spcBef>
                <a:spcPts val="200"/>
              </a:spcBef>
              <a:spcAft>
                <a:spcPts val="0"/>
              </a:spcAft>
              <a:buNone/>
            </a:pPr>
            <a:r>
              <a:rPr lang="en" sz="1050" b="1">
                <a:highlight>
                  <a:schemeClr val="lt1"/>
                </a:highlight>
                <a:latin typeface="Courier New"/>
                <a:ea typeface="Courier New"/>
                <a:cs typeface="Courier New"/>
                <a:sym typeface="Courier New"/>
              </a:rPr>
              <a:t>  </a:t>
            </a:r>
            <a:r>
              <a:rPr lang="en" sz="1050" b="1">
                <a:solidFill>
                  <a:srgbClr val="008000"/>
                </a:solidFill>
                <a:highlight>
                  <a:schemeClr val="lt1"/>
                </a:highlight>
                <a:latin typeface="Courier New"/>
                <a:ea typeface="Courier New"/>
                <a:cs typeface="Courier New"/>
                <a:sym typeface="Courier New"/>
              </a:rPr>
              <a:t>"address"</a:t>
            </a:r>
            <a:r>
              <a:rPr lang="en" sz="1050" b="1">
                <a:highlight>
                  <a:schemeClr val="lt1"/>
                </a:highlight>
                <a:latin typeface="Courier New"/>
                <a:ea typeface="Courier New"/>
                <a:cs typeface="Courier New"/>
                <a:sym typeface="Courier New"/>
              </a:rPr>
              <a:t>: {</a:t>
            </a:r>
            <a:endParaRPr sz="1050" b="1">
              <a:highlight>
                <a:schemeClr val="lt1"/>
              </a:highlight>
              <a:latin typeface="Courier New"/>
              <a:ea typeface="Courier New"/>
              <a:cs typeface="Courier New"/>
              <a:sym typeface="Courier New"/>
            </a:endParaRPr>
          </a:p>
          <a:p>
            <a:pPr marL="0" lvl="0" indent="0" algn="l" rtl="0">
              <a:lnSpc>
                <a:spcPct val="100000"/>
              </a:lnSpc>
              <a:spcBef>
                <a:spcPts val="200"/>
              </a:spcBef>
              <a:spcAft>
                <a:spcPts val="0"/>
              </a:spcAft>
              <a:buNone/>
            </a:pPr>
            <a:r>
              <a:rPr lang="en" sz="1050" b="1">
                <a:highlight>
                  <a:schemeClr val="lt1"/>
                </a:highlight>
                <a:latin typeface="Courier New"/>
                <a:ea typeface="Courier New"/>
                <a:cs typeface="Courier New"/>
                <a:sym typeface="Courier New"/>
              </a:rPr>
              <a:t>    </a:t>
            </a:r>
            <a:r>
              <a:rPr lang="en" sz="1050" b="1">
                <a:solidFill>
                  <a:srgbClr val="008000"/>
                </a:solidFill>
                <a:highlight>
                  <a:schemeClr val="lt1"/>
                </a:highlight>
                <a:latin typeface="Courier New"/>
                <a:ea typeface="Courier New"/>
                <a:cs typeface="Courier New"/>
                <a:sym typeface="Courier New"/>
              </a:rPr>
              <a:t>"home"</a:t>
            </a:r>
            <a:r>
              <a:rPr lang="en" sz="1050" b="1">
                <a:highlight>
                  <a:schemeClr val="lt1"/>
                </a:highlight>
                <a:latin typeface="Courier New"/>
                <a:ea typeface="Courier New"/>
                <a:cs typeface="Courier New"/>
                <a:sym typeface="Courier New"/>
              </a:rPr>
              <a:t>: </a:t>
            </a:r>
            <a:r>
              <a:rPr lang="en" sz="1050" b="1">
                <a:solidFill>
                  <a:srgbClr val="BA2121"/>
                </a:solidFill>
                <a:highlight>
                  <a:schemeClr val="lt1"/>
                </a:highlight>
                <a:latin typeface="Courier New"/>
                <a:ea typeface="Courier New"/>
                <a:cs typeface="Courier New"/>
                <a:sym typeface="Courier New"/>
              </a:rPr>
              <a:t>"28 A Kings Street"</a:t>
            </a:r>
            <a:r>
              <a:rPr lang="en" sz="1050" b="1">
                <a:highlight>
                  <a:schemeClr val="lt1"/>
                </a:highlight>
                <a:latin typeface="Courier New"/>
                <a:ea typeface="Courier New"/>
                <a:cs typeface="Courier New"/>
                <a:sym typeface="Courier New"/>
              </a:rPr>
              <a:t>,</a:t>
            </a:r>
            <a:endParaRPr sz="1050" b="1">
              <a:highlight>
                <a:schemeClr val="lt1"/>
              </a:highlight>
              <a:latin typeface="Courier New"/>
              <a:ea typeface="Courier New"/>
              <a:cs typeface="Courier New"/>
              <a:sym typeface="Courier New"/>
            </a:endParaRPr>
          </a:p>
          <a:p>
            <a:pPr marL="0" lvl="0" indent="0" algn="l" rtl="0">
              <a:lnSpc>
                <a:spcPct val="100000"/>
              </a:lnSpc>
              <a:spcBef>
                <a:spcPts val="200"/>
              </a:spcBef>
              <a:spcAft>
                <a:spcPts val="0"/>
              </a:spcAft>
              <a:buNone/>
            </a:pPr>
            <a:r>
              <a:rPr lang="en" sz="1050" b="1">
                <a:highlight>
                  <a:schemeClr val="lt1"/>
                </a:highlight>
                <a:latin typeface="Courier New"/>
                <a:ea typeface="Courier New"/>
                <a:cs typeface="Courier New"/>
                <a:sym typeface="Courier New"/>
              </a:rPr>
              <a:t>    </a:t>
            </a:r>
            <a:r>
              <a:rPr lang="en" sz="1050" b="1">
                <a:solidFill>
                  <a:srgbClr val="008000"/>
                </a:solidFill>
                <a:highlight>
                  <a:schemeClr val="lt1"/>
                </a:highlight>
                <a:latin typeface="Courier New"/>
                <a:ea typeface="Courier New"/>
                <a:cs typeface="Courier New"/>
                <a:sym typeface="Courier New"/>
              </a:rPr>
              <a:t>"city"</a:t>
            </a:r>
            <a:r>
              <a:rPr lang="en" sz="1050" b="1">
                <a:highlight>
                  <a:schemeClr val="lt1"/>
                </a:highlight>
                <a:latin typeface="Courier New"/>
                <a:ea typeface="Courier New"/>
                <a:cs typeface="Courier New"/>
                <a:sym typeface="Courier New"/>
              </a:rPr>
              <a:t>: </a:t>
            </a:r>
            <a:r>
              <a:rPr lang="en" sz="1050" b="1">
                <a:solidFill>
                  <a:srgbClr val="BA2121"/>
                </a:solidFill>
                <a:highlight>
                  <a:schemeClr val="lt1"/>
                </a:highlight>
                <a:latin typeface="Courier New"/>
                <a:ea typeface="Courier New"/>
                <a:cs typeface="Courier New"/>
                <a:sym typeface="Courier New"/>
              </a:rPr>
              <a:t>"Manchester"</a:t>
            </a:r>
            <a:r>
              <a:rPr lang="en" sz="1050" b="1">
                <a:highlight>
                  <a:schemeClr val="lt1"/>
                </a:highlight>
                <a:latin typeface="Courier New"/>
                <a:ea typeface="Courier New"/>
                <a:cs typeface="Courier New"/>
                <a:sym typeface="Courier New"/>
              </a:rPr>
              <a:t>,</a:t>
            </a:r>
            <a:endParaRPr sz="1050" b="1">
              <a:highlight>
                <a:schemeClr val="lt1"/>
              </a:highlight>
              <a:latin typeface="Courier New"/>
              <a:ea typeface="Courier New"/>
              <a:cs typeface="Courier New"/>
              <a:sym typeface="Courier New"/>
            </a:endParaRPr>
          </a:p>
          <a:p>
            <a:pPr marL="0" lvl="0" indent="0" algn="l" rtl="0">
              <a:lnSpc>
                <a:spcPct val="100000"/>
              </a:lnSpc>
              <a:spcBef>
                <a:spcPts val="200"/>
              </a:spcBef>
              <a:spcAft>
                <a:spcPts val="0"/>
              </a:spcAft>
              <a:buNone/>
            </a:pPr>
            <a:r>
              <a:rPr lang="en" sz="1050" b="1">
                <a:highlight>
                  <a:schemeClr val="lt1"/>
                </a:highlight>
                <a:latin typeface="Courier New"/>
                <a:ea typeface="Courier New"/>
                <a:cs typeface="Courier New"/>
                <a:sym typeface="Courier New"/>
              </a:rPr>
              <a:t>    </a:t>
            </a:r>
            <a:r>
              <a:rPr lang="en" sz="1050" b="1">
                <a:solidFill>
                  <a:srgbClr val="008000"/>
                </a:solidFill>
                <a:highlight>
                  <a:schemeClr val="lt1"/>
                </a:highlight>
                <a:latin typeface="Courier New"/>
                <a:ea typeface="Courier New"/>
                <a:cs typeface="Courier New"/>
                <a:sym typeface="Courier New"/>
              </a:rPr>
              <a:t>"country"</a:t>
            </a:r>
            <a:r>
              <a:rPr lang="en" sz="1050" b="1">
                <a:highlight>
                  <a:schemeClr val="lt1"/>
                </a:highlight>
                <a:latin typeface="Courier New"/>
                <a:ea typeface="Courier New"/>
                <a:cs typeface="Courier New"/>
                <a:sym typeface="Courier New"/>
              </a:rPr>
              <a:t>: </a:t>
            </a:r>
            <a:r>
              <a:rPr lang="en" sz="1050" b="1">
                <a:solidFill>
                  <a:srgbClr val="BA2121"/>
                </a:solidFill>
                <a:highlight>
                  <a:schemeClr val="lt1"/>
                </a:highlight>
                <a:latin typeface="Courier New"/>
                <a:ea typeface="Courier New"/>
                <a:cs typeface="Courier New"/>
                <a:sym typeface="Courier New"/>
              </a:rPr>
              <a:t>"United Kingdom"</a:t>
            </a:r>
            <a:endParaRPr sz="1050" b="1">
              <a:highlight>
                <a:schemeClr val="lt1"/>
              </a:highlight>
              <a:latin typeface="Courier New"/>
              <a:ea typeface="Courier New"/>
              <a:cs typeface="Courier New"/>
              <a:sym typeface="Courier New"/>
            </a:endParaRPr>
          </a:p>
          <a:p>
            <a:pPr marL="0" lvl="0" indent="0" algn="l" rtl="0">
              <a:lnSpc>
                <a:spcPct val="100000"/>
              </a:lnSpc>
              <a:spcBef>
                <a:spcPts val="200"/>
              </a:spcBef>
              <a:spcAft>
                <a:spcPts val="0"/>
              </a:spcAft>
              <a:buNone/>
            </a:pPr>
            <a:r>
              <a:rPr lang="en" sz="1050" b="1">
                <a:highlight>
                  <a:schemeClr val="lt1"/>
                </a:highlight>
                <a:latin typeface="Courier New"/>
                <a:ea typeface="Courier New"/>
                <a:cs typeface="Courier New"/>
                <a:sym typeface="Courier New"/>
              </a:rPr>
              <a:t>  },</a:t>
            </a:r>
            <a:endParaRPr sz="1050" b="1">
              <a:highlight>
                <a:schemeClr val="lt1"/>
              </a:highlight>
              <a:latin typeface="Courier New"/>
              <a:ea typeface="Courier New"/>
              <a:cs typeface="Courier New"/>
              <a:sym typeface="Courier New"/>
            </a:endParaRPr>
          </a:p>
          <a:p>
            <a:pPr marL="0" lvl="0" indent="0" algn="l" rtl="0">
              <a:lnSpc>
                <a:spcPct val="100000"/>
              </a:lnSpc>
              <a:spcBef>
                <a:spcPts val="200"/>
              </a:spcBef>
              <a:spcAft>
                <a:spcPts val="0"/>
              </a:spcAft>
              <a:buNone/>
            </a:pPr>
            <a:r>
              <a:rPr lang="en" sz="1050" b="1">
                <a:highlight>
                  <a:schemeClr val="lt1"/>
                </a:highlight>
                <a:latin typeface="Courier New"/>
                <a:ea typeface="Courier New"/>
                <a:cs typeface="Courier New"/>
                <a:sym typeface="Courier New"/>
              </a:rPr>
              <a:t>  </a:t>
            </a:r>
            <a:r>
              <a:rPr lang="en" sz="1050" b="1">
                <a:solidFill>
                  <a:srgbClr val="008000"/>
                </a:solidFill>
                <a:highlight>
                  <a:schemeClr val="lt1"/>
                </a:highlight>
                <a:latin typeface="Courier New"/>
                <a:ea typeface="Courier New"/>
                <a:cs typeface="Courier New"/>
                <a:sym typeface="Courier New"/>
              </a:rPr>
              <a:t>"contact_info"</a:t>
            </a:r>
            <a:r>
              <a:rPr lang="en" sz="1050" b="1">
                <a:highlight>
                  <a:schemeClr val="lt1"/>
                </a:highlight>
                <a:latin typeface="Courier New"/>
                <a:ea typeface="Courier New"/>
                <a:cs typeface="Courier New"/>
                <a:sym typeface="Courier New"/>
              </a:rPr>
              <a:t>: [</a:t>
            </a:r>
            <a:endParaRPr sz="1050" b="1">
              <a:highlight>
                <a:schemeClr val="lt1"/>
              </a:highlight>
              <a:latin typeface="Courier New"/>
              <a:ea typeface="Courier New"/>
              <a:cs typeface="Courier New"/>
              <a:sym typeface="Courier New"/>
            </a:endParaRPr>
          </a:p>
          <a:p>
            <a:pPr marL="0" lvl="0" indent="0" algn="l" rtl="0">
              <a:lnSpc>
                <a:spcPct val="100000"/>
              </a:lnSpc>
              <a:spcBef>
                <a:spcPts val="200"/>
              </a:spcBef>
              <a:spcAft>
                <a:spcPts val="0"/>
              </a:spcAft>
              <a:buNone/>
            </a:pPr>
            <a:r>
              <a:rPr lang="en" sz="1050" b="1">
                <a:highlight>
                  <a:schemeClr val="lt1"/>
                </a:highlight>
                <a:latin typeface="Courier New"/>
                <a:ea typeface="Courier New"/>
                <a:cs typeface="Courier New"/>
                <a:sym typeface="Courier New"/>
              </a:rPr>
              <a:t>    {</a:t>
            </a:r>
            <a:endParaRPr sz="1050" b="1">
              <a:highlight>
                <a:schemeClr val="lt1"/>
              </a:highlight>
              <a:latin typeface="Courier New"/>
              <a:ea typeface="Courier New"/>
              <a:cs typeface="Courier New"/>
              <a:sym typeface="Courier New"/>
            </a:endParaRPr>
          </a:p>
          <a:p>
            <a:pPr marL="0" lvl="0" indent="0" algn="l" rtl="0">
              <a:lnSpc>
                <a:spcPct val="100000"/>
              </a:lnSpc>
              <a:spcBef>
                <a:spcPts val="200"/>
              </a:spcBef>
              <a:spcAft>
                <a:spcPts val="0"/>
              </a:spcAft>
              <a:buNone/>
            </a:pPr>
            <a:r>
              <a:rPr lang="en" sz="1050" b="1">
                <a:highlight>
                  <a:schemeClr val="lt1"/>
                </a:highlight>
                <a:latin typeface="Courier New"/>
                <a:ea typeface="Courier New"/>
                <a:cs typeface="Courier New"/>
                <a:sym typeface="Courier New"/>
              </a:rPr>
              <a:t>      </a:t>
            </a:r>
            <a:r>
              <a:rPr lang="en" sz="1050" b="1">
                <a:solidFill>
                  <a:srgbClr val="008000"/>
                </a:solidFill>
                <a:highlight>
                  <a:schemeClr val="lt1"/>
                </a:highlight>
                <a:latin typeface="Courier New"/>
                <a:ea typeface="Courier New"/>
                <a:cs typeface="Courier New"/>
                <a:sym typeface="Courier New"/>
              </a:rPr>
              <a:t>"type"</a:t>
            </a:r>
            <a:r>
              <a:rPr lang="en" sz="1050" b="1">
                <a:highlight>
                  <a:schemeClr val="lt1"/>
                </a:highlight>
                <a:latin typeface="Courier New"/>
                <a:ea typeface="Courier New"/>
                <a:cs typeface="Courier New"/>
                <a:sym typeface="Courier New"/>
              </a:rPr>
              <a:t>: </a:t>
            </a:r>
            <a:r>
              <a:rPr lang="en" sz="1050" b="1">
                <a:solidFill>
                  <a:srgbClr val="BA2121"/>
                </a:solidFill>
                <a:highlight>
                  <a:schemeClr val="lt1"/>
                </a:highlight>
                <a:latin typeface="Courier New"/>
                <a:ea typeface="Courier New"/>
                <a:cs typeface="Courier New"/>
                <a:sym typeface="Courier New"/>
              </a:rPr>
              <a:t>"home"</a:t>
            </a:r>
            <a:r>
              <a:rPr lang="en" sz="1050" b="1">
                <a:highlight>
                  <a:schemeClr val="lt1"/>
                </a:highlight>
                <a:latin typeface="Courier New"/>
                <a:ea typeface="Courier New"/>
                <a:cs typeface="Courier New"/>
                <a:sym typeface="Courier New"/>
              </a:rPr>
              <a:t>,</a:t>
            </a:r>
            <a:endParaRPr sz="1050" b="1">
              <a:highlight>
                <a:schemeClr val="lt1"/>
              </a:highlight>
              <a:latin typeface="Courier New"/>
              <a:ea typeface="Courier New"/>
              <a:cs typeface="Courier New"/>
              <a:sym typeface="Courier New"/>
            </a:endParaRPr>
          </a:p>
          <a:p>
            <a:pPr marL="0" lvl="0" indent="0" algn="l" rtl="0">
              <a:lnSpc>
                <a:spcPct val="100000"/>
              </a:lnSpc>
              <a:spcBef>
                <a:spcPts val="200"/>
              </a:spcBef>
              <a:spcAft>
                <a:spcPts val="0"/>
              </a:spcAft>
              <a:buNone/>
            </a:pPr>
            <a:r>
              <a:rPr lang="en" sz="1050" b="1">
                <a:highlight>
                  <a:schemeClr val="lt1"/>
                </a:highlight>
                <a:latin typeface="Courier New"/>
                <a:ea typeface="Courier New"/>
                <a:cs typeface="Courier New"/>
                <a:sym typeface="Courier New"/>
              </a:rPr>
              <a:t>      </a:t>
            </a:r>
            <a:r>
              <a:rPr lang="en" sz="1050" b="1">
                <a:solidFill>
                  <a:srgbClr val="008000"/>
                </a:solidFill>
                <a:highlight>
                  <a:schemeClr val="lt1"/>
                </a:highlight>
                <a:latin typeface="Courier New"/>
                <a:ea typeface="Courier New"/>
                <a:cs typeface="Courier New"/>
                <a:sym typeface="Courier New"/>
              </a:rPr>
              <a:t>"number"</a:t>
            </a:r>
            <a:r>
              <a:rPr lang="en" sz="1050" b="1">
                <a:highlight>
                  <a:schemeClr val="lt1"/>
                </a:highlight>
                <a:latin typeface="Courier New"/>
                <a:ea typeface="Courier New"/>
                <a:cs typeface="Courier New"/>
                <a:sym typeface="Courier New"/>
              </a:rPr>
              <a:t>: </a:t>
            </a:r>
            <a:r>
              <a:rPr lang="en" sz="1050" b="1">
                <a:solidFill>
                  <a:srgbClr val="BA2121"/>
                </a:solidFill>
                <a:highlight>
                  <a:schemeClr val="lt1"/>
                </a:highlight>
                <a:latin typeface="Courier New"/>
                <a:ea typeface="Courier New"/>
                <a:cs typeface="Courier New"/>
                <a:sym typeface="Courier New"/>
              </a:rPr>
              <a:t>"+44 123 456 7890"</a:t>
            </a:r>
            <a:endParaRPr sz="1050" b="1">
              <a:highlight>
                <a:schemeClr val="lt1"/>
              </a:highlight>
              <a:latin typeface="Courier New"/>
              <a:ea typeface="Courier New"/>
              <a:cs typeface="Courier New"/>
              <a:sym typeface="Courier New"/>
            </a:endParaRPr>
          </a:p>
          <a:p>
            <a:pPr marL="0" lvl="0" indent="0" algn="l" rtl="0">
              <a:lnSpc>
                <a:spcPct val="100000"/>
              </a:lnSpc>
              <a:spcBef>
                <a:spcPts val="200"/>
              </a:spcBef>
              <a:spcAft>
                <a:spcPts val="0"/>
              </a:spcAft>
              <a:buNone/>
            </a:pPr>
            <a:r>
              <a:rPr lang="en" sz="1050" b="1">
                <a:highlight>
                  <a:schemeClr val="lt1"/>
                </a:highlight>
                <a:latin typeface="Courier New"/>
                <a:ea typeface="Courier New"/>
                <a:cs typeface="Courier New"/>
                <a:sym typeface="Courier New"/>
              </a:rPr>
              <a:t>    },</a:t>
            </a:r>
            <a:endParaRPr sz="1050" b="1">
              <a:highlight>
                <a:schemeClr val="lt1"/>
              </a:highlight>
              <a:latin typeface="Courier New"/>
              <a:ea typeface="Courier New"/>
              <a:cs typeface="Courier New"/>
              <a:sym typeface="Courier New"/>
            </a:endParaRPr>
          </a:p>
          <a:p>
            <a:pPr marL="0" lvl="0" indent="0" algn="l" rtl="0">
              <a:lnSpc>
                <a:spcPct val="100000"/>
              </a:lnSpc>
              <a:spcBef>
                <a:spcPts val="200"/>
              </a:spcBef>
              <a:spcAft>
                <a:spcPts val="0"/>
              </a:spcAft>
              <a:buNone/>
            </a:pPr>
            <a:r>
              <a:rPr lang="en" sz="1050" b="1">
                <a:highlight>
                  <a:schemeClr val="lt1"/>
                </a:highlight>
                <a:latin typeface="Courier New"/>
                <a:ea typeface="Courier New"/>
                <a:cs typeface="Courier New"/>
                <a:sym typeface="Courier New"/>
              </a:rPr>
              <a:t>    {</a:t>
            </a:r>
            <a:endParaRPr sz="1050" b="1">
              <a:highlight>
                <a:schemeClr val="lt1"/>
              </a:highlight>
              <a:latin typeface="Courier New"/>
              <a:ea typeface="Courier New"/>
              <a:cs typeface="Courier New"/>
              <a:sym typeface="Courier New"/>
            </a:endParaRPr>
          </a:p>
          <a:p>
            <a:pPr marL="0" lvl="0" indent="0" algn="l" rtl="0">
              <a:lnSpc>
                <a:spcPct val="100000"/>
              </a:lnSpc>
              <a:spcBef>
                <a:spcPts val="200"/>
              </a:spcBef>
              <a:spcAft>
                <a:spcPts val="0"/>
              </a:spcAft>
              <a:buNone/>
            </a:pPr>
            <a:r>
              <a:rPr lang="en" sz="1050" b="1">
                <a:highlight>
                  <a:schemeClr val="lt1"/>
                </a:highlight>
                <a:latin typeface="Courier New"/>
                <a:ea typeface="Courier New"/>
                <a:cs typeface="Courier New"/>
                <a:sym typeface="Courier New"/>
              </a:rPr>
              <a:t>      </a:t>
            </a:r>
            <a:r>
              <a:rPr lang="en" sz="1050" b="1">
                <a:solidFill>
                  <a:srgbClr val="008000"/>
                </a:solidFill>
                <a:highlight>
                  <a:schemeClr val="lt1"/>
                </a:highlight>
                <a:latin typeface="Courier New"/>
                <a:ea typeface="Courier New"/>
                <a:cs typeface="Courier New"/>
                <a:sym typeface="Courier New"/>
              </a:rPr>
              <a:t>"type"</a:t>
            </a:r>
            <a:r>
              <a:rPr lang="en" sz="1050" b="1">
                <a:highlight>
                  <a:schemeClr val="lt1"/>
                </a:highlight>
                <a:latin typeface="Courier New"/>
                <a:ea typeface="Courier New"/>
                <a:cs typeface="Courier New"/>
                <a:sym typeface="Courier New"/>
              </a:rPr>
              <a:t>: </a:t>
            </a:r>
            <a:r>
              <a:rPr lang="en" sz="1050" b="1">
                <a:solidFill>
                  <a:srgbClr val="BA2121"/>
                </a:solidFill>
                <a:highlight>
                  <a:schemeClr val="lt1"/>
                </a:highlight>
                <a:latin typeface="Courier New"/>
                <a:ea typeface="Courier New"/>
                <a:cs typeface="Courier New"/>
                <a:sym typeface="Courier New"/>
              </a:rPr>
              <a:t>"office"</a:t>
            </a:r>
            <a:r>
              <a:rPr lang="en" sz="1050" b="1">
                <a:highlight>
                  <a:schemeClr val="lt1"/>
                </a:highlight>
                <a:latin typeface="Courier New"/>
                <a:ea typeface="Courier New"/>
                <a:cs typeface="Courier New"/>
                <a:sym typeface="Courier New"/>
              </a:rPr>
              <a:t>,</a:t>
            </a:r>
            <a:endParaRPr sz="1050" b="1">
              <a:highlight>
                <a:schemeClr val="lt1"/>
              </a:highlight>
              <a:latin typeface="Courier New"/>
              <a:ea typeface="Courier New"/>
              <a:cs typeface="Courier New"/>
              <a:sym typeface="Courier New"/>
            </a:endParaRPr>
          </a:p>
          <a:p>
            <a:pPr marL="0" lvl="0" indent="0" algn="l" rtl="0">
              <a:lnSpc>
                <a:spcPct val="100000"/>
              </a:lnSpc>
              <a:spcBef>
                <a:spcPts val="200"/>
              </a:spcBef>
              <a:spcAft>
                <a:spcPts val="0"/>
              </a:spcAft>
              <a:buNone/>
            </a:pPr>
            <a:r>
              <a:rPr lang="en" sz="1050" b="1">
                <a:highlight>
                  <a:schemeClr val="lt1"/>
                </a:highlight>
                <a:latin typeface="Courier New"/>
                <a:ea typeface="Courier New"/>
                <a:cs typeface="Courier New"/>
                <a:sym typeface="Courier New"/>
              </a:rPr>
              <a:t>      </a:t>
            </a:r>
            <a:r>
              <a:rPr lang="en" sz="1050" b="1">
                <a:solidFill>
                  <a:srgbClr val="008000"/>
                </a:solidFill>
                <a:highlight>
                  <a:schemeClr val="lt1"/>
                </a:highlight>
                <a:latin typeface="Courier New"/>
                <a:ea typeface="Courier New"/>
                <a:cs typeface="Courier New"/>
                <a:sym typeface="Courier New"/>
              </a:rPr>
              <a:t>"number"</a:t>
            </a:r>
            <a:r>
              <a:rPr lang="en" sz="1050" b="1">
                <a:highlight>
                  <a:schemeClr val="lt1"/>
                </a:highlight>
                <a:latin typeface="Courier New"/>
                <a:ea typeface="Courier New"/>
                <a:cs typeface="Courier New"/>
                <a:sym typeface="Courier New"/>
              </a:rPr>
              <a:t>: </a:t>
            </a:r>
            <a:r>
              <a:rPr lang="en" sz="1050" b="1">
                <a:solidFill>
                  <a:srgbClr val="BA2121"/>
                </a:solidFill>
                <a:highlight>
                  <a:schemeClr val="lt1"/>
                </a:highlight>
                <a:latin typeface="Courier New"/>
                <a:ea typeface="Courier New"/>
                <a:cs typeface="Courier New"/>
                <a:sym typeface="Courier New"/>
              </a:rPr>
              <a:t>"+44 987 654 3210"</a:t>
            </a:r>
            <a:endParaRPr sz="1050" b="1">
              <a:highlight>
                <a:schemeClr val="lt1"/>
              </a:highlight>
              <a:latin typeface="Courier New"/>
              <a:ea typeface="Courier New"/>
              <a:cs typeface="Courier New"/>
              <a:sym typeface="Courier New"/>
            </a:endParaRPr>
          </a:p>
          <a:p>
            <a:pPr marL="0" lvl="0" indent="0" algn="l" rtl="0">
              <a:lnSpc>
                <a:spcPct val="100000"/>
              </a:lnSpc>
              <a:spcBef>
                <a:spcPts val="200"/>
              </a:spcBef>
              <a:spcAft>
                <a:spcPts val="0"/>
              </a:spcAft>
              <a:buNone/>
            </a:pPr>
            <a:r>
              <a:rPr lang="en" sz="1050" b="1">
                <a:highlight>
                  <a:schemeClr val="lt1"/>
                </a:highlight>
                <a:latin typeface="Courier New"/>
                <a:ea typeface="Courier New"/>
                <a:cs typeface="Courier New"/>
                <a:sym typeface="Courier New"/>
              </a:rPr>
              <a:t>    },</a:t>
            </a:r>
            <a:endParaRPr sz="1050" b="1">
              <a:highlight>
                <a:schemeClr val="lt1"/>
              </a:highlight>
              <a:latin typeface="Courier New"/>
              <a:ea typeface="Courier New"/>
              <a:cs typeface="Courier New"/>
              <a:sym typeface="Courier New"/>
            </a:endParaRPr>
          </a:p>
          <a:p>
            <a:pPr marL="0" lvl="0" indent="0" algn="l" rtl="0">
              <a:lnSpc>
                <a:spcPct val="100000"/>
              </a:lnSpc>
              <a:spcBef>
                <a:spcPts val="200"/>
              </a:spcBef>
              <a:spcAft>
                <a:spcPts val="0"/>
              </a:spcAft>
              <a:buNone/>
            </a:pPr>
            <a:r>
              <a:rPr lang="en" sz="1050" b="1">
                <a:highlight>
                  <a:schemeClr val="lt1"/>
                </a:highlight>
                <a:latin typeface="Courier New"/>
                <a:ea typeface="Courier New"/>
                <a:cs typeface="Courier New"/>
                <a:sym typeface="Courier New"/>
              </a:rPr>
              <a:t>    {</a:t>
            </a:r>
            <a:endParaRPr sz="1050" b="1">
              <a:highlight>
                <a:schemeClr val="lt1"/>
              </a:highlight>
              <a:latin typeface="Courier New"/>
              <a:ea typeface="Courier New"/>
              <a:cs typeface="Courier New"/>
              <a:sym typeface="Courier New"/>
            </a:endParaRPr>
          </a:p>
          <a:p>
            <a:pPr marL="0" lvl="0" indent="0" algn="l" rtl="0">
              <a:lnSpc>
                <a:spcPct val="100000"/>
              </a:lnSpc>
              <a:spcBef>
                <a:spcPts val="200"/>
              </a:spcBef>
              <a:spcAft>
                <a:spcPts val="0"/>
              </a:spcAft>
              <a:buClr>
                <a:schemeClr val="dk1"/>
              </a:buClr>
              <a:buSzPct val="104761"/>
              <a:buFont typeface="Arial"/>
              <a:buNone/>
            </a:pPr>
            <a:r>
              <a:rPr lang="en" sz="1050" b="1">
                <a:highlight>
                  <a:schemeClr val="lt1"/>
                </a:highlight>
                <a:latin typeface="Courier New"/>
                <a:ea typeface="Courier New"/>
                <a:cs typeface="Courier New"/>
                <a:sym typeface="Courier New"/>
              </a:rPr>
              <a:t>      </a:t>
            </a:r>
            <a:r>
              <a:rPr lang="en" sz="1050" b="1">
                <a:solidFill>
                  <a:srgbClr val="008000"/>
                </a:solidFill>
                <a:highlight>
                  <a:schemeClr val="lt1"/>
                </a:highlight>
                <a:latin typeface="Courier New"/>
                <a:ea typeface="Courier New"/>
                <a:cs typeface="Courier New"/>
                <a:sym typeface="Courier New"/>
              </a:rPr>
              <a:t>"type"</a:t>
            </a:r>
            <a:r>
              <a:rPr lang="en" sz="1050" b="1">
                <a:highlight>
                  <a:schemeClr val="lt1"/>
                </a:highlight>
                <a:latin typeface="Courier New"/>
                <a:ea typeface="Courier New"/>
                <a:cs typeface="Courier New"/>
                <a:sym typeface="Courier New"/>
              </a:rPr>
              <a:t>: </a:t>
            </a:r>
            <a:r>
              <a:rPr lang="en" sz="1050" b="1">
                <a:solidFill>
                  <a:srgbClr val="BA2121"/>
                </a:solidFill>
                <a:highlight>
                  <a:schemeClr val="lt1"/>
                </a:highlight>
                <a:latin typeface="Courier New"/>
                <a:ea typeface="Courier New"/>
                <a:cs typeface="Courier New"/>
                <a:sym typeface="Courier New"/>
              </a:rPr>
              <a:t>"office_2"</a:t>
            </a:r>
            <a:r>
              <a:rPr lang="en" sz="1050" b="1">
                <a:highlight>
                  <a:schemeClr val="lt1"/>
                </a:highlight>
                <a:latin typeface="Courier New"/>
                <a:ea typeface="Courier New"/>
                <a:cs typeface="Courier New"/>
                <a:sym typeface="Courier New"/>
              </a:rPr>
              <a:t>,</a:t>
            </a:r>
            <a:endParaRPr sz="1050" b="1">
              <a:highlight>
                <a:schemeClr val="lt1"/>
              </a:highlight>
              <a:latin typeface="Courier New"/>
              <a:ea typeface="Courier New"/>
              <a:cs typeface="Courier New"/>
              <a:sym typeface="Courier New"/>
            </a:endParaRPr>
          </a:p>
          <a:p>
            <a:pPr marL="0" lvl="0" indent="0" algn="l" rtl="0">
              <a:lnSpc>
                <a:spcPct val="100000"/>
              </a:lnSpc>
              <a:spcBef>
                <a:spcPts val="200"/>
              </a:spcBef>
              <a:spcAft>
                <a:spcPts val="0"/>
              </a:spcAft>
              <a:buClr>
                <a:schemeClr val="dk1"/>
              </a:buClr>
              <a:buSzPct val="104761"/>
              <a:buFont typeface="Arial"/>
              <a:buNone/>
            </a:pPr>
            <a:r>
              <a:rPr lang="en" sz="1050" b="1">
                <a:highlight>
                  <a:schemeClr val="lt1"/>
                </a:highlight>
                <a:latin typeface="Courier New"/>
                <a:ea typeface="Courier New"/>
                <a:cs typeface="Courier New"/>
                <a:sym typeface="Courier New"/>
              </a:rPr>
              <a:t>      </a:t>
            </a:r>
            <a:r>
              <a:rPr lang="en" sz="1050" b="1">
                <a:solidFill>
                  <a:srgbClr val="008000"/>
                </a:solidFill>
                <a:highlight>
                  <a:schemeClr val="lt1"/>
                </a:highlight>
                <a:latin typeface="Courier New"/>
                <a:ea typeface="Courier New"/>
                <a:cs typeface="Courier New"/>
                <a:sym typeface="Courier New"/>
              </a:rPr>
              <a:t>"number"</a:t>
            </a:r>
            <a:r>
              <a:rPr lang="en" sz="1050" b="1">
                <a:highlight>
                  <a:schemeClr val="lt1"/>
                </a:highlight>
                <a:latin typeface="Courier New"/>
                <a:ea typeface="Courier New"/>
                <a:cs typeface="Courier New"/>
                <a:sym typeface="Courier New"/>
              </a:rPr>
              <a:t>: </a:t>
            </a:r>
            <a:r>
              <a:rPr lang="en" sz="1050" b="1">
                <a:solidFill>
                  <a:srgbClr val="BA2121"/>
                </a:solidFill>
                <a:highlight>
                  <a:schemeClr val="lt1"/>
                </a:highlight>
                <a:latin typeface="Courier New"/>
                <a:ea typeface="Courier New"/>
                <a:cs typeface="Courier New"/>
                <a:sym typeface="Courier New"/>
              </a:rPr>
              <a:t>"+44 111 222 3333"</a:t>
            </a:r>
            <a:endParaRPr sz="1050" b="1">
              <a:highlight>
                <a:schemeClr val="lt1"/>
              </a:highlight>
              <a:latin typeface="Courier New"/>
              <a:ea typeface="Courier New"/>
              <a:cs typeface="Courier New"/>
              <a:sym typeface="Courier New"/>
            </a:endParaRPr>
          </a:p>
          <a:p>
            <a:pPr marL="0" lvl="0" indent="0" algn="l" rtl="0">
              <a:lnSpc>
                <a:spcPct val="100000"/>
              </a:lnSpc>
              <a:spcBef>
                <a:spcPts val="200"/>
              </a:spcBef>
              <a:spcAft>
                <a:spcPts val="0"/>
              </a:spcAft>
              <a:buClr>
                <a:schemeClr val="dk1"/>
              </a:buClr>
              <a:buSzPct val="104761"/>
              <a:buFont typeface="Arial"/>
              <a:buNone/>
            </a:pPr>
            <a:r>
              <a:rPr lang="en" sz="1050" b="1">
                <a:highlight>
                  <a:schemeClr val="lt1"/>
                </a:highlight>
                <a:latin typeface="Courier New"/>
                <a:ea typeface="Courier New"/>
                <a:cs typeface="Courier New"/>
                <a:sym typeface="Courier New"/>
              </a:rPr>
              <a:t>    }</a:t>
            </a:r>
            <a:endParaRPr sz="1050" b="1">
              <a:highlight>
                <a:schemeClr val="lt1"/>
              </a:highlight>
              <a:latin typeface="Courier New"/>
              <a:ea typeface="Courier New"/>
              <a:cs typeface="Courier New"/>
              <a:sym typeface="Courier New"/>
            </a:endParaRPr>
          </a:p>
          <a:p>
            <a:pPr marL="0" lvl="0" indent="0" algn="l" rtl="0">
              <a:lnSpc>
                <a:spcPct val="100000"/>
              </a:lnSpc>
              <a:spcBef>
                <a:spcPts val="200"/>
              </a:spcBef>
              <a:spcAft>
                <a:spcPts val="0"/>
              </a:spcAft>
              <a:buNone/>
            </a:pPr>
            <a:r>
              <a:rPr lang="en" sz="1050" b="1">
                <a:highlight>
                  <a:schemeClr val="lt1"/>
                </a:highlight>
                <a:latin typeface="Courier New"/>
                <a:ea typeface="Courier New"/>
                <a:cs typeface="Courier New"/>
                <a:sym typeface="Courier New"/>
              </a:rPr>
              <a:t>  ],</a:t>
            </a:r>
            <a:endParaRPr sz="1050" b="1">
              <a:highlight>
                <a:schemeClr val="lt1"/>
              </a:highlight>
              <a:latin typeface="Courier New"/>
              <a:ea typeface="Courier New"/>
              <a:cs typeface="Courier New"/>
              <a:sym typeface="Courier New"/>
            </a:endParaRPr>
          </a:p>
          <a:p>
            <a:pPr marL="0" lvl="0" indent="0" algn="l" rtl="0">
              <a:lnSpc>
                <a:spcPct val="100000"/>
              </a:lnSpc>
              <a:spcBef>
                <a:spcPts val="200"/>
              </a:spcBef>
              <a:spcAft>
                <a:spcPts val="0"/>
              </a:spcAft>
              <a:buNone/>
            </a:pPr>
            <a:r>
              <a:rPr lang="en" sz="1050" b="1">
                <a:highlight>
                  <a:schemeClr val="lt1"/>
                </a:highlight>
                <a:latin typeface="Courier New"/>
                <a:ea typeface="Courier New"/>
                <a:cs typeface="Courier New"/>
                <a:sym typeface="Courier New"/>
              </a:rPr>
              <a:t>  </a:t>
            </a:r>
            <a:r>
              <a:rPr lang="en" sz="1050" b="1">
                <a:solidFill>
                  <a:srgbClr val="008000"/>
                </a:solidFill>
                <a:highlight>
                  <a:schemeClr val="lt1"/>
                </a:highlight>
                <a:latin typeface="Courier New"/>
                <a:ea typeface="Courier New"/>
                <a:cs typeface="Courier New"/>
                <a:sym typeface="Courier New"/>
              </a:rPr>
              <a:t>"friends"</a:t>
            </a:r>
            <a:r>
              <a:rPr lang="en" sz="1050" b="1">
                <a:highlight>
                  <a:schemeClr val="lt1"/>
                </a:highlight>
                <a:latin typeface="Courier New"/>
                <a:ea typeface="Courier New"/>
                <a:cs typeface="Courier New"/>
                <a:sym typeface="Courier New"/>
              </a:rPr>
              <a:t>: </a:t>
            </a:r>
            <a:r>
              <a:rPr lang="en" sz="1050" b="1">
                <a:solidFill>
                  <a:srgbClr val="BA2121"/>
                </a:solidFill>
                <a:highlight>
                  <a:schemeClr val="lt1"/>
                </a:highlight>
                <a:latin typeface="Courier New"/>
                <a:ea typeface="Courier New"/>
                <a:cs typeface="Courier New"/>
                <a:sym typeface="Courier New"/>
              </a:rPr>
              <a:t>["John Watson", "Mrs Hudson", "Lestrade", "Molly Hooper"]</a:t>
            </a:r>
            <a:endParaRPr sz="1050" b="1">
              <a:highlight>
                <a:schemeClr val="lt1"/>
              </a:highlight>
              <a:latin typeface="Courier New"/>
              <a:ea typeface="Courier New"/>
              <a:cs typeface="Courier New"/>
              <a:sym typeface="Courier New"/>
            </a:endParaRPr>
          </a:p>
          <a:p>
            <a:pPr marL="0" marR="139700" lvl="0" indent="0" algn="l" rtl="0">
              <a:lnSpc>
                <a:spcPct val="100000"/>
              </a:lnSpc>
              <a:spcBef>
                <a:spcPts val="200"/>
              </a:spcBef>
              <a:spcAft>
                <a:spcPts val="0"/>
              </a:spcAft>
              <a:buNone/>
            </a:pPr>
            <a:r>
              <a:rPr lang="en" sz="1050" b="1">
                <a:highlight>
                  <a:schemeClr val="lt1"/>
                </a:highlight>
                <a:latin typeface="Courier New"/>
                <a:ea typeface="Courier New"/>
                <a:cs typeface="Courier New"/>
                <a:sym typeface="Courier New"/>
              </a:rPr>
              <a:t>}</a:t>
            </a:r>
            <a:endParaRPr b="1">
              <a:highlight>
                <a:schemeClr val="lt1"/>
              </a:highlight>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48"/>
          <p:cNvSpPr txBox="1">
            <a:spLocks noGrp="1"/>
          </p:cNvSpPr>
          <p:nvPr>
            <p:ph type="title"/>
          </p:nvPr>
        </p:nvSpPr>
        <p:spPr>
          <a:xfrm>
            <a:off x="633845" y="274320"/>
            <a:ext cx="7084200" cy="619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Quiz - Single Correct</a:t>
            </a:r>
            <a:endParaRPr/>
          </a:p>
        </p:txBody>
      </p:sp>
      <p:sp>
        <p:nvSpPr>
          <p:cNvPr id="352" name="Google Shape;352;p48"/>
          <p:cNvSpPr txBox="1">
            <a:spLocks noGrp="1"/>
          </p:cNvSpPr>
          <p:nvPr>
            <p:ph type="body" idx="1"/>
          </p:nvPr>
        </p:nvSpPr>
        <p:spPr>
          <a:xfrm>
            <a:off x="633849" y="1035875"/>
            <a:ext cx="5527800" cy="2128200"/>
          </a:xfrm>
          <a:prstGeom prst="rect">
            <a:avLst/>
          </a:prstGeom>
        </p:spPr>
        <p:txBody>
          <a:bodyPr spcFirstLastPara="1" wrap="square" lIns="68575" tIns="34275" rIns="68575" bIns="34275" anchor="t" anchorCtr="0">
            <a:spAutoFit/>
          </a:bodyPr>
          <a:lstStyle/>
          <a:p>
            <a:pPr marL="0" lvl="0" indent="0" algn="just" rtl="0">
              <a:spcBef>
                <a:spcPts val="800"/>
              </a:spcBef>
              <a:spcAft>
                <a:spcPts val="0"/>
              </a:spcAft>
              <a:buNone/>
            </a:pPr>
            <a:r>
              <a:rPr lang="en"/>
              <a:t>Which of the following is the correct way to read the given JSON file.</a:t>
            </a:r>
            <a:br>
              <a:rPr lang="en"/>
            </a:br>
            <a:endParaRPr/>
          </a:p>
          <a:p>
            <a:pPr marL="457200" lvl="0" indent="-317500" algn="l" rtl="0">
              <a:spcBef>
                <a:spcPts val="800"/>
              </a:spcBef>
              <a:spcAft>
                <a:spcPts val="0"/>
              </a:spcAft>
              <a:buSzPts val="1400"/>
              <a:buAutoNum type="alphaUcPeriod"/>
            </a:pPr>
            <a:r>
              <a:rPr lang="en" sz="1400" b="1">
                <a:latin typeface="Courier New"/>
                <a:ea typeface="Courier New"/>
                <a:cs typeface="Courier New"/>
                <a:sym typeface="Courier New"/>
              </a:rPr>
              <a:t>data = json.loads(open(“demo.json”,”r”))</a:t>
            </a:r>
            <a:endParaRPr sz="1400" b="1">
              <a:latin typeface="Courier New"/>
              <a:ea typeface="Courier New"/>
              <a:cs typeface="Courier New"/>
              <a:sym typeface="Courier New"/>
            </a:endParaRPr>
          </a:p>
          <a:p>
            <a:pPr marL="457200" lvl="0" indent="-317500" algn="l" rtl="0">
              <a:spcBef>
                <a:spcPts val="800"/>
              </a:spcBef>
              <a:spcAft>
                <a:spcPts val="0"/>
              </a:spcAft>
              <a:buSzPts val="1400"/>
              <a:buAutoNum type="alphaUcPeriod"/>
            </a:pPr>
            <a:r>
              <a:rPr lang="en" sz="1400" b="1">
                <a:latin typeface="Courier New"/>
                <a:ea typeface="Courier New"/>
                <a:cs typeface="Courier New"/>
                <a:sym typeface="Courier New"/>
              </a:rPr>
              <a:t>data = json.load(open(“demo.json”,”json”))</a:t>
            </a:r>
            <a:endParaRPr sz="1400" b="1">
              <a:latin typeface="Courier New"/>
              <a:ea typeface="Courier New"/>
              <a:cs typeface="Courier New"/>
              <a:sym typeface="Courier New"/>
            </a:endParaRPr>
          </a:p>
          <a:p>
            <a:pPr marL="457200" lvl="0" indent="-317500" algn="l" rtl="0">
              <a:spcBef>
                <a:spcPts val="800"/>
              </a:spcBef>
              <a:spcAft>
                <a:spcPts val="0"/>
              </a:spcAft>
              <a:buSzPts val="1400"/>
              <a:buAutoNum type="alphaUcPeriod"/>
            </a:pPr>
            <a:r>
              <a:rPr lang="en" sz="1400" b="1">
                <a:latin typeface="Courier New"/>
                <a:ea typeface="Courier New"/>
                <a:cs typeface="Courier New"/>
                <a:sym typeface="Courier New"/>
              </a:rPr>
              <a:t>data = json.load_json(open(“demo.json”,”r”))</a:t>
            </a:r>
            <a:endParaRPr sz="1400" b="1">
              <a:latin typeface="Courier New"/>
              <a:ea typeface="Courier New"/>
              <a:cs typeface="Courier New"/>
              <a:sym typeface="Courier New"/>
            </a:endParaRPr>
          </a:p>
          <a:p>
            <a:pPr marL="457200" lvl="0" indent="-317500" algn="l" rtl="0">
              <a:spcBef>
                <a:spcPts val="800"/>
              </a:spcBef>
              <a:spcAft>
                <a:spcPts val="0"/>
              </a:spcAft>
              <a:buSzPts val="1400"/>
              <a:buAutoNum type="alphaUcPeriod"/>
            </a:pPr>
            <a:r>
              <a:rPr lang="en" sz="1400" b="1">
                <a:latin typeface="Courier New"/>
                <a:ea typeface="Courier New"/>
                <a:cs typeface="Courier New"/>
                <a:sym typeface="Courier New"/>
              </a:rPr>
              <a:t>data = json.load(open(“demo.json”,”r”))</a:t>
            </a:r>
            <a:endParaRPr sz="1400" b="1">
              <a:latin typeface="Courier New"/>
              <a:ea typeface="Courier New"/>
              <a:cs typeface="Courier New"/>
              <a:sym typeface="Courier New"/>
            </a:endParaRPr>
          </a:p>
        </p:txBody>
      </p:sp>
      <p:sp>
        <p:nvSpPr>
          <p:cNvPr id="353" name="Google Shape;353;p48"/>
          <p:cNvSpPr txBox="1">
            <a:spLocks noGrp="1"/>
          </p:cNvSpPr>
          <p:nvPr>
            <p:ph type="body" idx="1"/>
          </p:nvPr>
        </p:nvSpPr>
        <p:spPr>
          <a:xfrm>
            <a:off x="6466075" y="1107150"/>
            <a:ext cx="2285100" cy="2703900"/>
          </a:xfrm>
          <a:prstGeom prst="rect">
            <a:avLst/>
          </a:prstGeom>
          <a:solidFill>
            <a:srgbClr val="C9DAF8"/>
          </a:solidFill>
          <a:ln w="9525" cap="flat" cmpd="sng">
            <a:solidFill>
              <a:schemeClr val="dk1"/>
            </a:solidFill>
            <a:prstDash val="solid"/>
            <a:round/>
            <a:headEnd type="none" w="sm" len="sm"/>
            <a:tailEnd type="none" w="sm" len="sm"/>
          </a:ln>
        </p:spPr>
        <p:txBody>
          <a:bodyPr spcFirstLastPara="1" wrap="square" lIns="68575" tIns="34275" rIns="68575" bIns="34275" anchor="t" anchorCtr="0">
            <a:normAutofit/>
          </a:bodyPr>
          <a:lstStyle/>
          <a:p>
            <a:pPr marL="0" lvl="0" indent="0" algn="l" rtl="0">
              <a:spcBef>
                <a:spcPts val="800"/>
              </a:spcBef>
              <a:spcAft>
                <a:spcPts val="0"/>
              </a:spcAft>
              <a:buNone/>
            </a:pPr>
            <a:r>
              <a:rPr lang="en" sz="1400" b="1">
                <a:latin typeface="Courier New"/>
                <a:ea typeface="Courier New"/>
                <a:cs typeface="Courier New"/>
                <a:sym typeface="Courier New"/>
              </a:rPr>
              <a:t>demo.json</a:t>
            </a:r>
            <a:endParaRPr sz="1400" b="1">
              <a:latin typeface="Courier New"/>
              <a:ea typeface="Courier New"/>
              <a:cs typeface="Courier New"/>
              <a:sym typeface="Courier New"/>
            </a:endParaRPr>
          </a:p>
          <a:p>
            <a:pPr marL="0" lvl="0" indent="0" algn="l" rtl="0">
              <a:spcBef>
                <a:spcPts val="800"/>
              </a:spcBef>
              <a:spcAft>
                <a:spcPts val="0"/>
              </a:spcAft>
              <a:buNone/>
            </a:pPr>
            <a:r>
              <a:rPr lang="en" sz="1400" b="1">
                <a:latin typeface="Courier New"/>
                <a:ea typeface="Courier New"/>
                <a:cs typeface="Courier New"/>
                <a:sym typeface="Courier New"/>
              </a:rPr>
              <a:t>{</a:t>
            </a:r>
            <a:br>
              <a:rPr lang="en" sz="1400" b="1">
                <a:latin typeface="Courier New"/>
                <a:ea typeface="Courier New"/>
                <a:cs typeface="Courier New"/>
                <a:sym typeface="Courier New"/>
              </a:rPr>
            </a:br>
            <a:r>
              <a:rPr lang="en" sz="1400" b="1">
                <a:latin typeface="Courier New"/>
                <a:ea typeface="Courier New"/>
                <a:cs typeface="Courier New"/>
                <a:sym typeface="Courier New"/>
              </a:rPr>
              <a:t>  "r1": "abc",</a:t>
            </a:r>
            <a:br>
              <a:rPr lang="en" sz="1400" b="1">
                <a:latin typeface="Courier New"/>
                <a:ea typeface="Courier New"/>
                <a:cs typeface="Courier New"/>
                <a:sym typeface="Courier New"/>
              </a:rPr>
            </a:br>
            <a:r>
              <a:rPr lang="en" sz="1400" b="1">
                <a:latin typeface="Courier New"/>
                <a:ea typeface="Courier New"/>
                <a:cs typeface="Courier New"/>
                <a:sym typeface="Courier New"/>
              </a:rPr>
              <a:t>  "r2": "pqr",</a:t>
            </a:r>
            <a:br>
              <a:rPr lang="en" sz="1400" b="1">
                <a:latin typeface="Courier New"/>
                <a:ea typeface="Courier New"/>
                <a:cs typeface="Courier New"/>
                <a:sym typeface="Courier New"/>
              </a:rPr>
            </a:br>
            <a:r>
              <a:rPr lang="en" sz="1400" b="1">
                <a:latin typeface="Courier New"/>
                <a:ea typeface="Courier New"/>
                <a:cs typeface="Courier New"/>
                <a:sym typeface="Courier New"/>
              </a:rPr>
              <a:t>  "r3": "xyz"</a:t>
            </a:r>
            <a:br>
              <a:rPr lang="en" sz="1400" b="1">
                <a:latin typeface="Courier New"/>
                <a:ea typeface="Courier New"/>
                <a:cs typeface="Courier New"/>
                <a:sym typeface="Courier New"/>
              </a:rPr>
            </a:br>
            <a:r>
              <a:rPr lang="en" sz="1400" b="1">
                <a:latin typeface="Courier New"/>
                <a:ea typeface="Courier New"/>
                <a:cs typeface="Courier New"/>
                <a:sym typeface="Courier New"/>
              </a:rPr>
              <a:t>}</a:t>
            </a:r>
            <a:endParaRPr sz="1400" b="1">
              <a:latin typeface="Courier New"/>
              <a:ea typeface="Courier New"/>
              <a:cs typeface="Courier New"/>
              <a:sym typeface="Courier New"/>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49"/>
          <p:cNvSpPr txBox="1">
            <a:spLocks noGrp="1"/>
          </p:cNvSpPr>
          <p:nvPr>
            <p:ph type="title"/>
          </p:nvPr>
        </p:nvSpPr>
        <p:spPr>
          <a:xfrm>
            <a:off x="633845" y="274320"/>
            <a:ext cx="7084200" cy="619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Quiz - Single Correct</a:t>
            </a:r>
            <a:endParaRPr/>
          </a:p>
        </p:txBody>
      </p:sp>
      <p:sp>
        <p:nvSpPr>
          <p:cNvPr id="359" name="Google Shape;359;p49"/>
          <p:cNvSpPr txBox="1">
            <a:spLocks noGrp="1"/>
          </p:cNvSpPr>
          <p:nvPr>
            <p:ph type="body" idx="1"/>
          </p:nvPr>
        </p:nvSpPr>
        <p:spPr>
          <a:xfrm>
            <a:off x="633849" y="1035875"/>
            <a:ext cx="5527800" cy="2128200"/>
          </a:xfrm>
          <a:prstGeom prst="rect">
            <a:avLst/>
          </a:prstGeom>
        </p:spPr>
        <p:txBody>
          <a:bodyPr spcFirstLastPara="1" wrap="square" lIns="68575" tIns="34275" rIns="68575" bIns="34275" anchor="t" anchorCtr="0">
            <a:spAutoFit/>
          </a:bodyPr>
          <a:lstStyle/>
          <a:p>
            <a:pPr marL="0" lvl="0" indent="0" algn="just" rtl="0">
              <a:spcBef>
                <a:spcPts val="800"/>
              </a:spcBef>
              <a:spcAft>
                <a:spcPts val="0"/>
              </a:spcAft>
              <a:buNone/>
            </a:pPr>
            <a:r>
              <a:rPr lang="en"/>
              <a:t>Which of the following is the correct way to read the given JSON file.</a:t>
            </a:r>
            <a:br>
              <a:rPr lang="en"/>
            </a:br>
            <a:endParaRPr/>
          </a:p>
          <a:p>
            <a:pPr marL="457200" lvl="0" indent="-317500" algn="l" rtl="0">
              <a:spcBef>
                <a:spcPts val="800"/>
              </a:spcBef>
              <a:spcAft>
                <a:spcPts val="0"/>
              </a:spcAft>
              <a:buSzPts val="1400"/>
              <a:buAutoNum type="alphaUcPeriod"/>
            </a:pPr>
            <a:r>
              <a:rPr lang="en" sz="1400" b="1">
                <a:latin typeface="Courier New"/>
                <a:ea typeface="Courier New"/>
                <a:cs typeface="Courier New"/>
                <a:sym typeface="Courier New"/>
              </a:rPr>
              <a:t>data = json.loads(open(“demo.json”,”r”))</a:t>
            </a:r>
            <a:endParaRPr sz="1400" b="1">
              <a:latin typeface="Courier New"/>
              <a:ea typeface="Courier New"/>
              <a:cs typeface="Courier New"/>
              <a:sym typeface="Courier New"/>
            </a:endParaRPr>
          </a:p>
          <a:p>
            <a:pPr marL="457200" lvl="0" indent="-317500" algn="l" rtl="0">
              <a:spcBef>
                <a:spcPts val="800"/>
              </a:spcBef>
              <a:spcAft>
                <a:spcPts val="0"/>
              </a:spcAft>
              <a:buSzPts val="1400"/>
              <a:buAutoNum type="alphaUcPeriod"/>
            </a:pPr>
            <a:r>
              <a:rPr lang="en" sz="1400" b="1">
                <a:latin typeface="Courier New"/>
                <a:ea typeface="Courier New"/>
                <a:cs typeface="Courier New"/>
                <a:sym typeface="Courier New"/>
              </a:rPr>
              <a:t>data = json.load(open(“demo.json”,”json”))</a:t>
            </a:r>
            <a:endParaRPr sz="1400" b="1">
              <a:latin typeface="Courier New"/>
              <a:ea typeface="Courier New"/>
              <a:cs typeface="Courier New"/>
              <a:sym typeface="Courier New"/>
            </a:endParaRPr>
          </a:p>
          <a:p>
            <a:pPr marL="457200" lvl="0" indent="-317500" algn="l" rtl="0">
              <a:spcBef>
                <a:spcPts val="800"/>
              </a:spcBef>
              <a:spcAft>
                <a:spcPts val="0"/>
              </a:spcAft>
              <a:buSzPts val="1400"/>
              <a:buAutoNum type="alphaUcPeriod"/>
            </a:pPr>
            <a:r>
              <a:rPr lang="en" sz="1400" b="1">
                <a:latin typeface="Courier New"/>
                <a:ea typeface="Courier New"/>
                <a:cs typeface="Courier New"/>
                <a:sym typeface="Courier New"/>
              </a:rPr>
              <a:t>data = json.load_json(open(“demo.json”,”r”))</a:t>
            </a:r>
            <a:endParaRPr sz="1400" b="1">
              <a:latin typeface="Courier New"/>
              <a:ea typeface="Courier New"/>
              <a:cs typeface="Courier New"/>
              <a:sym typeface="Courier New"/>
            </a:endParaRPr>
          </a:p>
          <a:p>
            <a:pPr marL="457200" lvl="0" indent="-317500" algn="l" rtl="0">
              <a:spcBef>
                <a:spcPts val="800"/>
              </a:spcBef>
              <a:spcAft>
                <a:spcPts val="0"/>
              </a:spcAft>
              <a:buClr>
                <a:srgbClr val="FF0000"/>
              </a:buClr>
              <a:buSzPts val="1400"/>
              <a:buAutoNum type="alphaUcPeriod"/>
            </a:pPr>
            <a:r>
              <a:rPr lang="en" sz="1400" b="1">
                <a:solidFill>
                  <a:srgbClr val="FF0000"/>
                </a:solidFill>
                <a:latin typeface="Courier New"/>
                <a:ea typeface="Courier New"/>
                <a:cs typeface="Courier New"/>
                <a:sym typeface="Courier New"/>
              </a:rPr>
              <a:t>data = json.load(open(“demo.json”,”r”))</a:t>
            </a:r>
            <a:endParaRPr sz="1400" b="1">
              <a:solidFill>
                <a:srgbClr val="FF0000"/>
              </a:solidFill>
              <a:latin typeface="Courier New"/>
              <a:ea typeface="Courier New"/>
              <a:cs typeface="Courier New"/>
              <a:sym typeface="Courier New"/>
            </a:endParaRPr>
          </a:p>
        </p:txBody>
      </p:sp>
      <p:sp>
        <p:nvSpPr>
          <p:cNvPr id="360" name="Google Shape;360;p49"/>
          <p:cNvSpPr txBox="1">
            <a:spLocks noGrp="1"/>
          </p:cNvSpPr>
          <p:nvPr>
            <p:ph type="body" idx="1"/>
          </p:nvPr>
        </p:nvSpPr>
        <p:spPr>
          <a:xfrm>
            <a:off x="6466075" y="1107150"/>
            <a:ext cx="2285100" cy="2703900"/>
          </a:xfrm>
          <a:prstGeom prst="rect">
            <a:avLst/>
          </a:prstGeom>
          <a:solidFill>
            <a:srgbClr val="C9DAF8"/>
          </a:solidFill>
          <a:ln w="9525" cap="flat" cmpd="sng">
            <a:solidFill>
              <a:schemeClr val="dk1"/>
            </a:solidFill>
            <a:prstDash val="solid"/>
            <a:round/>
            <a:headEnd type="none" w="sm" len="sm"/>
            <a:tailEnd type="none" w="sm" len="sm"/>
          </a:ln>
        </p:spPr>
        <p:txBody>
          <a:bodyPr spcFirstLastPara="1" wrap="square" lIns="68575" tIns="34275" rIns="68575" bIns="34275" anchor="t" anchorCtr="0">
            <a:normAutofit/>
          </a:bodyPr>
          <a:lstStyle/>
          <a:p>
            <a:pPr marL="0" lvl="0" indent="0" algn="l" rtl="0">
              <a:spcBef>
                <a:spcPts val="800"/>
              </a:spcBef>
              <a:spcAft>
                <a:spcPts val="0"/>
              </a:spcAft>
              <a:buNone/>
            </a:pPr>
            <a:r>
              <a:rPr lang="en" sz="1400" b="1">
                <a:latin typeface="Courier New"/>
                <a:ea typeface="Courier New"/>
                <a:cs typeface="Courier New"/>
                <a:sym typeface="Courier New"/>
              </a:rPr>
              <a:t>demo.json</a:t>
            </a:r>
            <a:endParaRPr sz="1400" b="1">
              <a:latin typeface="Courier New"/>
              <a:ea typeface="Courier New"/>
              <a:cs typeface="Courier New"/>
              <a:sym typeface="Courier New"/>
            </a:endParaRPr>
          </a:p>
          <a:p>
            <a:pPr marL="0" lvl="0" indent="0" algn="l" rtl="0">
              <a:spcBef>
                <a:spcPts val="800"/>
              </a:spcBef>
              <a:spcAft>
                <a:spcPts val="0"/>
              </a:spcAft>
              <a:buNone/>
            </a:pPr>
            <a:r>
              <a:rPr lang="en" sz="1400" b="1">
                <a:latin typeface="Courier New"/>
                <a:ea typeface="Courier New"/>
                <a:cs typeface="Courier New"/>
                <a:sym typeface="Courier New"/>
              </a:rPr>
              <a:t>{</a:t>
            </a:r>
            <a:br>
              <a:rPr lang="en" sz="1400" b="1">
                <a:latin typeface="Courier New"/>
                <a:ea typeface="Courier New"/>
                <a:cs typeface="Courier New"/>
                <a:sym typeface="Courier New"/>
              </a:rPr>
            </a:br>
            <a:r>
              <a:rPr lang="en" sz="1400" b="1">
                <a:latin typeface="Courier New"/>
                <a:ea typeface="Courier New"/>
                <a:cs typeface="Courier New"/>
                <a:sym typeface="Courier New"/>
              </a:rPr>
              <a:t>  "r1": "abc",</a:t>
            </a:r>
            <a:br>
              <a:rPr lang="en" sz="1400" b="1">
                <a:latin typeface="Courier New"/>
                <a:ea typeface="Courier New"/>
                <a:cs typeface="Courier New"/>
                <a:sym typeface="Courier New"/>
              </a:rPr>
            </a:br>
            <a:r>
              <a:rPr lang="en" sz="1400" b="1">
                <a:latin typeface="Courier New"/>
                <a:ea typeface="Courier New"/>
                <a:cs typeface="Courier New"/>
                <a:sym typeface="Courier New"/>
              </a:rPr>
              <a:t>  "r2": "pqr",</a:t>
            </a:r>
            <a:br>
              <a:rPr lang="en" sz="1400" b="1">
                <a:latin typeface="Courier New"/>
                <a:ea typeface="Courier New"/>
                <a:cs typeface="Courier New"/>
                <a:sym typeface="Courier New"/>
              </a:rPr>
            </a:br>
            <a:r>
              <a:rPr lang="en" sz="1400" b="1">
                <a:latin typeface="Courier New"/>
                <a:ea typeface="Courier New"/>
                <a:cs typeface="Courier New"/>
                <a:sym typeface="Courier New"/>
              </a:rPr>
              <a:t>  "r3": "xyz"</a:t>
            </a:r>
            <a:br>
              <a:rPr lang="en" sz="1400" b="1">
                <a:latin typeface="Courier New"/>
                <a:ea typeface="Courier New"/>
                <a:cs typeface="Courier New"/>
                <a:sym typeface="Courier New"/>
              </a:rPr>
            </a:br>
            <a:r>
              <a:rPr lang="en" sz="1400" b="1">
                <a:latin typeface="Courier New"/>
                <a:ea typeface="Courier New"/>
                <a:cs typeface="Courier New"/>
                <a:sym typeface="Courier New"/>
              </a:rPr>
              <a:t>}</a:t>
            </a:r>
            <a:endParaRPr sz="1400" b="1">
              <a:latin typeface="Courier New"/>
              <a:ea typeface="Courier New"/>
              <a:cs typeface="Courier New"/>
              <a:sym typeface="Courier New"/>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50"/>
          <p:cNvSpPr txBox="1">
            <a:spLocks noGrp="1"/>
          </p:cNvSpPr>
          <p:nvPr>
            <p:ph type="title"/>
          </p:nvPr>
        </p:nvSpPr>
        <p:spPr>
          <a:xfrm>
            <a:off x="633845" y="274320"/>
            <a:ext cx="7084200" cy="619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Converting CSV to JSON</a:t>
            </a:r>
            <a:endParaRPr/>
          </a:p>
        </p:txBody>
      </p:sp>
      <p:sp>
        <p:nvSpPr>
          <p:cNvPr id="366" name="Google Shape;366;p50"/>
          <p:cNvSpPr txBox="1">
            <a:spLocks noGrp="1"/>
          </p:cNvSpPr>
          <p:nvPr>
            <p:ph type="body" idx="1"/>
          </p:nvPr>
        </p:nvSpPr>
        <p:spPr>
          <a:xfrm>
            <a:off x="633850" y="1035875"/>
            <a:ext cx="4112700" cy="3532500"/>
          </a:xfrm>
          <a:prstGeom prst="rect">
            <a:avLst/>
          </a:prstGeom>
          <a:ln w="9525" cap="flat" cmpd="sng">
            <a:solidFill>
              <a:schemeClr val="dk1"/>
            </a:solidFill>
            <a:prstDash val="solid"/>
            <a:round/>
            <a:headEnd type="none" w="sm" len="sm"/>
            <a:tailEnd type="none" w="sm" len="sm"/>
          </a:ln>
        </p:spPr>
        <p:txBody>
          <a:bodyPr spcFirstLastPara="1" wrap="square" lIns="68575" tIns="34275" rIns="68575" bIns="34275" anchor="t" anchorCtr="0">
            <a:spAutoFit/>
          </a:bodyPr>
          <a:lstStyle/>
          <a:p>
            <a:pPr marL="0" lvl="0" indent="0" algn="l" rtl="0">
              <a:lnSpc>
                <a:spcPct val="100000"/>
              </a:lnSpc>
              <a:spcBef>
                <a:spcPts val="0"/>
              </a:spcBef>
              <a:spcAft>
                <a:spcPts val="0"/>
              </a:spcAft>
              <a:buNone/>
            </a:pPr>
            <a:endParaRPr sz="1500" b="1">
              <a:solidFill>
                <a:srgbClr val="000000"/>
              </a:solidFill>
              <a:latin typeface="Courier New"/>
              <a:ea typeface="Courier New"/>
              <a:cs typeface="Courier New"/>
              <a:sym typeface="Courier New"/>
            </a:endParaRPr>
          </a:p>
          <a:p>
            <a:pPr marL="0" lvl="0" indent="0" algn="l" rtl="0">
              <a:lnSpc>
                <a:spcPct val="100000"/>
              </a:lnSpc>
              <a:spcBef>
                <a:spcPts val="0"/>
              </a:spcBef>
              <a:spcAft>
                <a:spcPts val="0"/>
              </a:spcAft>
              <a:buNone/>
            </a:pPr>
            <a:r>
              <a:rPr lang="en" sz="1500" b="1">
                <a:solidFill>
                  <a:srgbClr val="000000"/>
                </a:solidFill>
                <a:latin typeface="Courier New"/>
                <a:ea typeface="Courier New"/>
                <a:cs typeface="Courier New"/>
                <a:sym typeface="Courier New"/>
              </a:rPr>
              <a:t>import csv</a:t>
            </a:r>
            <a:endParaRPr sz="1500" b="1">
              <a:solidFill>
                <a:srgbClr val="000000"/>
              </a:solidFill>
              <a:latin typeface="Courier New"/>
              <a:ea typeface="Courier New"/>
              <a:cs typeface="Courier New"/>
              <a:sym typeface="Courier New"/>
            </a:endParaRPr>
          </a:p>
          <a:p>
            <a:pPr marL="0" lvl="0" indent="0" algn="l" rtl="0">
              <a:lnSpc>
                <a:spcPct val="100000"/>
              </a:lnSpc>
              <a:spcBef>
                <a:spcPts val="0"/>
              </a:spcBef>
              <a:spcAft>
                <a:spcPts val="0"/>
              </a:spcAft>
              <a:buNone/>
            </a:pPr>
            <a:r>
              <a:rPr lang="en" sz="1500" b="1">
                <a:solidFill>
                  <a:srgbClr val="000000"/>
                </a:solidFill>
                <a:latin typeface="Courier New"/>
                <a:ea typeface="Courier New"/>
                <a:cs typeface="Courier New"/>
                <a:sym typeface="Courier New"/>
              </a:rPr>
              <a:t>import json</a:t>
            </a:r>
            <a:endParaRPr sz="1500" b="1">
              <a:solidFill>
                <a:srgbClr val="000000"/>
              </a:solidFill>
              <a:latin typeface="Courier New"/>
              <a:ea typeface="Courier New"/>
              <a:cs typeface="Courier New"/>
              <a:sym typeface="Courier New"/>
            </a:endParaRPr>
          </a:p>
          <a:p>
            <a:pPr marL="0" lvl="0" indent="0" algn="l" rtl="0">
              <a:lnSpc>
                <a:spcPct val="100000"/>
              </a:lnSpc>
              <a:spcBef>
                <a:spcPts val="0"/>
              </a:spcBef>
              <a:spcAft>
                <a:spcPts val="0"/>
              </a:spcAft>
              <a:buNone/>
            </a:pPr>
            <a:endParaRPr sz="1500" b="1">
              <a:solidFill>
                <a:srgbClr val="000000"/>
              </a:solidFill>
              <a:latin typeface="Courier New"/>
              <a:ea typeface="Courier New"/>
              <a:cs typeface="Courier New"/>
              <a:sym typeface="Courier New"/>
            </a:endParaRPr>
          </a:p>
          <a:p>
            <a:pPr marL="0" lvl="0" indent="0" algn="l" rtl="0">
              <a:lnSpc>
                <a:spcPct val="100000"/>
              </a:lnSpc>
              <a:spcBef>
                <a:spcPts val="0"/>
              </a:spcBef>
              <a:spcAft>
                <a:spcPts val="0"/>
              </a:spcAft>
              <a:buNone/>
            </a:pPr>
            <a:r>
              <a:rPr lang="en" sz="1500" b="1">
                <a:solidFill>
                  <a:srgbClr val="000000"/>
                </a:solidFill>
                <a:latin typeface="Courier New"/>
                <a:ea typeface="Courier New"/>
                <a:cs typeface="Courier New"/>
                <a:sym typeface="Courier New"/>
              </a:rPr>
              <a:t>csv_file = open('demo.csv', 'r')</a:t>
            </a:r>
            <a:endParaRPr sz="1500" b="1">
              <a:solidFill>
                <a:srgbClr val="000000"/>
              </a:solidFill>
              <a:latin typeface="Courier New"/>
              <a:ea typeface="Courier New"/>
              <a:cs typeface="Courier New"/>
              <a:sym typeface="Courier New"/>
            </a:endParaRPr>
          </a:p>
          <a:p>
            <a:pPr marL="0" lvl="0" indent="0" algn="l" rtl="0">
              <a:lnSpc>
                <a:spcPct val="100000"/>
              </a:lnSpc>
              <a:spcBef>
                <a:spcPts val="0"/>
              </a:spcBef>
              <a:spcAft>
                <a:spcPts val="0"/>
              </a:spcAft>
              <a:buNone/>
            </a:pPr>
            <a:r>
              <a:rPr lang="en" sz="1500" b="1">
                <a:solidFill>
                  <a:srgbClr val="000000"/>
                </a:solidFill>
                <a:latin typeface="Courier New"/>
                <a:ea typeface="Courier New"/>
                <a:cs typeface="Courier New"/>
                <a:sym typeface="Courier New"/>
              </a:rPr>
              <a:t>obj = csv.DictReader(csv_file)</a:t>
            </a:r>
            <a:endParaRPr sz="1500" b="1">
              <a:solidFill>
                <a:srgbClr val="000000"/>
              </a:solidFill>
              <a:latin typeface="Courier New"/>
              <a:ea typeface="Courier New"/>
              <a:cs typeface="Courier New"/>
              <a:sym typeface="Courier New"/>
            </a:endParaRPr>
          </a:p>
          <a:p>
            <a:pPr marL="0" lvl="0" indent="0" algn="l" rtl="0">
              <a:lnSpc>
                <a:spcPct val="100000"/>
              </a:lnSpc>
              <a:spcBef>
                <a:spcPts val="0"/>
              </a:spcBef>
              <a:spcAft>
                <a:spcPts val="0"/>
              </a:spcAft>
              <a:buNone/>
            </a:pPr>
            <a:r>
              <a:rPr lang="en" sz="1500" b="1">
                <a:solidFill>
                  <a:srgbClr val="000000"/>
                </a:solidFill>
                <a:latin typeface="Courier New"/>
                <a:ea typeface="Courier New"/>
                <a:cs typeface="Courier New"/>
                <a:sym typeface="Courier New"/>
              </a:rPr>
              <a:t>data = [entry for entry in obj]</a:t>
            </a:r>
            <a:endParaRPr sz="1500" b="1">
              <a:solidFill>
                <a:srgbClr val="000000"/>
              </a:solidFill>
              <a:latin typeface="Courier New"/>
              <a:ea typeface="Courier New"/>
              <a:cs typeface="Courier New"/>
              <a:sym typeface="Courier New"/>
            </a:endParaRPr>
          </a:p>
          <a:p>
            <a:pPr marL="0" lvl="0" indent="0" algn="l" rtl="0">
              <a:lnSpc>
                <a:spcPct val="100000"/>
              </a:lnSpc>
              <a:spcBef>
                <a:spcPts val="0"/>
              </a:spcBef>
              <a:spcAft>
                <a:spcPts val="0"/>
              </a:spcAft>
              <a:buNone/>
            </a:pPr>
            <a:r>
              <a:rPr lang="en" sz="1500" b="1">
                <a:solidFill>
                  <a:srgbClr val="000000"/>
                </a:solidFill>
                <a:latin typeface="Courier New"/>
                <a:ea typeface="Courier New"/>
                <a:cs typeface="Courier New"/>
                <a:sym typeface="Courier New"/>
              </a:rPr>
              <a:t>csv_file.close()</a:t>
            </a:r>
            <a:endParaRPr sz="1500" b="1">
              <a:solidFill>
                <a:srgbClr val="000000"/>
              </a:solidFill>
              <a:latin typeface="Courier New"/>
              <a:ea typeface="Courier New"/>
              <a:cs typeface="Courier New"/>
              <a:sym typeface="Courier New"/>
            </a:endParaRPr>
          </a:p>
          <a:p>
            <a:pPr marL="0" lvl="0" indent="0" algn="l" rtl="0">
              <a:lnSpc>
                <a:spcPct val="100000"/>
              </a:lnSpc>
              <a:spcBef>
                <a:spcPts val="0"/>
              </a:spcBef>
              <a:spcAft>
                <a:spcPts val="0"/>
              </a:spcAft>
              <a:buNone/>
            </a:pPr>
            <a:endParaRPr sz="1500" b="1">
              <a:solidFill>
                <a:srgbClr val="000000"/>
              </a:solidFill>
              <a:latin typeface="Courier New"/>
              <a:ea typeface="Courier New"/>
              <a:cs typeface="Courier New"/>
              <a:sym typeface="Courier New"/>
            </a:endParaRPr>
          </a:p>
          <a:p>
            <a:pPr marL="0" lvl="0" indent="0" algn="l" rtl="0">
              <a:lnSpc>
                <a:spcPct val="100000"/>
              </a:lnSpc>
              <a:spcBef>
                <a:spcPts val="0"/>
              </a:spcBef>
              <a:spcAft>
                <a:spcPts val="0"/>
              </a:spcAft>
              <a:buNone/>
            </a:pPr>
            <a:r>
              <a:rPr lang="en" sz="1500" b="1">
                <a:solidFill>
                  <a:srgbClr val="000000"/>
                </a:solidFill>
                <a:latin typeface="Courier New"/>
                <a:ea typeface="Courier New"/>
                <a:cs typeface="Courier New"/>
                <a:sym typeface="Courier New"/>
              </a:rPr>
              <a:t>json_file = open('demo.json', 'w')</a:t>
            </a:r>
            <a:endParaRPr sz="1500" b="1">
              <a:solidFill>
                <a:srgbClr val="000000"/>
              </a:solidFill>
              <a:latin typeface="Courier New"/>
              <a:ea typeface="Courier New"/>
              <a:cs typeface="Courier New"/>
              <a:sym typeface="Courier New"/>
            </a:endParaRPr>
          </a:p>
          <a:p>
            <a:pPr marL="0" lvl="0" indent="0" algn="l" rtl="0">
              <a:lnSpc>
                <a:spcPct val="100000"/>
              </a:lnSpc>
              <a:spcBef>
                <a:spcPts val="0"/>
              </a:spcBef>
              <a:spcAft>
                <a:spcPts val="0"/>
              </a:spcAft>
              <a:buNone/>
            </a:pPr>
            <a:r>
              <a:rPr lang="en" sz="1500" b="1">
                <a:solidFill>
                  <a:srgbClr val="000000"/>
                </a:solidFill>
                <a:latin typeface="Courier New"/>
                <a:ea typeface="Courier New"/>
                <a:cs typeface="Courier New"/>
                <a:sym typeface="Courier New"/>
              </a:rPr>
              <a:t>json.dump(data, json_file)</a:t>
            </a:r>
            <a:endParaRPr sz="1500" b="1">
              <a:solidFill>
                <a:srgbClr val="000000"/>
              </a:solidFill>
              <a:latin typeface="Courier New"/>
              <a:ea typeface="Courier New"/>
              <a:cs typeface="Courier New"/>
              <a:sym typeface="Courier New"/>
            </a:endParaRPr>
          </a:p>
          <a:p>
            <a:pPr marL="0" lvl="0" indent="0" algn="l" rtl="0">
              <a:lnSpc>
                <a:spcPct val="100000"/>
              </a:lnSpc>
              <a:spcBef>
                <a:spcPts val="0"/>
              </a:spcBef>
              <a:spcAft>
                <a:spcPts val="0"/>
              </a:spcAft>
              <a:buNone/>
            </a:pPr>
            <a:r>
              <a:rPr lang="en" sz="1500" b="1">
                <a:solidFill>
                  <a:srgbClr val="000000"/>
                </a:solidFill>
                <a:latin typeface="Courier New"/>
                <a:ea typeface="Courier New"/>
                <a:cs typeface="Courier New"/>
                <a:sym typeface="Courier New"/>
              </a:rPr>
              <a:t>json_file.close()</a:t>
            </a:r>
            <a:endParaRPr sz="1500" b="1">
              <a:solidFill>
                <a:srgbClr val="000000"/>
              </a:solidFill>
              <a:latin typeface="Courier New"/>
              <a:ea typeface="Courier New"/>
              <a:cs typeface="Courier New"/>
              <a:sym typeface="Courier New"/>
            </a:endParaRPr>
          </a:p>
          <a:p>
            <a:pPr marL="0" lvl="0" indent="0" algn="l" rtl="0">
              <a:lnSpc>
                <a:spcPct val="100000"/>
              </a:lnSpc>
              <a:spcBef>
                <a:spcPts val="0"/>
              </a:spcBef>
              <a:spcAft>
                <a:spcPts val="0"/>
              </a:spcAft>
              <a:buNone/>
            </a:pPr>
            <a:endParaRPr sz="1500" b="1">
              <a:solidFill>
                <a:srgbClr val="000000"/>
              </a:solidFill>
              <a:latin typeface="Courier New"/>
              <a:ea typeface="Courier New"/>
              <a:cs typeface="Courier New"/>
              <a:sym typeface="Courier New"/>
            </a:endParaRPr>
          </a:p>
          <a:p>
            <a:pPr marL="0" lvl="0" indent="0" algn="l" rtl="0">
              <a:lnSpc>
                <a:spcPct val="100000"/>
              </a:lnSpc>
              <a:spcBef>
                <a:spcPts val="0"/>
              </a:spcBef>
              <a:spcAft>
                <a:spcPts val="0"/>
              </a:spcAft>
              <a:buNone/>
            </a:pPr>
            <a:endParaRPr sz="1500" b="1">
              <a:solidFill>
                <a:srgbClr val="000000"/>
              </a:solidFill>
              <a:latin typeface="Courier New"/>
              <a:ea typeface="Courier New"/>
              <a:cs typeface="Courier New"/>
              <a:sym typeface="Courier New"/>
            </a:endParaRPr>
          </a:p>
          <a:p>
            <a:pPr marL="0" lvl="0" indent="0" algn="l" rtl="0">
              <a:lnSpc>
                <a:spcPct val="100000"/>
              </a:lnSpc>
              <a:spcBef>
                <a:spcPts val="0"/>
              </a:spcBef>
              <a:spcAft>
                <a:spcPts val="0"/>
              </a:spcAft>
              <a:buNone/>
            </a:pPr>
            <a:endParaRPr sz="1500" b="1">
              <a:solidFill>
                <a:srgbClr val="000000"/>
              </a:solidFill>
              <a:latin typeface="Courier New"/>
              <a:ea typeface="Courier New"/>
              <a:cs typeface="Courier New"/>
              <a:sym typeface="Courier New"/>
            </a:endParaRPr>
          </a:p>
        </p:txBody>
      </p:sp>
      <p:sp>
        <p:nvSpPr>
          <p:cNvPr id="367" name="Google Shape;367;p50"/>
          <p:cNvSpPr txBox="1">
            <a:spLocks noGrp="1"/>
          </p:cNvSpPr>
          <p:nvPr>
            <p:ph type="body" idx="1"/>
          </p:nvPr>
        </p:nvSpPr>
        <p:spPr>
          <a:xfrm>
            <a:off x="4852350" y="1035875"/>
            <a:ext cx="3853500" cy="1638000"/>
          </a:xfrm>
          <a:prstGeom prst="rect">
            <a:avLst/>
          </a:prstGeom>
          <a:solidFill>
            <a:srgbClr val="FFF2CC"/>
          </a:solidFill>
          <a:ln w="9525" cap="flat" cmpd="sng">
            <a:solidFill>
              <a:schemeClr val="dk1"/>
            </a:solidFill>
            <a:prstDash val="solid"/>
            <a:round/>
            <a:headEnd type="none" w="sm" len="sm"/>
            <a:tailEnd type="none" w="sm" len="sm"/>
          </a:ln>
        </p:spPr>
        <p:txBody>
          <a:bodyPr spcFirstLastPara="1" wrap="square" lIns="68575" tIns="34275" rIns="68575" bIns="34275" anchor="t" anchorCtr="0">
            <a:normAutofit/>
          </a:bodyPr>
          <a:lstStyle/>
          <a:p>
            <a:pPr marL="0" lvl="0" indent="0" algn="l" rtl="0">
              <a:spcBef>
                <a:spcPts val="800"/>
              </a:spcBef>
              <a:spcAft>
                <a:spcPts val="0"/>
              </a:spcAft>
              <a:buNone/>
            </a:pPr>
            <a:r>
              <a:rPr lang="en" sz="1600" b="1">
                <a:latin typeface="Courier New"/>
                <a:ea typeface="Courier New"/>
                <a:cs typeface="Courier New"/>
                <a:sym typeface="Courier New"/>
              </a:rPr>
              <a:t>demo.csv</a:t>
            </a:r>
            <a:endParaRPr sz="1400" b="1">
              <a:latin typeface="Courier New"/>
              <a:ea typeface="Courier New"/>
              <a:cs typeface="Courier New"/>
              <a:sym typeface="Courier New"/>
            </a:endParaRPr>
          </a:p>
          <a:p>
            <a:pPr marL="0" lvl="0" indent="0" algn="l" rtl="0">
              <a:spcBef>
                <a:spcPts val="800"/>
              </a:spcBef>
              <a:spcAft>
                <a:spcPts val="0"/>
              </a:spcAft>
              <a:buNone/>
            </a:pPr>
            <a:r>
              <a:rPr lang="en" sz="1400" b="1">
                <a:latin typeface="Courier New"/>
                <a:ea typeface="Courier New"/>
                <a:cs typeface="Courier New"/>
                <a:sym typeface="Courier New"/>
              </a:rPr>
              <a:t>Roll Number, Name</a:t>
            </a:r>
            <a:endParaRPr sz="1400" b="1">
              <a:latin typeface="Courier New"/>
              <a:ea typeface="Courier New"/>
              <a:cs typeface="Courier New"/>
              <a:sym typeface="Courier New"/>
            </a:endParaRPr>
          </a:p>
          <a:p>
            <a:pPr marL="0" lvl="0" indent="0" algn="l" rtl="0">
              <a:spcBef>
                <a:spcPts val="800"/>
              </a:spcBef>
              <a:spcAft>
                <a:spcPts val="0"/>
              </a:spcAft>
              <a:buNone/>
            </a:pPr>
            <a:r>
              <a:rPr lang="en" sz="1400" b="1">
                <a:latin typeface="Courier New"/>
                <a:ea typeface="Courier New"/>
                <a:cs typeface="Courier New"/>
                <a:sym typeface="Courier New"/>
              </a:rPr>
              <a:t>r1, abc</a:t>
            </a:r>
            <a:endParaRPr sz="1400" b="1">
              <a:latin typeface="Courier New"/>
              <a:ea typeface="Courier New"/>
              <a:cs typeface="Courier New"/>
              <a:sym typeface="Courier New"/>
            </a:endParaRPr>
          </a:p>
          <a:p>
            <a:pPr marL="0" lvl="0" indent="0" algn="l" rtl="0">
              <a:spcBef>
                <a:spcPts val="800"/>
              </a:spcBef>
              <a:spcAft>
                <a:spcPts val="0"/>
              </a:spcAft>
              <a:buNone/>
            </a:pPr>
            <a:r>
              <a:rPr lang="en" sz="1400" b="1">
                <a:latin typeface="Courier New"/>
                <a:ea typeface="Courier New"/>
                <a:cs typeface="Courier New"/>
                <a:sym typeface="Courier New"/>
              </a:rPr>
              <a:t>r2, pqr</a:t>
            </a:r>
            <a:endParaRPr sz="1400" b="1">
              <a:latin typeface="Courier New"/>
              <a:ea typeface="Courier New"/>
              <a:cs typeface="Courier New"/>
              <a:sym typeface="Courier New"/>
            </a:endParaRPr>
          </a:p>
          <a:p>
            <a:pPr marL="0" lvl="0" indent="0" algn="l" rtl="0">
              <a:spcBef>
                <a:spcPts val="800"/>
              </a:spcBef>
              <a:spcAft>
                <a:spcPts val="0"/>
              </a:spcAft>
              <a:buNone/>
            </a:pPr>
            <a:r>
              <a:rPr lang="en" sz="1400" b="1">
                <a:latin typeface="Courier New"/>
                <a:ea typeface="Courier New"/>
                <a:cs typeface="Courier New"/>
                <a:sym typeface="Courier New"/>
              </a:rPr>
              <a:t>r3, xyz</a:t>
            </a:r>
            <a:endParaRPr sz="1400" b="1">
              <a:latin typeface="Courier New"/>
              <a:ea typeface="Courier New"/>
              <a:cs typeface="Courier New"/>
              <a:sym typeface="Courier New"/>
            </a:endParaRPr>
          </a:p>
        </p:txBody>
      </p:sp>
      <p:sp>
        <p:nvSpPr>
          <p:cNvPr id="368" name="Google Shape;368;p50"/>
          <p:cNvSpPr txBox="1">
            <a:spLocks noGrp="1"/>
          </p:cNvSpPr>
          <p:nvPr>
            <p:ph type="body" idx="1"/>
          </p:nvPr>
        </p:nvSpPr>
        <p:spPr>
          <a:xfrm>
            <a:off x="4852200" y="2815925"/>
            <a:ext cx="3853500" cy="1638000"/>
          </a:xfrm>
          <a:prstGeom prst="rect">
            <a:avLst/>
          </a:prstGeom>
          <a:solidFill>
            <a:srgbClr val="C9DAF8"/>
          </a:solidFill>
          <a:ln w="9525" cap="flat" cmpd="sng">
            <a:solidFill>
              <a:schemeClr val="dk1"/>
            </a:solidFill>
            <a:prstDash val="solid"/>
            <a:round/>
            <a:headEnd type="none" w="sm" len="sm"/>
            <a:tailEnd type="none" w="sm" len="sm"/>
          </a:ln>
        </p:spPr>
        <p:txBody>
          <a:bodyPr spcFirstLastPara="1" wrap="square" lIns="68575" tIns="34275" rIns="68575" bIns="34275" anchor="t" anchorCtr="0">
            <a:noAutofit/>
          </a:bodyPr>
          <a:lstStyle/>
          <a:p>
            <a:pPr marL="0" lvl="0" indent="0" algn="l" rtl="0">
              <a:spcBef>
                <a:spcPts val="800"/>
              </a:spcBef>
              <a:spcAft>
                <a:spcPts val="0"/>
              </a:spcAft>
              <a:buNone/>
            </a:pPr>
            <a:r>
              <a:rPr lang="en" sz="1200" b="1">
                <a:latin typeface="Courier New"/>
                <a:ea typeface="Courier New"/>
                <a:cs typeface="Courier New"/>
                <a:sym typeface="Courier New"/>
              </a:rPr>
              <a:t>demo.json</a:t>
            </a:r>
            <a:endParaRPr sz="1200" b="1">
              <a:latin typeface="Courier New"/>
              <a:ea typeface="Courier New"/>
              <a:cs typeface="Courier New"/>
              <a:sym typeface="Courier New"/>
            </a:endParaRPr>
          </a:p>
          <a:p>
            <a:pPr marL="0" lvl="0" indent="0" algn="l" rtl="0">
              <a:spcBef>
                <a:spcPts val="800"/>
              </a:spcBef>
              <a:spcAft>
                <a:spcPts val="0"/>
              </a:spcAft>
              <a:buNone/>
            </a:pPr>
            <a:r>
              <a:rPr lang="en" sz="1200" b="1">
                <a:latin typeface="Courier New"/>
                <a:ea typeface="Courier New"/>
                <a:cs typeface="Courier New"/>
                <a:sym typeface="Courier New"/>
              </a:rPr>
              <a:t>[</a:t>
            </a:r>
            <a:endParaRPr sz="1200" b="1">
              <a:latin typeface="Courier New"/>
              <a:ea typeface="Courier New"/>
              <a:cs typeface="Courier New"/>
              <a:sym typeface="Courier New"/>
            </a:endParaRPr>
          </a:p>
          <a:p>
            <a:pPr marL="0" lvl="0" indent="0" algn="l" rtl="0">
              <a:spcBef>
                <a:spcPts val="800"/>
              </a:spcBef>
              <a:spcAft>
                <a:spcPts val="0"/>
              </a:spcAft>
              <a:buNone/>
            </a:pPr>
            <a:r>
              <a:rPr lang="en" sz="1200" b="1">
                <a:latin typeface="Courier New"/>
                <a:ea typeface="Courier New"/>
                <a:cs typeface="Courier New"/>
                <a:sym typeface="Courier New"/>
              </a:rPr>
              <a:t>{"Roll Number":"r1", " Name":" abc"}, </a:t>
            </a:r>
            <a:endParaRPr sz="1200" b="1">
              <a:latin typeface="Courier New"/>
              <a:ea typeface="Courier New"/>
              <a:cs typeface="Courier New"/>
              <a:sym typeface="Courier New"/>
            </a:endParaRPr>
          </a:p>
          <a:p>
            <a:pPr marL="0" lvl="0" indent="0" algn="l" rtl="0">
              <a:spcBef>
                <a:spcPts val="800"/>
              </a:spcBef>
              <a:spcAft>
                <a:spcPts val="0"/>
              </a:spcAft>
              <a:buNone/>
            </a:pPr>
            <a:r>
              <a:rPr lang="en" sz="1200" b="1">
                <a:latin typeface="Courier New"/>
                <a:ea typeface="Courier New"/>
                <a:cs typeface="Courier New"/>
                <a:sym typeface="Courier New"/>
              </a:rPr>
              <a:t>{"Roll Number":"r2", " Name":" pqr"}, </a:t>
            </a:r>
            <a:endParaRPr sz="1200" b="1">
              <a:latin typeface="Courier New"/>
              <a:ea typeface="Courier New"/>
              <a:cs typeface="Courier New"/>
              <a:sym typeface="Courier New"/>
            </a:endParaRPr>
          </a:p>
          <a:p>
            <a:pPr marL="0" lvl="0" indent="0" algn="l" rtl="0">
              <a:spcBef>
                <a:spcPts val="800"/>
              </a:spcBef>
              <a:spcAft>
                <a:spcPts val="0"/>
              </a:spcAft>
              <a:buNone/>
            </a:pPr>
            <a:r>
              <a:rPr lang="en" sz="1200" b="1">
                <a:latin typeface="Courier New"/>
                <a:ea typeface="Courier New"/>
                <a:cs typeface="Courier New"/>
                <a:sym typeface="Courier New"/>
              </a:rPr>
              <a:t>{"Roll Number":"r3", " Name":" xyz"}</a:t>
            </a:r>
            <a:endParaRPr sz="1200" b="1">
              <a:latin typeface="Courier New"/>
              <a:ea typeface="Courier New"/>
              <a:cs typeface="Courier New"/>
              <a:sym typeface="Courier New"/>
            </a:endParaRPr>
          </a:p>
          <a:p>
            <a:pPr marL="0" lvl="0" indent="0" algn="l" rtl="0">
              <a:spcBef>
                <a:spcPts val="800"/>
              </a:spcBef>
              <a:spcAft>
                <a:spcPts val="0"/>
              </a:spcAft>
              <a:buNone/>
            </a:pPr>
            <a:r>
              <a:rPr lang="en" sz="1200" b="1">
                <a:latin typeface="Courier New"/>
                <a:ea typeface="Courier New"/>
                <a:cs typeface="Courier New"/>
                <a:sym typeface="Courier New"/>
              </a:rPr>
              <a:t>]</a:t>
            </a:r>
            <a:endParaRPr sz="1200" b="1">
              <a:latin typeface="Courier New"/>
              <a:ea typeface="Courier New"/>
              <a:cs typeface="Courier New"/>
              <a:sym typeface="Courier New"/>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51"/>
          <p:cNvSpPr txBox="1">
            <a:spLocks noGrp="1"/>
          </p:cNvSpPr>
          <p:nvPr>
            <p:ph type="ctrTitle"/>
          </p:nvPr>
        </p:nvSpPr>
        <p:spPr>
          <a:xfrm>
            <a:off x="1143000" y="797753"/>
            <a:ext cx="7315200" cy="1406400"/>
          </a:xfrm>
          <a:prstGeom prst="rect">
            <a:avLst/>
          </a:prstGeom>
        </p:spPr>
        <p:txBody>
          <a:bodyPr spcFirstLastPara="1" wrap="square" lIns="68575" tIns="34275" rIns="68575" bIns="34275" anchor="b" anchorCtr="0">
            <a:normAutofit/>
          </a:bodyPr>
          <a:lstStyle/>
          <a:p>
            <a:pPr marL="0" lvl="0" indent="0" algn="r" rtl="0">
              <a:spcBef>
                <a:spcPts val="0"/>
              </a:spcBef>
              <a:spcAft>
                <a:spcPts val="0"/>
              </a:spcAft>
              <a:buNone/>
            </a:pPr>
            <a:r>
              <a:rPr lang="en"/>
              <a:t>Reading from Web using APIs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52"/>
          <p:cNvSpPr txBox="1">
            <a:spLocks noGrp="1"/>
          </p:cNvSpPr>
          <p:nvPr>
            <p:ph type="title"/>
          </p:nvPr>
        </p:nvSpPr>
        <p:spPr>
          <a:xfrm>
            <a:off x="633845" y="274320"/>
            <a:ext cx="7084200" cy="619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Taking Input over the Web</a:t>
            </a:r>
            <a:endParaRPr/>
          </a:p>
        </p:txBody>
      </p:sp>
      <p:sp>
        <p:nvSpPr>
          <p:cNvPr id="379" name="Google Shape;379;p52"/>
          <p:cNvSpPr txBox="1">
            <a:spLocks noGrp="1"/>
          </p:cNvSpPr>
          <p:nvPr>
            <p:ph type="body" idx="1"/>
          </p:nvPr>
        </p:nvSpPr>
        <p:spPr>
          <a:xfrm>
            <a:off x="633845" y="1035887"/>
            <a:ext cx="7886700" cy="3081000"/>
          </a:xfrm>
          <a:prstGeom prst="rect">
            <a:avLst/>
          </a:prstGeom>
        </p:spPr>
        <p:txBody>
          <a:bodyPr spcFirstLastPara="1" wrap="square" lIns="68575" tIns="34275" rIns="68575" bIns="34275" anchor="t" anchorCtr="0">
            <a:spAutoFit/>
          </a:bodyPr>
          <a:lstStyle/>
          <a:p>
            <a:pPr marL="457200" lvl="0" indent="-317500" algn="just" rtl="0">
              <a:spcBef>
                <a:spcPts val="800"/>
              </a:spcBef>
              <a:spcAft>
                <a:spcPts val="0"/>
              </a:spcAft>
              <a:buSzPts val="1400"/>
              <a:buChar char="●"/>
            </a:pPr>
            <a:r>
              <a:rPr lang="en"/>
              <a:t>On web, so many sites provide all kinds of data - it will be great if a program can "read" that data and then process it</a:t>
            </a:r>
            <a:endParaRPr/>
          </a:p>
          <a:p>
            <a:pPr marL="457200" lvl="0" indent="-317500" algn="just" rtl="0">
              <a:spcBef>
                <a:spcPts val="0"/>
              </a:spcBef>
              <a:spcAft>
                <a:spcPts val="0"/>
              </a:spcAft>
              <a:buSzPts val="1400"/>
              <a:buChar char="●"/>
            </a:pPr>
            <a:r>
              <a:rPr lang="en"/>
              <a:t>This is a complex goal - requires accessing data over the internet - even the underlying OS does not have control over it</a:t>
            </a:r>
            <a:endParaRPr/>
          </a:p>
          <a:p>
            <a:pPr marL="457200" lvl="0" indent="-317500" algn="just" rtl="0">
              <a:spcBef>
                <a:spcPts val="0"/>
              </a:spcBef>
              <a:spcAft>
                <a:spcPts val="0"/>
              </a:spcAft>
              <a:buSzPts val="1400"/>
              <a:buChar char="●"/>
            </a:pPr>
            <a:r>
              <a:rPr lang="en"/>
              <a:t>Program will need help from underlying http/internet software layers to access anything external to the existing machine</a:t>
            </a:r>
            <a:endParaRPr/>
          </a:p>
          <a:p>
            <a:pPr marL="457200" lvl="0" indent="-317500" algn="just" rtl="0">
              <a:spcBef>
                <a:spcPts val="0"/>
              </a:spcBef>
              <a:spcAft>
                <a:spcPts val="0"/>
              </a:spcAft>
              <a:buSzPts val="1400"/>
              <a:buChar char="●"/>
            </a:pPr>
            <a:r>
              <a:rPr lang="en"/>
              <a:t>For access over internet, there is no language construct in python - however some packages exist which implement these, and provide good interface functions - programs can use these</a:t>
            </a:r>
            <a:endParaRPr/>
          </a:p>
          <a:p>
            <a:pPr marL="0" lvl="0" indent="0" algn="just" rtl="0">
              <a:spcBef>
                <a:spcPts val="800"/>
              </a:spcBef>
              <a:spcAft>
                <a:spcPts val="0"/>
              </a:spcAft>
              <a:buNone/>
            </a:pP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53"/>
          <p:cNvSpPr txBox="1">
            <a:spLocks noGrp="1"/>
          </p:cNvSpPr>
          <p:nvPr>
            <p:ph type="title"/>
          </p:nvPr>
        </p:nvSpPr>
        <p:spPr>
          <a:xfrm>
            <a:off x="633845" y="274320"/>
            <a:ext cx="7084200" cy="619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input from Web using APIs</a:t>
            </a:r>
            <a:endParaRPr/>
          </a:p>
        </p:txBody>
      </p:sp>
      <p:sp>
        <p:nvSpPr>
          <p:cNvPr id="385" name="Google Shape;385;p53"/>
          <p:cNvSpPr txBox="1">
            <a:spLocks noGrp="1"/>
          </p:cNvSpPr>
          <p:nvPr>
            <p:ph type="body" idx="1"/>
          </p:nvPr>
        </p:nvSpPr>
        <p:spPr>
          <a:xfrm>
            <a:off x="633845" y="1035887"/>
            <a:ext cx="7886700" cy="3599100"/>
          </a:xfrm>
          <a:prstGeom prst="rect">
            <a:avLst/>
          </a:prstGeom>
        </p:spPr>
        <p:txBody>
          <a:bodyPr spcFirstLastPara="1" wrap="square" lIns="68575" tIns="34275" rIns="68575" bIns="34275" anchor="t" anchorCtr="0">
            <a:normAutofit/>
          </a:bodyPr>
          <a:lstStyle/>
          <a:p>
            <a:pPr marL="457200" lvl="0" indent="-317500" algn="just" rtl="0">
              <a:spcBef>
                <a:spcPts val="800"/>
              </a:spcBef>
              <a:spcAft>
                <a:spcPts val="0"/>
              </a:spcAft>
              <a:buSzPts val="1400"/>
              <a:buChar char="●"/>
            </a:pPr>
            <a:r>
              <a:rPr lang="en"/>
              <a:t>Websites are accessed using HTTP, i.e. to read an http request is sent to the serving machine, which then responds to it by sending an HTML page, which is then displayed</a:t>
            </a:r>
            <a:endParaRPr/>
          </a:p>
          <a:p>
            <a:pPr marL="457200" lvl="0" indent="-317500" algn="just" rtl="0">
              <a:spcBef>
                <a:spcPts val="0"/>
              </a:spcBef>
              <a:spcAft>
                <a:spcPts val="0"/>
              </a:spcAft>
              <a:buSzPts val="1400"/>
              <a:buChar char="●"/>
            </a:pPr>
            <a:r>
              <a:rPr lang="en"/>
              <a:t>Many websites have a lot of data, and they sometimes want to make it available to outside world (free or paid)</a:t>
            </a:r>
            <a:endParaRPr/>
          </a:p>
          <a:p>
            <a:pPr marL="457200" lvl="0" indent="-317500" algn="just" rtl="0">
              <a:spcBef>
                <a:spcPts val="0"/>
              </a:spcBef>
              <a:spcAft>
                <a:spcPts val="0"/>
              </a:spcAft>
              <a:buSzPts val="1400"/>
              <a:buChar char="●"/>
            </a:pPr>
            <a:r>
              <a:rPr lang="en"/>
              <a:t>Simple model - provide data for download - user downloads data (through http) in a file (e.g. csv, excel)</a:t>
            </a:r>
            <a:endParaRPr/>
          </a:p>
          <a:p>
            <a:pPr marL="457200" lvl="0" indent="-317500" algn="just" rtl="0">
              <a:spcBef>
                <a:spcPts val="0"/>
              </a:spcBef>
              <a:spcAft>
                <a:spcPts val="0"/>
              </a:spcAft>
              <a:buSzPts val="1400"/>
              <a:buChar char="●"/>
            </a:pPr>
            <a:r>
              <a:rPr lang="en"/>
              <a:t>API based - provides Application Programmer Interface for programs to "read" data from website </a:t>
            </a:r>
            <a:endParaRPr/>
          </a:p>
          <a:p>
            <a:pPr marL="457200" lvl="0" indent="-317500" algn="just" rtl="0">
              <a:spcBef>
                <a:spcPts val="0"/>
              </a:spcBef>
              <a:spcAft>
                <a:spcPts val="0"/>
              </a:spcAft>
              <a:buSzPts val="1400"/>
              <a:buChar char="●"/>
            </a:pPr>
            <a:r>
              <a:rPr lang="en"/>
              <a:t>With APIs, the whole web is a source of input data for programs - hugely empowering what programs you can write</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p54"/>
          <p:cNvSpPr txBox="1">
            <a:spLocks noGrp="1"/>
          </p:cNvSpPr>
          <p:nvPr>
            <p:ph type="title"/>
          </p:nvPr>
        </p:nvSpPr>
        <p:spPr>
          <a:xfrm>
            <a:off x="633845" y="274320"/>
            <a:ext cx="7084200" cy="619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API Interface </a:t>
            </a:r>
            <a:endParaRPr/>
          </a:p>
        </p:txBody>
      </p:sp>
      <p:sp>
        <p:nvSpPr>
          <p:cNvPr id="391" name="Google Shape;391;p54"/>
          <p:cNvSpPr txBox="1">
            <a:spLocks noGrp="1"/>
          </p:cNvSpPr>
          <p:nvPr>
            <p:ph type="body" idx="1"/>
          </p:nvPr>
        </p:nvSpPr>
        <p:spPr>
          <a:xfrm>
            <a:off x="633845" y="1035887"/>
            <a:ext cx="7886700" cy="3599100"/>
          </a:xfrm>
          <a:prstGeom prst="rect">
            <a:avLst/>
          </a:prstGeom>
        </p:spPr>
        <p:txBody>
          <a:bodyPr spcFirstLastPara="1" wrap="square" lIns="68575" tIns="34275" rIns="68575" bIns="34275" anchor="t" anchorCtr="0">
            <a:normAutofit/>
          </a:bodyPr>
          <a:lstStyle/>
          <a:p>
            <a:pPr marL="457200" lvl="0" indent="-317500" algn="just" rtl="0">
              <a:spcBef>
                <a:spcPts val="800"/>
              </a:spcBef>
              <a:spcAft>
                <a:spcPts val="0"/>
              </a:spcAft>
              <a:buSzPts val="1400"/>
              <a:buChar char="●"/>
            </a:pPr>
            <a:r>
              <a:rPr lang="en"/>
              <a:t>A program, through the communication layer sw on its machine, makes a </a:t>
            </a:r>
            <a:r>
              <a:rPr lang="en" b="1"/>
              <a:t>request</a:t>
            </a:r>
            <a:r>
              <a:rPr lang="en"/>
              <a:t> for an API - also referred to as call the API</a:t>
            </a:r>
            <a:endParaRPr/>
          </a:p>
          <a:p>
            <a:pPr marL="457200" lvl="0" indent="-317500" algn="just" rtl="0">
              <a:spcBef>
                <a:spcPts val="0"/>
              </a:spcBef>
              <a:spcAft>
                <a:spcPts val="0"/>
              </a:spcAft>
              <a:buSzPts val="1400"/>
              <a:buChar char="●"/>
            </a:pPr>
            <a:r>
              <a:rPr lang="en"/>
              <a:t>The API is passed on to the host server through HTTP (by common layer), which processes it, and sends a response back </a:t>
            </a:r>
            <a:endParaRPr/>
          </a:p>
          <a:p>
            <a:pPr marL="457200" lvl="0" indent="-317500" algn="just" rtl="0">
              <a:spcBef>
                <a:spcPts val="0"/>
              </a:spcBef>
              <a:spcAft>
                <a:spcPts val="0"/>
              </a:spcAft>
              <a:buSzPts val="1400"/>
              <a:buChar char="●"/>
            </a:pPr>
            <a:r>
              <a:rPr lang="en"/>
              <a:t>The response comes to communication layer, which makes it available to the program as </a:t>
            </a:r>
            <a:r>
              <a:rPr lang="en" b="1"/>
              <a:t>response</a:t>
            </a:r>
            <a:endParaRPr b="1"/>
          </a:p>
          <a:p>
            <a:pPr marL="457200" lvl="0" indent="-317500" algn="just" rtl="0">
              <a:spcBef>
                <a:spcPts val="0"/>
              </a:spcBef>
              <a:spcAft>
                <a:spcPts val="0"/>
              </a:spcAft>
              <a:buSzPts val="1400"/>
              <a:buChar char="●"/>
            </a:pPr>
            <a:r>
              <a:rPr lang="en"/>
              <a:t>I.e. in a program, most API calls are request-response - like a function call with a return</a:t>
            </a:r>
            <a:endParaRPr/>
          </a:p>
          <a:p>
            <a:pPr marL="457200" lvl="0" indent="-317500" algn="just" rtl="0">
              <a:spcBef>
                <a:spcPts val="0"/>
              </a:spcBef>
              <a:spcAft>
                <a:spcPts val="0"/>
              </a:spcAft>
              <a:buSzPts val="1400"/>
              <a:buChar char="●"/>
            </a:pPr>
            <a:r>
              <a:rPr lang="en"/>
              <a:t>Function to make a request and get a response is provided by the response package in python</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6" name="Google Shape;396;p55"/>
          <p:cNvSpPr txBox="1">
            <a:spLocks noGrp="1"/>
          </p:cNvSpPr>
          <p:nvPr>
            <p:ph type="title"/>
          </p:nvPr>
        </p:nvSpPr>
        <p:spPr>
          <a:xfrm>
            <a:off x="633845" y="274320"/>
            <a:ext cx="7084200" cy="619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REST</a:t>
            </a:r>
            <a:endParaRPr/>
          </a:p>
        </p:txBody>
      </p:sp>
      <p:sp>
        <p:nvSpPr>
          <p:cNvPr id="397" name="Google Shape;397;p55"/>
          <p:cNvSpPr txBox="1">
            <a:spLocks noGrp="1"/>
          </p:cNvSpPr>
          <p:nvPr>
            <p:ph type="body" idx="1"/>
          </p:nvPr>
        </p:nvSpPr>
        <p:spPr>
          <a:xfrm>
            <a:off x="633845" y="1035887"/>
            <a:ext cx="7886700" cy="3599100"/>
          </a:xfrm>
          <a:prstGeom prst="rect">
            <a:avLst/>
          </a:prstGeom>
        </p:spPr>
        <p:txBody>
          <a:bodyPr spcFirstLastPara="1" wrap="square" lIns="68575" tIns="34275" rIns="68575" bIns="34275" anchor="t" anchorCtr="0">
            <a:normAutofit lnSpcReduction="10000"/>
          </a:bodyPr>
          <a:lstStyle/>
          <a:p>
            <a:pPr marL="457200" lvl="0" indent="-317500" algn="just" rtl="0">
              <a:spcBef>
                <a:spcPts val="800"/>
              </a:spcBef>
              <a:spcAft>
                <a:spcPts val="0"/>
              </a:spcAft>
              <a:buSzPts val="1400"/>
              <a:buChar char="●"/>
            </a:pPr>
            <a:r>
              <a:rPr lang="en"/>
              <a:t>The request and responses for APIs need to use some framework for it - generally use REST</a:t>
            </a:r>
            <a:endParaRPr/>
          </a:p>
          <a:p>
            <a:pPr marL="914400" lvl="1" indent="-317500" algn="just" rtl="0">
              <a:spcBef>
                <a:spcPts val="0"/>
              </a:spcBef>
              <a:spcAft>
                <a:spcPts val="0"/>
              </a:spcAft>
              <a:buSzPts val="1400"/>
              <a:buChar char="●"/>
            </a:pPr>
            <a:r>
              <a:rPr lang="en"/>
              <a:t>Other technologies also used e.g. SOAP, GraphQL (recent)</a:t>
            </a:r>
            <a:endParaRPr/>
          </a:p>
          <a:p>
            <a:pPr marL="914400" lvl="1" indent="-317500" algn="just" rtl="0">
              <a:spcBef>
                <a:spcPts val="0"/>
              </a:spcBef>
              <a:spcAft>
                <a:spcPts val="0"/>
              </a:spcAft>
              <a:buSzPts val="1400"/>
              <a:buChar char="●"/>
            </a:pPr>
            <a:r>
              <a:rPr lang="en"/>
              <a:t>We will briefly discuss REST only</a:t>
            </a:r>
            <a:endParaRPr/>
          </a:p>
          <a:p>
            <a:pPr marL="457200" lvl="0" indent="-317500" algn="just" rtl="0">
              <a:spcBef>
                <a:spcPts val="0"/>
              </a:spcBef>
              <a:spcAft>
                <a:spcPts val="0"/>
              </a:spcAft>
              <a:buSzPts val="1400"/>
              <a:buChar char="●"/>
            </a:pPr>
            <a:r>
              <a:rPr lang="en"/>
              <a:t>REST: REpresentational State Transfer</a:t>
            </a:r>
            <a:endParaRPr/>
          </a:p>
          <a:p>
            <a:pPr marL="457200" lvl="0" indent="-317500" algn="just" rtl="0">
              <a:spcBef>
                <a:spcPts val="0"/>
              </a:spcBef>
              <a:spcAft>
                <a:spcPts val="0"/>
              </a:spcAft>
              <a:buSzPts val="1400"/>
              <a:buChar char="●"/>
            </a:pPr>
            <a:r>
              <a:rPr lang="en"/>
              <a:t>It is an architectural style for client-server interaction on internet</a:t>
            </a:r>
            <a:endParaRPr/>
          </a:p>
          <a:p>
            <a:pPr marL="457200" lvl="0" indent="-317500" algn="just" rtl="0">
              <a:spcBef>
                <a:spcPts val="0"/>
              </a:spcBef>
              <a:spcAft>
                <a:spcPts val="0"/>
              </a:spcAft>
              <a:buSzPts val="1400"/>
              <a:buChar char="●"/>
            </a:pPr>
            <a:r>
              <a:rPr lang="en"/>
              <a:t>REST requires these properties</a:t>
            </a:r>
            <a:endParaRPr/>
          </a:p>
          <a:p>
            <a:pPr marL="914400" lvl="1" indent="-317500" algn="just" rtl="0">
              <a:spcBef>
                <a:spcPts val="0"/>
              </a:spcBef>
              <a:spcAft>
                <a:spcPts val="0"/>
              </a:spcAft>
              <a:buSzPts val="1400"/>
              <a:buChar char="●"/>
            </a:pPr>
            <a:r>
              <a:rPr lang="en"/>
              <a:t>Stateless - server does not maintain any state between client requests</a:t>
            </a:r>
            <a:endParaRPr/>
          </a:p>
          <a:p>
            <a:pPr marL="914400" lvl="1" indent="-317500" algn="just" rtl="0">
              <a:spcBef>
                <a:spcPts val="0"/>
              </a:spcBef>
              <a:spcAft>
                <a:spcPts val="0"/>
              </a:spcAft>
              <a:buSzPts val="1400"/>
              <a:buChar char="●"/>
            </a:pPr>
            <a:r>
              <a:rPr lang="en"/>
              <a:t>Client-server are decoupled </a:t>
            </a:r>
            <a:endParaRPr/>
          </a:p>
          <a:p>
            <a:pPr marL="914400" lvl="1" indent="-317500" algn="just" rtl="0">
              <a:spcBef>
                <a:spcPts val="0"/>
              </a:spcBef>
              <a:spcAft>
                <a:spcPts val="0"/>
              </a:spcAft>
              <a:buSzPts val="1400"/>
              <a:buChar char="●"/>
            </a:pPr>
            <a:r>
              <a:rPr lang="en"/>
              <a:t>Cacheable - data can be cached by client or server</a:t>
            </a:r>
            <a:endParaRPr/>
          </a:p>
          <a:p>
            <a:pPr marL="914400" lvl="1" indent="-317500" algn="just" rtl="0">
              <a:spcBef>
                <a:spcPts val="0"/>
              </a:spcBef>
              <a:spcAft>
                <a:spcPts val="0"/>
              </a:spcAft>
              <a:buSzPts val="1400"/>
              <a:buChar char="●"/>
            </a:pPr>
            <a:r>
              <a:rPr lang="en"/>
              <a:t>Uniform interface - server provides it for accessing resources</a:t>
            </a:r>
            <a:endParaRPr/>
          </a:p>
          <a:p>
            <a:pPr marL="914400" lvl="1" indent="-317500" algn="just" rtl="0">
              <a:spcBef>
                <a:spcPts val="0"/>
              </a:spcBef>
              <a:spcAft>
                <a:spcPts val="0"/>
              </a:spcAft>
              <a:buSzPts val="1400"/>
              <a:buChar char="●"/>
            </a:pPr>
            <a:r>
              <a:rPr lang="en"/>
              <a:t>….</a:t>
            </a:r>
            <a:endParaRPr/>
          </a:p>
          <a:p>
            <a:pPr marL="457200" lvl="0" indent="-317500" algn="just" rtl="0">
              <a:spcBef>
                <a:spcPts val="0"/>
              </a:spcBef>
              <a:spcAft>
                <a:spcPts val="0"/>
              </a:spcAft>
              <a:buSzPts val="1400"/>
              <a:buChar char="●"/>
            </a:pPr>
            <a:r>
              <a:rPr lang="en"/>
              <a:t>REST also requires some operations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56"/>
          <p:cNvSpPr txBox="1">
            <a:spLocks noGrp="1"/>
          </p:cNvSpPr>
          <p:nvPr>
            <p:ph type="title"/>
          </p:nvPr>
        </p:nvSpPr>
        <p:spPr>
          <a:xfrm>
            <a:off x="633845" y="274320"/>
            <a:ext cx="7084200" cy="619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REST on HTTP</a:t>
            </a:r>
            <a:endParaRPr/>
          </a:p>
        </p:txBody>
      </p:sp>
      <p:sp>
        <p:nvSpPr>
          <p:cNvPr id="403" name="Google Shape;403;p56"/>
          <p:cNvSpPr txBox="1">
            <a:spLocks noGrp="1"/>
          </p:cNvSpPr>
          <p:nvPr>
            <p:ph type="body" idx="1"/>
          </p:nvPr>
        </p:nvSpPr>
        <p:spPr>
          <a:xfrm>
            <a:off x="633845" y="1035887"/>
            <a:ext cx="7886700" cy="3599100"/>
          </a:xfrm>
          <a:prstGeom prst="rect">
            <a:avLst/>
          </a:prstGeom>
        </p:spPr>
        <p:txBody>
          <a:bodyPr spcFirstLastPara="1" wrap="square" lIns="68575" tIns="34275" rIns="68575" bIns="34275" anchor="t" anchorCtr="0">
            <a:normAutofit/>
          </a:bodyPr>
          <a:lstStyle/>
          <a:p>
            <a:pPr marL="457200" lvl="0" indent="-317500" algn="just" rtl="0">
              <a:spcBef>
                <a:spcPts val="800"/>
              </a:spcBef>
              <a:spcAft>
                <a:spcPts val="0"/>
              </a:spcAft>
              <a:buSzPts val="1400"/>
              <a:buChar char="●"/>
            </a:pPr>
            <a:r>
              <a:rPr lang="en"/>
              <a:t>REST mostly deployed using HTTP, the operations used are:</a:t>
            </a:r>
            <a:endParaRPr/>
          </a:p>
          <a:p>
            <a:pPr marL="914400" lvl="1" indent="-317500" algn="just" rtl="0">
              <a:spcBef>
                <a:spcPts val="0"/>
              </a:spcBef>
              <a:spcAft>
                <a:spcPts val="0"/>
              </a:spcAft>
              <a:buSzPts val="1400"/>
              <a:buChar char="●"/>
            </a:pPr>
            <a:r>
              <a:rPr lang="en"/>
              <a:t>GET - read / retrieve resource representation/information</a:t>
            </a:r>
            <a:endParaRPr/>
          </a:p>
          <a:p>
            <a:pPr marL="914400" lvl="1" indent="-317500" algn="just" rtl="0">
              <a:spcBef>
                <a:spcPts val="0"/>
              </a:spcBef>
              <a:spcAft>
                <a:spcPts val="0"/>
              </a:spcAft>
              <a:buSzPts val="1400"/>
              <a:buChar char="●"/>
            </a:pPr>
            <a:r>
              <a:rPr lang="en"/>
              <a:t>POST - create new resources, e.g., a file </a:t>
            </a:r>
            <a:endParaRPr/>
          </a:p>
          <a:p>
            <a:pPr marL="914400" lvl="1" indent="-317500" algn="just" rtl="0">
              <a:spcBef>
                <a:spcPts val="0"/>
              </a:spcBef>
              <a:spcAft>
                <a:spcPts val="0"/>
              </a:spcAft>
              <a:buSzPts val="1400"/>
              <a:buChar char="●"/>
            </a:pPr>
            <a:r>
              <a:rPr lang="en"/>
              <a:t>PUT - update an existing resource </a:t>
            </a:r>
            <a:endParaRPr/>
          </a:p>
          <a:p>
            <a:pPr marL="914400" lvl="1" indent="-317500" algn="just" rtl="0">
              <a:spcBef>
                <a:spcPts val="0"/>
              </a:spcBef>
              <a:spcAft>
                <a:spcPts val="0"/>
              </a:spcAft>
              <a:buSzPts val="1400"/>
              <a:buChar char="●"/>
            </a:pPr>
            <a:r>
              <a:rPr lang="en"/>
              <a:t>DELETE - delete a resource</a:t>
            </a:r>
            <a:endParaRPr/>
          </a:p>
          <a:p>
            <a:pPr marL="457200" lvl="0" indent="-317500" algn="just" rtl="0">
              <a:spcBef>
                <a:spcPts val="0"/>
              </a:spcBef>
              <a:spcAft>
                <a:spcPts val="0"/>
              </a:spcAft>
              <a:buSzPts val="1400"/>
              <a:buChar char="●"/>
            </a:pPr>
            <a:r>
              <a:rPr lang="en"/>
              <a:t>For reading an API, we will be using GET only</a:t>
            </a:r>
            <a:endParaRPr/>
          </a:p>
          <a:p>
            <a:pPr marL="914400" lvl="1" indent="-317500" algn="just" rtl="0">
              <a:spcBef>
                <a:spcPts val="0"/>
              </a:spcBef>
              <a:spcAft>
                <a:spcPts val="0"/>
              </a:spcAft>
              <a:buSzPts val="1400"/>
              <a:buChar char="●"/>
            </a:pPr>
            <a:r>
              <a:rPr lang="en"/>
              <a:t>If resource found on server, return HTTP response code 200 (OK), along with response body (generally XML or JSON content</a:t>
            </a:r>
            <a:endParaRPr/>
          </a:p>
          <a:p>
            <a:pPr marL="914400" lvl="1" indent="-317500" algn="just" rtl="0">
              <a:spcBef>
                <a:spcPts val="0"/>
              </a:spcBef>
              <a:spcAft>
                <a:spcPts val="0"/>
              </a:spcAft>
              <a:buSzPts val="1400"/>
              <a:buChar char="●"/>
            </a:pPr>
            <a:r>
              <a:rPr lang="en"/>
              <a:t>If resource is NOT found, API returns HTTP code 404 (NOT FOUND).</a:t>
            </a:r>
            <a:endParaRPr/>
          </a:p>
          <a:p>
            <a:pPr marL="914400" lvl="1" indent="-317500" algn="just" rtl="0">
              <a:spcBef>
                <a:spcPts val="0"/>
              </a:spcBef>
              <a:spcAft>
                <a:spcPts val="0"/>
              </a:spcAft>
              <a:buSzPts val="1400"/>
              <a:buChar char="●"/>
            </a:pPr>
            <a:r>
              <a:rPr lang="en"/>
              <a:t>If GET request not correctly formed, return code 400 (BAD REQUEST)</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57"/>
          <p:cNvSpPr txBox="1">
            <a:spLocks noGrp="1"/>
          </p:cNvSpPr>
          <p:nvPr>
            <p:ph type="title"/>
          </p:nvPr>
        </p:nvSpPr>
        <p:spPr>
          <a:xfrm>
            <a:off x="633845" y="274320"/>
            <a:ext cx="7084200" cy="6195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APIs</a:t>
            </a:r>
            <a:endParaRPr/>
          </a:p>
        </p:txBody>
      </p:sp>
      <p:sp>
        <p:nvSpPr>
          <p:cNvPr id="409" name="Google Shape;409;p57"/>
          <p:cNvSpPr txBox="1">
            <a:spLocks noGrp="1"/>
          </p:cNvSpPr>
          <p:nvPr>
            <p:ph type="body" idx="1"/>
          </p:nvPr>
        </p:nvSpPr>
        <p:spPr>
          <a:xfrm>
            <a:off x="633845" y="1035887"/>
            <a:ext cx="7886700" cy="3599100"/>
          </a:xfrm>
          <a:prstGeom prst="rect">
            <a:avLst/>
          </a:prstGeom>
        </p:spPr>
        <p:txBody>
          <a:bodyPr spcFirstLastPara="1" wrap="square" lIns="68575" tIns="34275" rIns="68575" bIns="34275" anchor="t" anchorCtr="0">
            <a:normAutofit/>
          </a:bodyPr>
          <a:lstStyle/>
          <a:p>
            <a:pPr marL="457200" lvl="0" indent="-317500" algn="just" rtl="0">
              <a:spcBef>
                <a:spcPts val="800"/>
              </a:spcBef>
              <a:spcAft>
                <a:spcPts val="0"/>
              </a:spcAft>
              <a:buSzPts val="1400"/>
              <a:buChar char="●"/>
            </a:pPr>
            <a:r>
              <a:rPr lang="en"/>
              <a:t>An API is simply a regular URL - which provides data in some format (e.g. text, JSON, binary, …) </a:t>
            </a:r>
            <a:endParaRPr/>
          </a:p>
          <a:p>
            <a:pPr marL="914400" lvl="1" indent="-317500" algn="just" rtl="0">
              <a:spcBef>
                <a:spcPts val="0"/>
              </a:spcBef>
              <a:spcAft>
                <a:spcPts val="0"/>
              </a:spcAft>
              <a:buSzPts val="1400"/>
              <a:buChar char="●"/>
            </a:pPr>
            <a:r>
              <a:rPr lang="en"/>
              <a:t>As a URL, you can see it on browser also</a:t>
            </a:r>
            <a:endParaRPr/>
          </a:p>
          <a:p>
            <a:pPr marL="457200" lvl="0" indent="-317500" algn="just" rtl="0">
              <a:spcBef>
                <a:spcPts val="0"/>
              </a:spcBef>
              <a:spcAft>
                <a:spcPts val="0"/>
              </a:spcAft>
              <a:buSzPts val="1400"/>
              <a:buChar char="●"/>
            </a:pPr>
            <a:r>
              <a:rPr lang="en"/>
              <a:t>A website typically provides many APIs - each with its own URL </a:t>
            </a:r>
            <a:endParaRPr/>
          </a:p>
          <a:p>
            <a:pPr marL="457200" lvl="0" indent="-317500" algn="just" rtl="0">
              <a:spcBef>
                <a:spcPts val="0"/>
              </a:spcBef>
              <a:spcAft>
                <a:spcPts val="0"/>
              </a:spcAft>
              <a:buSzPts val="1400"/>
              <a:buChar char="●"/>
            </a:pPr>
            <a:r>
              <a:rPr lang="en"/>
              <a:t>Generally, they will have a base URL, like:</a:t>
            </a:r>
            <a:endParaRPr/>
          </a:p>
          <a:p>
            <a:pPr marL="914400" lvl="1" indent="-317500" algn="just" rtl="0">
              <a:spcBef>
                <a:spcPts val="0"/>
              </a:spcBef>
              <a:spcAft>
                <a:spcPts val="0"/>
              </a:spcAft>
              <a:buSzPts val="1400"/>
              <a:buChar char="●"/>
            </a:pPr>
            <a:r>
              <a:rPr lang="en"/>
              <a:t>https: //api.twitter.com</a:t>
            </a:r>
            <a:endParaRPr/>
          </a:p>
          <a:p>
            <a:pPr marL="914400" lvl="1" indent="-317500" algn="just" rtl="0">
              <a:spcBef>
                <a:spcPts val="0"/>
              </a:spcBef>
              <a:spcAft>
                <a:spcPts val="0"/>
              </a:spcAft>
              <a:buSzPts val="1400"/>
              <a:buChar char="●"/>
            </a:pPr>
            <a:r>
              <a:rPr lang="en"/>
              <a:t>https: //api.github.com</a:t>
            </a:r>
            <a:endParaRPr/>
          </a:p>
          <a:p>
            <a:pPr marL="914400" lvl="1" indent="-317500" algn="just" rtl="0">
              <a:spcBef>
                <a:spcPts val="0"/>
              </a:spcBef>
              <a:spcAft>
                <a:spcPts val="0"/>
              </a:spcAft>
              <a:buSzPts val="1400"/>
              <a:buChar char="●"/>
            </a:pPr>
            <a:r>
              <a:rPr lang="en" u="sng">
                <a:solidFill>
                  <a:schemeClr val="hlink"/>
                </a:solidFill>
                <a:hlinkClick r:id="rId3"/>
              </a:rPr>
              <a:t>https://randomuser.me/api</a:t>
            </a:r>
            <a:r>
              <a:rPr lang="en"/>
              <a:t> (.../documentation gives the doc)</a:t>
            </a:r>
            <a:endParaRPr/>
          </a:p>
          <a:p>
            <a:pPr marL="457200" lvl="0" indent="-317500" algn="just" rtl="0">
              <a:spcBef>
                <a:spcPts val="0"/>
              </a:spcBef>
              <a:spcAft>
                <a:spcPts val="0"/>
              </a:spcAft>
              <a:buSzPts val="1400"/>
              <a:buChar char="●"/>
            </a:pP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2608</Words>
  <Application>Microsoft Office PowerPoint</Application>
  <PresentationFormat>On-screen Show (16:9)</PresentationFormat>
  <Paragraphs>411</Paragraphs>
  <Slides>37</Slides>
  <Notes>37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37</vt:i4>
      </vt:variant>
    </vt:vector>
  </HeadingPairs>
  <TitlesOfParts>
    <vt:vector size="43" baseType="lpstr">
      <vt:lpstr>Arial</vt:lpstr>
      <vt:lpstr>Calibri</vt:lpstr>
      <vt:lpstr>Noto Sans Symbols</vt:lpstr>
      <vt:lpstr>Courier New</vt:lpstr>
      <vt:lpstr>Quattrocento Sans</vt:lpstr>
      <vt:lpstr>Office Theme</vt:lpstr>
      <vt:lpstr>Processing Different Data formats, Reading from Web using APIs</vt:lpstr>
      <vt:lpstr>This Topic is Optional</vt:lpstr>
      <vt:lpstr>Input for Programs</vt:lpstr>
      <vt:lpstr>Data Formats have Proliferated</vt:lpstr>
      <vt:lpstr>Importing Libraries / packages</vt:lpstr>
      <vt:lpstr>Processing CSV, JSON</vt:lpstr>
      <vt:lpstr>Processing CSV Files</vt:lpstr>
      <vt:lpstr>Processing csv</vt:lpstr>
      <vt:lpstr>Processing csv …</vt:lpstr>
      <vt:lpstr>Reading csv as a list (Each row as a list)</vt:lpstr>
      <vt:lpstr>Reading csv as a list (Each row as a list)</vt:lpstr>
      <vt:lpstr>Reading CSV as a dictionary</vt:lpstr>
      <vt:lpstr>Reading csv as a Dictionary…</vt:lpstr>
      <vt:lpstr>Example : Method 1</vt:lpstr>
      <vt:lpstr>Writing CSV : Method 1</vt:lpstr>
      <vt:lpstr>Writing CSV: Method 2</vt:lpstr>
      <vt:lpstr>Processing CSV</vt:lpstr>
      <vt:lpstr>Processing JSON Files</vt:lpstr>
      <vt:lpstr>JSON Format</vt:lpstr>
      <vt:lpstr>JSON Example</vt:lpstr>
      <vt:lpstr>Reading JSON data</vt:lpstr>
      <vt:lpstr>Reading JSON file </vt:lpstr>
      <vt:lpstr>Writing JSON file, i.e. dictionary to string</vt:lpstr>
      <vt:lpstr>Writing JSON file </vt:lpstr>
      <vt:lpstr>JSON - Bigger Example</vt:lpstr>
      <vt:lpstr>JSON - Bigger Example - code</vt:lpstr>
      <vt:lpstr>JSON - Bigger Example - result</vt:lpstr>
      <vt:lpstr>Quiz - Single Correct</vt:lpstr>
      <vt:lpstr>Quiz - Single Correct</vt:lpstr>
      <vt:lpstr>Converting CSV to JSON</vt:lpstr>
      <vt:lpstr>Reading from Web using APIs</vt:lpstr>
      <vt:lpstr>Taking Input over the Web</vt:lpstr>
      <vt:lpstr>input from Web using APIs</vt:lpstr>
      <vt:lpstr>API Interface </vt:lpstr>
      <vt:lpstr>REST</vt:lpstr>
      <vt:lpstr>REST on HTTP</vt:lpstr>
      <vt:lpstr>APIs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Processing Different Data formats, Reading from Web using APIs</dc:title>
  <cp:lastModifiedBy>LENOVO</cp:lastModifiedBy>
  <cp:revision>1</cp:revision>
  <dcterms:modified xsi:type="dcterms:W3CDTF">2022-02-15T06:02:29Z</dcterms:modified>
</cp:coreProperties>
</file>