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8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9.xml" ContentType="application/vnd.openxmlformats-officedocument.presentationml.notesSlide+xml"/>
  <Override PartName="/ppt/ink/ink1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4"/>
  </p:notesMasterIdLst>
  <p:sldIdLst>
    <p:sldId id="264" r:id="rId2"/>
    <p:sldId id="270" r:id="rId3"/>
    <p:sldId id="256" r:id="rId4"/>
    <p:sldId id="265" r:id="rId5"/>
    <p:sldId id="257" r:id="rId6"/>
    <p:sldId id="258" r:id="rId7"/>
    <p:sldId id="259" r:id="rId8"/>
    <p:sldId id="260" r:id="rId9"/>
    <p:sldId id="271" r:id="rId10"/>
    <p:sldId id="261" r:id="rId11"/>
    <p:sldId id="262" r:id="rId12"/>
    <p:sldId id="263" r:id="rId13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07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ram Goyal" userId="4529b0165c9307b1" providerId="LiveId" clId="{EAFDC07C-A8F7-4764-8181-166D608E5CD6}"/>
    <pc:docChg chg="custSel delSld modSld">
      <pc:chgData name="VIkram Goyal" userId="4529b0165c9307b1" providerId="LiveId" clId="{EAFDC07C-A8F7-4764-8181-166D608E5CD6}" dt="2024-08-05T11:29:20.293" v="38" actId="478"/>
      <pc:docMkLst>
        <pc:docMk/>
      </pc:docMkLst>
      <pc:sldChg chg="delSp mod">
        <pc:chgData name="VIkram Goyal" userId="4529b0165c9307b1" providerId="LiveId" clId="{EAFDC07C-A8F7-4764-8181-166D608E5CD6}" dt="2024-08-05T11:26:45.731" v="8" actId="478"/>
        <pc:sldMkLst>
          <pc:docMk/>
          <pc:sldMk cId="0" sldId="256"/>
        </pc:sldMkLst>
        <pc:grpChg chg="del">
          <ac:chgData name="VIkram Goyal" userId="4529b0165c9307b1" providerId="LiveId" clId="{EAFDC07C-A8F7-4764-8181-166D608E5CD6}" dt="2024-08-05T11:26:31.267" v="3" actId="478"/>
          <ac:grpSpMkLst>
            <pc:docMk/>
            <pc:sldMk cId="0" sldId="256"/>
            <ac:grpSpMk id="6" creationId="{63B3149F-EDAE-4C32-AD36-FF392BE1357C}"/>
          </ac:grpSpMkLst>
        </pc:grpChg>
        <pc:grpChg chg="del">
          <ac:chgData name="VIkram Goyal" userId="4529b0165c9307b1" providerId="LiveId" clId="{EAFDC07C-A8F7-4764-8181-166D608E5CD6}" dt="2024-08-05T11:26:28.716" v="2" actId="478"/>
          <ac:grpSpMkLst>
            <pc:docMk/>
            <pc:sldMk cId="0" sldId="256"/>
            <ac:grpSpMk id="15" creationId="{DF3172D4-0B5B-4FC1-9133-0691C641842D}"/>
          </ac:grpSpMkLst>
        </pc:grpChg>
        <pc:grpChg chg="del">
          <ac:chgData name="VIkram Goyal" userId="4529b0165c9307b1" providerId="LiveId" clId="{EAFDC07C-A8F7-4764-8181-166D608E5CD6}" dt="2024-08-05T11:26:33.616" v="4" actId="478"/>
          <ac:grpSpMkLst>
            <pc:docMk/>
            <pc:sldMk cId="0" sldId="256"/>
            <ac:grpSpMk id="19" creationId="{81248BD7-15AB-4001-9BFB-2E310072C23F}"/>
          </ac:grpSpMkLst>
        </pc:grpChg>
        <pc:inkChg chg="del">
          <ac:chgData name="VIkram Goyal" userId="4529b0165c9307b1" providerId="LiveId" clId="{EAFDC07C-A8F7-4764-8181-166D608E5CD6}" dt="2024-08-05T11:26:26.070" v="1" actId="478"/>
          <ac:inkMkLst>
            <pc:docMk/>
            <pc:sldMk cId="0" sldId="256"/>
            <ac:inkMk id="3" creationId="{2CC4C16B-0936-43BD-8BF0-DACC118F0A70}"/>
          </ac:inkMkLst>
        </pc:inkChg>
        <pc:inkChg chg="del">
          <ac:chgData name="VIkram Goyal" userId="4529b0165c9307b1" providerId="LiveId" clId="{EAFDC07C-A8F7-4764-8181-166D608E5CD6}" dt="2024-08-05T11:26:38.467" v="6" actId="478"/>
          <ac:inkMkLst>
            <pc:docMk/>
            <pc:sldMk cId="0" sldId="256"/>
            <ac:inkMk id="7" creationId="{72EF5B97-175F-47F0-B592-6E8EE4D3ACAB}"/>
          </ac:inkMkLst>
        </pc:inkChg>
        <pc:inkChg chg="del">
          <ac:chgData name="VIkram Goyal" userId="4529b0165c9307b1" providerId="LiveId" clId="{EAFDC07C-A8F7-4764-8181-166D608E5CD6}" dt="2024-08-05T11:26:41.083" v="7" actId="478"/>
          <ac:inkMkLst>
            <pc:docMk/>
            <pc:sldMk cId="0" sldId="256"/>
            <ac:inkMk id="8" creationId="{55C3020C-1577-47CB-9911-88C8B09922E7}"/>
          </ac:inkMkLst>
        </pc:inkChg>
        <pc:inkChg chg="del">
          <ac:chgData name="VIkram Goyal" userId="4529b0165c9307b1" providerId="LiveId" clId="{EAFDC07C-A8F7-4764-8181-166D608E5CD6}" dt="2024-08-05T11:26:36.056" v="5" actId="478"/>
          <ac:inkMkLst>
            <pc:docMk/>
            <pc:sldMk cId="0" sldId="256"/>
            <ac:inkMk id="16" creationId="{10E8CED4-A692-4AA9-8A28-9590DF9DE2E4}"/>
          </ac:inkMkLst>
        </pc:inkChg>
        <pc:inkChg chg="del">
          <ac:chgData name="VIkram Goyal" userId="4529b0165c9307b1" providerId="LiveId" clId="{EAFDC07C-A8F7-4764-8181-166D608E5CD6}" dt="2024-08-05T11:26:45.731" v="8" actId="478"/>
          <ac:inkMkLst>
            <pc:docMk/>
            <pc:sldMk cId="0" sldId="256"/>
            <ac:inkMk id="114" creationId="{D36A0046-743E-41B0-A3A1-92A84CF7EF92}"/>
          </ac:inkMkLst>
        </pc:inkChg>
      </pc:sldChg>
      <pc:sldChg chg="delSp mod">
        <pc:chgData name="VIkram Goyal" userId="4529b0165c9307b1" providerId="LiveId" clId="{EAFDC07C-A8F7-4764-8181-166D608E5CD6}" dt="2024-08-05T11:27:07.586" v="13" actId="478"/>
        <pc:sldMkLst>
          <pc:docMk/>
          <pc:sldMk cId="0" sldId="257"/>
        </pc:sldMkLst>
        <pc:inkChg chg="del">
          <ac:chgData name="VIkram Goyal" userId="4529b0165c9307b1" providerId="LiveId" clId="{EAFDC07C-A8F7-4764-8181-166D608E5CD6}" dt="2024-08-05T11:27:00.025" v="10" actId="478"/>
          <ac:inkMkLst>
            <pc:docMk/>
            <pc:sldMk cId="0" sldId="257"/>
            <ac:inkMk id="2" creationId="{F32C159A-F11B-4CD5-A74C-30530A9C8173}"/>
          </ac:inkMkLst>
        </pc:inkChg>
        <pc:inkChg chg="del">
          <ac:chgData name="VIkram Goyal" userId="4529b0165c9307b1" providerId="LiveId" clId="{EAFDC07C-A8F7-4764-8181-166D608E5CD6}" dt="2024-08-05T11:27:02.922" v="11" actId="478"/>
          <ac:inkMkLst>
            <pc:docMk/>
            <pc:sldMk cId="0" sldId="257"/>
            <ac:inkMk id="24" creationId="{D4C0F85F-D6D5-49D5-8EE8-20A636BD844E}"/>
          </ac:inkMkLst>
        </pc:inkChg>
        <pc:inkChg chg="del">
          <ac:chgData name="VIkram Goyal" userId="4529b0165c9307b1" providerId="LiveId" clId="{EAFDC07C-A8F7-4764-8181-166D608E5CD6}" dt="2024-08-05T11:27:05.191" v="12" actId="478"/>
          <ac:inkMkLst>
            <pc:docMk/>
            <pc:sldMk cId="0" sldId="257"/>
            <ac:inkMk id="34" creationId="{85FC02F4-AEB8-49B2-99ED-4971DF1020A1}"/>
          </ac:inkMkLst>
        </pc:inkChg>
        <pc:inkChg chg="del">
          <ac:chgData name="VIkram Goyal" userId="4529b0165c9307b1" providerId="LiveId" clId="{EAFDC07C-A8F7-4764-8181-166D608E5CD6}" dt="2024-08-05T11:27:07.586" v="13" actId="478"/>
          <ac:inkMkLst>
            <pc:docMk/>
            <pc:sldMk cId="0" sldId="257"/>
            <ac:inkMk id="37" creationId="{1C32A1F0-AD8A-4420-9AC0-E56E5E66C074}"/>
          </ac:inkMkLst>
        </pc:inkChg>
      </pc:sldChg>
      <pc:sldChg chg="delSp mod">
        <pc:chgData name="VIkram Goyal" userId="4529b0165c9307b1" providerId="LiveId" clId="{EAFDC07C-A8F7-4764-8181-166D608E5CD6}" dt="2024-08-05T11:27:15.759" v="14" actId="478"/>
        <pc:sldMkLst>
          <pc:docMk/>
          <pc:sldMk cId="0" sldId="258"/>
        </pc:sldMkLst>
        <pc:inkChg chg="del">
          <ac:chgData name="VIkram Goyal" userId="4529b0165c9307b1" providerId="LiveId" clId="{EAFDC07C-A8F7-4764-8181-166D608E5CD6}" dt="2024-08-05T11:27:15.759" v="14" actId="478"/>
          <ac:inkMkLst>
            <pc:docMk/>
            <pc:sldMk cId="0" sldId="258"/>
            <ac:inkMk id="2" creationId="{F988FE57-CD4B-479C-9231-E4B27A89855C}"/>
          </ac:inkMkLst>
        </pc:inkChg>
      </pc:sldChg>
      <pc:sldChg chg="delSp mod">
        <pc:chgData name="VIkram Goyal" userId="4529b0165c9307b1" providerId="LiveId" clId="{EAFDC07C-A8F7-4764-8181-166D608E5CD6}" dt="2024-08-05T11:27:22.226" v="15" actId="478"/>
        <pc:sldMkLst>
          <pc:docMk/>
          <pc:sldMk cId="0" sldId="259"/>
        </pc:sldMkLst>
        <pc:inkChg chg="del">
          <ac:chgData name="VIkram Goyal" userId="4529b0165c9307b1" providerId="LiveId" clId="{EAFDC07C-A8F7-4764-8181-166D608E5CD6}" dt="2024-08-05T11:27:22.226" v="15" actId="478"/>
          <ac:inkMkLst>
            <pc:docMk/>
            <pc:sldMk cId="0" sldId="259"/>
            <ac:inkMk id="2" creationId="{58B09E17-343B-43BE-9D49-F25EDBAD1D16}"/>
          </ac:inkMkLst>
        </pc:inkChg>
      </pc:sldChg>
      <pc:sldChg chg="delSp mod">
        <pc:chgData name="VIkram Goyal" userId="4529b0165c9307b1" providerId="LiveId" clId="{EAFDC07C-A8F7-4764-8181-166D608E5CD6}" dt="2024-08-05T11:27:38.324" v="19" actId="478"/>
        <pc:sldMkLst>
          <pc:docMk/>
          <pc:sldMk cId="0" sldId="260"/>
        </pc:sldMkLst>
        <pc:grpChg chg="del">
          <ac:chgData name="VIkram Goyal" userId="4529b0165c9307b1" providerId="LiveId" clId="{EAFDC07C-A8F7-4764-8181-166D608E5CD6}" dt="2024-08-05T11:27:33.786" v="17" actId="478"/>
          <ac:grpSpMkLst>
            <pc:docMk/>
            <pc:sldMk cId="0" sldId="260"/>
            <ac:grpSpMk id="11" creationId="{AE036A46-51AA-4C57-81C5-8B40B35205E6}"/>
          </ac:grpSpMkLst>
        </pc:grpChg>
        <pc:grpChg chg="del">
          <ac:chgData name="VIkram Goyal" userId="4529b0165c9307b1" providerId="LiveId" clId="{EAFDC07C-A8F7-4764-8181-166D608E5CD6}" dt="2024-08-05T11:27:36.117" v="18" actId="478"/>
          <ac:grpSpMkLst>
            <pc:docMk/>
            <pc:sldMk cId="0" sldId="260"/>
            <ac:grpSpMk id="16" creationId="{67B7CCD5-BCD9-4AE1-B4FF-C8DCC593D526}"/>
          </ac:grpSpMkLst>
        </pc:grpChg>
        <pc:grpChg chg="del">
          <ac:chgData name="VIkram Goyal" userId="4529b0165c9307b1" providerId="LiveId" clId="{EAFDC07C-A8F7-4764-8181-166D608E5CD6}" dt="2024-08-05T11:27:38.324" v="19" actId="478"/>
          <ac:grpSpMkLst>
            <pc:docMk/>
            <pc:sldMk cId="0" sldId="260"/>
            <ac:grpSpMk id="33" creationId="{DADF0848-EC10-487F-B5B4-55E31391975B}"/>
          </ac:grpSpMkLst>
        </pc:grpChg>
        <pc:inkChg chg="del">
          <ac:chgData name="VIkram Goyal" userId="4529b0165c9307b1" providerId="LiveId" clId="{EAFDC07C-A8F7-4764-8181-166D608E5CD6}" dt="2024-08-05T11:27:30.989" v="16" actId="478"/>
          <ac:inkMkLst>
            <pc:docMk/>
            <pc:sldMk cId="0" sldId="260"/>
            <ac:inkMk id="2" creationId="{EDB14EAC-6D3D-4E4F-99CA-A49080BA9476}"/>
          </ac:inkMkLst>
        </pc:inkChg>
      </pc:sldChg>
      <pc:sldChg chg="delSp modSp mod">
        <pc:chgData name="VIkram Goyal" userId="4529b0165c9307b1" providerId="LiveId" clId="{EAFDC07C-A8F7-4764-8181-166D608E5CD6}" dt="2024-08-05T11:28:39.350" v="30" actId="1076"/>
        <pc:sldMkLst>
          <pc:docMk/>
          <pc:sldMk cId="0" sldId="261"/>
        </pc:sldMkLst>
        <pc:spChg chg="mod">
          <ac:chgData name="VIkram Goyal" userId="4529b0165c9307b1" providerId="LiveId" clId="{EAFDC07C-A8F7-4764-8181-166D608E5CD6}" dt="2024-08-05T11:28:39.350" v="30" actId="1076"/>
          <ac:spMkLst>
            <pc:docMk/>
            <pc:sldMk cId="0" sldId="261"/>
            <ac:spMk id="92" creationId="{00000000-0000-0000-0000-000000000000}"/>
          </ac:spMkLst>
        </pc:spChg>
        <pc:grpChg chg="del">
          <ac:chgData name="VIkram Goyal" userId="4529b0165c9307b1" providerId="LiveId" clId="{EAFDC07C-A8F7-4764-8181-166D608E5CD6}" dt="2024-08-05T11:28:27.592" v="27" actId="478"/>
          <ac:grpSpMkLst>
            <pc:docMk/>
            <pc:sldMk cId="0" sldId="261"/>
            <ac:grpSpMk id="218" creationId="{A9E4D409-A8E8-4FBA-B769-EB66DE065437}"/>
          </ac:grpSpMkLst>
        </pc:grpChg>
        <pc:grpChg chg="del">
          <ac:chgData name="VIkram Goyal" userId="4529b0165c9307b1" providerId="LiveId" clId="{EAFDC07C-A8F7-4764-8181-166D608E5CD6}" dt="2024-08-05T11:28:12.368" v="25" actId="478"/>
          <ac:grpSpMkLst>
            <pc:docMk/>
            <pc:sldMk cId="0" sldId="261"/>
            <ac:grpSpMk id="276" creationId="{93862752-A15D-4365-BCE8-CAA7991EE6AE}"/>
          </ac:grpSpMkLst>
        </pc:grpChg>
        <pc:inkChg chg="del">
          <ac:chgData name="VIkram Goyal" userId="4529b0165c9307b1" providerId="LiveId" clId="{EAFDC07C-A8F7-4764-8181-166D608E5CD6}" dt="2024-08-05T11:28:27.592" v="27" actId="478"/>
          <ac:inkMkLst>
            <pc:docMk/>
            <pc:sldMk cId="0" sldId="261"/>
            <ac:inkMk id="5" creationId="{19FD0DCB-C68D-43C6-A3A4-CF8E9DF97D47}"/>
          </ac:inkMkLst>
        </pc:inkChg>
        <pc:inkChg chg="del">
          <ac:chgData name="VIkram Goyal" userId="4529b0165c9307b1" providerId="LiveId" clId="{EAFDC07C-A8F7-4764-8181-166D608E5CD6}" dt="2024-08-05T11:28:31.994" v="28" actId="478"/>
          <ac:inkMkLst>
            <pc:docMk/>
            <pc:sldMk cId="0" sldId="261"/>
            <ac:inkMk id="11" creationId="{34512555-BB0A-44FA-9484-0565E00CFFC4}"/>
          </ac:inkMkLst>
        </pc:inkChg>
        <pc:inkChg chg="del">
          <ac:chgData name="VIkram Goyal" userId="4529b0165c9307b1" providerId="LiveId" clId="{EAFDC07C-A8F7-4764-8181-166D608E5CD6}" dt="2024-08-05T11:28:31.994" v="28" actId="478"/>
          <ac:inkMkLst>
            <pc:docMk/>
            <pc:sldMk cId="0" sldId="261"/>
            <ac:inkMk id="13" creationId="{EA35F9EC-2A51-4BE2-9573-0B24F7E271AE}"/>
          </ac:inkMkLst>
        </pc:inkChg>
        <pc:inkChg chg="del">
          <ac:chgData name="VIkram Goyal" userId="4529b0165c9307b1" providerId="LiveId" clId="{EAFDC07C-A8F7-4764-8181-166D608E5CD6}" dt="2024-08-05T11:27:51.526" v="21" actId="478"/>
          <ac:inkMkLst>
            <pc:docMk/>
            <pc:sldMk cId="0" sldId="261"/>
            <ac:inkMk id="81" creationId="{1F431E25-5C33-49D7-B8ED-D2C1BA3C0979}"/>
          </ac:inkMkLst>
        </pc:inkChg>
        <pc:inkChg chg="del">
          <ac:chgData name="VIkram Goyal" userId="4529b0165c9307b1" providerId="LiveId" clId="{EAFDC07C-A8F7-4764-8181-166D608E5CD6}" dt="2024-08-05T11:28:35.277" v="29" actId="478"/>
          <ac:inkMkLst>
            <pc:docMk/>
            <pc:sldMk cId="0" sldId="261"/>
            <ac:inkMk id="82" creationId="{2D00CEA7-4660-4EE1-8975-BDF19BD4A941}"/>
          </ac:inkMkLst>
        </pc:inkChg>
        <pc:inkChg chg="del">
          <ac:chgData name="VIkram Goyal" userId="4529b0165c9307b1" providerId="LiveId" clId="{EAFDC07C-A8F7-4764-8181-166D608E5CD6}" dt="2024-08-05T11:28:27.592" v="27" actId="478"/>
          <ac:inkMkLst>
            <pc:docMk/>
            <pc:sldMk cId="0" sldId="261"/>
            <ac:inkMk id="83" creationId="{8BB9A98F-4336-4198-9BDB-21D5DAC5B674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64" creationId="{01C8C427-C910-4045-B532-FBE13043102E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68" creationId="{F78CF001-0ED7-4E6A-BC27-B906001FA0EB}"/>
          </ac:inkMkLst>
        </pc:inkChg>
        <pc:inkChg chg="del">
          <ac:chgData name="VIkram Goyal" userId="4529b0165c9307b1" providerId="LiveId" clId="{EAFDC07C-A8F7-4764-8181-166D608E5CD6}" dt="2024-08-05T11:28:27.592" v="27" actId="478"/>
          <ac:inkMkLst>
            <pc:docMk/>
            <pc:sldMk cId="0" sldId="261"/>
            <ac:inkMk id="173" creationId="{077B103B-BCC7-4162-94C5-7E9392D61327}"/>
          </ac:inkMkLst>
        </pc:inkChg>
        <pc:inkChg chg="del">
          <ac:chgData name="VIkram Goyal" userId="4529b0165c9307b1" providerId="LiveId" clId="{EAFDC07C-A8F7-4764-8181-166D608E5CD6}" dt="2024-08-05T11:28:31.994" v="28" actId="478"/>
          <ac:inkMkLst>
            <pc:docMk/>
            <pc:sldMk cId="0" sldId="261"/>
            <ac:inkMk id="178" creationId="{444C8D90-C648-40D2-A883-16F98E19BD71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79" creationId="{16787761-7B39-46FB-9B12-D08B8D34584F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80" creationId="{345E0B62-75B6-4008-86D3-8BC82DE20583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81" creationId="{D128D093-88D7-44F7-B8DA-28319335E14B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82" creationId="{4FFCE9DB-11A6-45E8-B715-D35288CD7E69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83" creationId="{13533179-D0C9-40BB-9563-C15EBF662C18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84" creationId="{A748753B-ACA2-49EA-B793-A215BE994DE1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85" creationId="{753A0CB7-3DBF-44C9-81AF-4B470BEACF9A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86" creationId="{DB485908-38E1-4676-9FB1-C1BEC760C4E4}"/>
          </ac:inkMkLst>
        </pc:inkChg>
        <pc:inkChg chg="del">
          <ac:chgData name="VIkram Goyal" userId="4529b0165c9307b1" providerId="LiveId" clId="{EAFDC07C-A8F7-4764-8181-166D608E5CD6}" dt="2024-08-05T11:28:31.994" v="28" actId="478"/>
          <ac:inkMkLst>
            <pc:docMk/>
            <pc:sldMk cId="0" sldId="261"/>
            <ac:inkMk id="187" creationId="{A9E5238C-4292-414C-A4B8-AC5EA46F9224}"/>
          </ac:inkMkLst>
        </pc:inkChg>
        <pc:inkChg chg="del">
          <ac:chgData name="VIkram Goyal" userId="4529b0165c9307b1" providerId="LiveId" clId="{EAFDC07C-A8F7-4764-8181-166D608E5CD6}" dt="2024-08-05T11:28:27.592" v="27" actId="478"/>
          <ac:inkMkLst>
            <pc:docMk/>
            <pc:sldMk cId="0" sldId="261"/>
            <ac:inkMk id="188" creationId="{D7928F59-0C73-408A-88CA-CABB8CDF79D7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89" creationId="{CD98130A-2980-4700-A6BE-F2EE1EA69B83}"/>
          </ac:inkMkLst>
        </pc:inkChg>
        <pc:inkChg chg="del">
          <ac:chgData name="VIkram Goyal" userId="4529b0165c9307b1" providerId="LiveId" clId="{EAFDC07C-A8F7-4764-8181-166D608E5CD6}" dt="2024-08-05T11:28:27.592" v="27" actId="478"/>
          <ac:inkMkLst>
            <pc:docMk/>
            <pc:sldMk cId="0" sldId="261"/>
            <ac:inkMk id="190" creationId="{55E0E539-F9D1-4667-B99A-75520C2670DC}"/>
          </ac:inkMkLst>
        </pc:inkChg>
        <pc:inkChg chg="del">
          <ac:chgData name="VIkram Goyal" userId="4529b0165c9307b1" providerId="LiveId" clId="{EAFDC07C-A8F7-4764-8181-166D608E5CD6}" dt="2024-08-05T11:28:31.994" v="28" actId="478"/>
          <ac:inkMkLst>
            <pc:docMk/>
            <pc:sldMk cId="0" sldId="261"/>
            <ac:inkMk id="191" creationId="{80E4D2F3-9DC6-4CA5-B7EE-0397CF75D313}"/>
          </ac:inkMkLst>
        </pc:inkChg>
        <pc:inkChg chg="del">
          <ac:chgData name="VIkram Goyal" userId="4529b0165c9307b1" providerId="LiveId" clId="{EAFDC07C-A8F7-4764-8181-166D608E5CD6}" dt="2024-08-05T11:28:27.592" v="27" actId="478"/>
          <ac:inkMkLst>
            <pc:docMk/>
            <pc:sldMk cId="0" sldId="261"/>
            <ac:inkMk id="192" creationId="{A1B41EF7-7EFC-40D9-BAB7-901A4D5B1141}"/>
          </ac:inkMkLst>
        </pc:inkChg>
        <pc:inkChg chg="del">
          <ac:chgData name="VIkram Goyal" userId="4529b0165c9307b1" providerId="LiveId" clId="{EAFDC07C-A8F7-4764-8181-166D608E5CD6}" dt="2024-08-05T11:28:31.994" v="28" actId="478"/>
          <ac:inkMkLst>
            <pc:docMk/>
            <pc:sldMk cId="0" sldId="261"/>
            <ac:inkMk id="193" creationId="{28A5071E-1D16-4EEB-A928-F9755E4F4F6D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94" creationId="{30A258E1-6978-4CB4-908A-81821874CA48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95" creationId="{F31A5C95-8443-4695-9086-00978C07F2BD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96" creationId="{4F8CAECD-0D14-48B6-B8F5-8BE8F6544615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97" creationId="{BD55C9C1-2B25-4E9C-A7EA-31595364A3D3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199" creationId="{9FF2E37D-CAAB-49B7-8A6C-B2AF653CAF22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00" creationId="{1EDC3AD1-7D26-4952-9BDA-F13FAAE26056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01" creationId="{BE38DD69-3808-44EE-B6D0-F8871AD11B2B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02" creationId="{1F0A1D3E-D170-42E1-81FF-1075C44AE6F5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03" creationId="{E2D39E24-3D3E-4ECB-BDD6-5001138084CD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04" creationId="{A3996DA1-5D17-4CC3-9DA2-D4BD065F75E9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05" creationId="{7383C161-9D0D-45B5-B98B-105DC37F92D9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06" creationId="{8432EDF1-A5A6-4403-ABE1-39A8880D24E4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07" creationId="{D693C087-0062-43D2-9EEC-5194B34A0899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08" creationId="{0E73D85A-C4CD-4E73-A3E8-5CAF0162F6D3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09" creationId="{F93A515C-718C-41DC-A24C-94A5AB64796B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10" creationId="{F07637EA-6505-4BAA-B681-11C7102F367E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11" creationId="{70513030-71FE-4B53-9231-1183E5AE1F63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12" creationId="{EB4BFC8E-F438-4973-BAAF-C21C500007D4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13" creationId="{7AD0EFF7-424A-48B7-AE31-0B334D468CA4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14" creationId="{79726956-EB58-4428-BAE1-FB2D0E352920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15" creationId="{A82E36B1-F427-4DE8-AA3A-CA63E1126FF8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19" creationId="{0FB80EE8-015F-448F-ABEB-54036893D20A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20" creationId="{E3A29D8C-8048-4C89-A9EA-7952896B017F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21" creationId="{40455B82-01E3-441D-ACE1-E36A7F5270F3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22" creationId="{C575EA9C-2D62-40B1-8202-E6BBFDE3F6F7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23" creationId="{29CF0DEA-CF34-4FFA-846D-65933BDD08E5}"/>
          </ac:inkMkLst>
        </pc:inkChg>
        <pc:inkChg chg="del">
          <ac:chgData name="VIkram Goyal" userId="4529b0165c9307b1" providerId="LiveId" clId="{EAFDC07C-A8F7-4764-8181-166D608E5CD6}" dt="2024-08-05T11:27:54.505" v="22" actId="478"/>
          <ac:inkMkLst>
            <pc:docMk/>
            <pc:sldMk cId="0" sldId="261"/>
            <ac:inkMk id="225" creationId="{0CC63A1F-1B6B-4E60-BE74-490351F6A8E0}"/>
          </ac:inkMkLst>
        </pc:inkChg>
        <pc:inkChg chg="del">
          <ac:chgData name="VIkram Goyal" userId="4529b0165c9307b1" providerId="LiveId" clId="{EAFDC07C-A8F7-4764-8181-166D608E5CD6}" dt="2024-08-05T11:28:15.394" v="26" actId="478"/>
          <ac:inkMkLst>
            <pc:docMk/>
            <pc:sldMk cId="0" sldId="261"/>
            <ac:inkMk id="226" creationId="{0ABA5F4E-CBF4-46D5-8537-2FEB48FD1B29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28" creationId="{843CE6FC-B7FE-489D-B67E-24E10CE0192C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29" creationId="{53698079-9541-4C48-8D27-A1B0398DEA70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31" creationId="{9578C247-2771-4B50-83CD-D6B37A92BC45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32" creationId="{C6638785-C3AF-4BFC-B36E-513E1E10126A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33" creationId="{E05DD95C-E5FA-4D1C-95B4-A4962B873D83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34" creationId="{069DB718-CD57-49A1-AC18-60B446C4D3A1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36" creationId="{AD85E0FD-3E71-467E-9AC9-F26D931F2339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37" creationId="{55810B9D-3D99-4EFF-B5C9-3292E366DA6C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38" creationId="{B4110F28-949E-41D0-AC02-CB0AE1DC61D4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39" creationId="{80A9D5EB-BB0E-4470-8CE4-5446A40120EB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44" creationId="{94F83360-2D5A-4679-8FD0-5C4BD2CFF3B2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45" creationId="{3B758D3B-820F-495D-AA5E-DB41F3B78355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46" creationId="{2E12E532-3598-4938-9251-ED863823AC47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47" creationId="{E0EE7EF9-0D62-4837-9DD3-6085BFD8ED1E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48" creationId="{A07D27CD-283D-4ACD-8CF8-2A2D5B6919A0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49" creationId="{EC4EA864-1118-4B5F-B316-6429CCB3A03B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50" creationId="{7BB602AC-917A-46CF-8B5C-E25B14E40A29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51" creationId="{A85A9FF7-E5AA-4B63-B510-75B37A342513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60" creationId="{EC3FB714-FE35-491F-B19A-09E937DA5F8E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61" creationId="{5E67C448-1275-4BE5-B36D-A9FC3650C91C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62" creationId="{9797D4D9-68C6-4719-9BDF-F0B6960415FF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63" creationId="{8B5E6AA8-C929-4F56-B45B-7BB5134A2C2A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64" creationId="{6C38C5EF-1791-42DE-947F-A08E52097A96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65" creationId="{4376205C-DD43-4953-84F1-8F7A9C536BC0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66" creationId="{5B02FF81-9C9D-4E08-8A79-A7F933282DED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67" creationId="{C16BFB61-0C3C-462E-BC31-95BBF33B0A97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68" creationId="{A2A41502-7F67-4C6D-AFA0-79FD230170CB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69" creationId="{6E7CA1BA-7B53-4EA8-90B1-34E278383054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71" creationId="{E99FB7E9-1BDF-48AE-A80B-57A91696A50D}"/>
          </ac:inkMkLst>
        </pc:inkChg>
        <pc:inkChg chg="del">
          <ac:chgData name="VIkram Goyal" userId="4529b0165c9307b1" providerId="LiveId" clId="{EAFDC07C-A8F7-4764-8181-166D608E5CD6}" dt="2024-08-05T11:28:12.368" v="25" actId="478"/>
          <ac:inkMkLst>
            <pc:docMk/>
            <pc:sldMk cId="0" sldId="261"/>
            <ac:inkMk id="272" creationId="{5816559B-3EAD-4F30-9A77-256EAE9B3610}"/>
          </ac:inkMkLst>
        </pc:inkChg>
      </pc:sldChg>
      <pc:sldChg chg="delSp mod">
        <pc:chgData name="VIkram Goyal" userId="4529b0165c9307b1" providerId="LiveId" clId="{EAFDC07C-A8F7-4764-8181-166D608E5CD6}" dt="2024-08-05T11:29:10.883" v="37" actId="478"/>
        <pc:sldMkLst>
          <pc:docMk/>
          <pc:sldMk cId="0" sldId="262"/>
        </pc:sldMkLst>
        <pc:grpChg chg="del">
          <ac:chgData name="VIkram Goyal" userId="4529b0165c9307b1" providerId="LiveId" clId="{EAFDC07C-A8F7-4764-8181-166D608E5CD6}" dt="2024-08-05T11:29:05.462" v="35" actId="478"/>
          <ac:grpSpMkLst>
            <pc:docMk/>
            <pc:sldMk cId="0" sldId="262"/>
            <ac:grpSpMk id="12" creationId="{CA4F6286-2E1B-430F-ACE6-42B67F939E5F}"/>
          </ac:grpSpMkLst>
        </pc:grpChg>
        <pc:inkChg chg="del">
          <ac:chgData name="VIkram Goyal" userId="4529b0165c9307b1" providerId="LiveId" clId="{EAFDC07C-A8F7-4764-8181-166D608E5CD6}" dt="2024-08-05T11:29:08.674" v="36" actId="478"/>
          <ac:inkMkLst>
            <pc:docMk/>
            <pc:sldMk cId="0" sldId="262"/>
            <ac:inkMk id="13" creationId="{EBF24117-711E-4498-870C-1CD027FA28F8}"/>
          </ac:inkMkLst>
        </pc:inkChg>
        <pc:inkChg chg="del">
          <ac:chgData name="VIkram Goyal" userId="4529b0165c9307b1" providerId="LiveId" clId="{EAFDC07C-A8F7-4764-8181-166D608E5CD6}" dt="2024-08-05T11:29:10.883" v="37" actId="478"/>
          <ac:inkMkLst>
            <pc:docMk/>
            <pc:sldMk cId="0" sldId="262"/>
            <ac:inkMk id="14" creationId="{0A425274-B8AD-4042-91B2-2EB1776BE1F7}"/>
          </ac:inkMkLst>
        </pc:inkChg>
      </pc:sldChg>
      <pc:sldChg chg="delSp mod">
        <pc:chgData name="VIkram Goyal" userId="4529b0165c9307b1" providerId="LiveId" clId="{EAFDC07C-A8F7-4764-8181-166D608E5CD6}" dt="2024-08-05T11:29:20.293" v="38" actId="478"/>
        <pc:sldMkLst>
          <pc:docMk/>
          <pc:sldMk cId="1967870611" sldId="264"/>
        </pc:sldMkLst>
        <pc:inkChg chg="del">
          <ac:chgData name="VIkram Goyal" userId="4529b0165c9307b1" providerId="LiveId" clId="{EAFDC07C-A8F7-4764-8181-166D608E5CD6}" dt="2024-08-05T11:29:20.293" v="38" actId="478"/>
          <ac:inkMkLst>
            <pc:docMk/>
            <pc:sldMk cId="1967870611" sldId="264"/>
            <ac:inkMk id="3" creationId="{C4598432-9328-4D7B-8B2A-E0E37C2B0342}"/>
          </ac:inkMkLst>
        </pc:inkChg>
      </pc:sldChg>
      <pc:sldChg chg="delSp mod">
        <pc:chgData name="VIkram Goyal" userId="4529b0165c9307b1" providerId="LiveId" clId="{EAFDC07C-A8F7-4764-8181-166D608E5CD6}" dt="2024-08-05T11:26:54.636" v="9" actId="478"/>
        <pc:sldMkLst>
          <pc:docMk/>
          <pc:sldMk cId="3329537333" sldId="265"/>
        </pc:sldMkLst>
        <pc:inkChg chg="del">
          <ac:chgData name="VIkram Goyal" userId="4529b0165c9307b1" providerId="LiveId" clId="{EAFDC07C-A8F7-4764-8181-166D608E5CD6}" dt="2024-08-05T11:26:54.636" v="9" actId="478"/>
          <ac:inkMkLst>
            <pc:docMk/>
            <pc:sldMk cId="3329537333" sldId="265"/>
            <ac:inkMk id="4" creationId="{E943EF78-982E-44FA-B879-DD369A1C4576}"/>
          </ac:inkMkLst>
        </pc:inkChg>
      </pc:sldChg>
      <pc:sldChg chg="delSp mod">
        <pc:chgData name="VIkram Goyal" userId="4529b0165c9307b1" providerId="LiveId" clId="{EAFDC07C-A8F7-4764-8181-166D608E5CD6}" dt="2024-08-05T11:26:18.808" v="0" actId="478"/>
        <pc:sldMkLst>
          <pc:docMk/>
          <pc:sldMk cId="4193494954" sldId="270"/>
        </pc:sldMkLst>
        <pc:inkChg chg="del">
          <ac:chgData name="VIkram Goyal" userId="4529b0165c9307b1" providerId="LiveId" clId="{EAFDC07C-A8F7-4764-8181-166D608E5CD6}" dt="2024-08-05T11:26:18.808" v="0" actId="478"/>
          <ac:inkMkLst>
            <pc:docMk/>
            <pc:sldMk cId="4193494954" sldId="270"/>
            <ac:inkMk id="4" creationId="{52566041-19D8-45F6-BEFD-34B855F44E19}"/>
          </ac:inkMkLst>
        </pc:inkChg>
      </pc:sldChg>
      <pc:sldChg chg="delSp mod">
        <pc:chgData name="VIkram Goyal" userId="4529b0165c9307b1" providerId="LiveId" clId="{EAFDC07C-A8F7-4764-8181-166D608E5CD6}" dt="2024-08-05T11:27:47.262" v="20" actId="478"/>
        <pc:sldMkLst>
          <pc:docMk/>
          <pc:sldMk cId="2021241175" sldId="271"/>
        </pc:sldMkLst>
        <pc:grpChg chg="del">
          <ac:chgData name="VIkram Goyal" userId="4529b0165c9307b1" providerId="LiveId" clId="{EAFDC07C-A8F7-4764-8181-166D608E5CD6}" dt="2024-08-05T11:27:47.262" v="20" actId="478"/>
          <ac:grpSpMkLst>
            <pc:docMk/>
            <pc:sldMk cId="2021241175" sldId="271"/>
            <ac:grpSpMk id="98" creationId="{BAF8F5E9-2060-4506-845E-D52C878F7EAE}"/>
          </ac:grpSpMkLst>
        </pc:grpChg>
      </pc:sldChg>
      <pc:sldChg chg="del">
        <pc:chgData name="VIkram Goyal" userId="4529b0165c9307b1" providerId="LiveId" clId="{EAFDC07C-A8F7-4764-8181-166D608E5CD6}" dt="2024-08-05T11:28:59.291" v="33" actId="47"/>
        <pc:sldMkLst>
          <pc:docMk/>
          <pc:sldMk cId="1122811718" sldId="272"/>
        </pc:sldMkLst>
      </pc:sldChg>
      <pc:sldChg chg="del">
        <pc:chgData name="VIkram Goyal" userId="4529b0165c9307b1" providerId="LiveId" clId="{EAFDC07C-A8F7-4764-8181-166D608E5CD6}" dt="2024-08-05T11:28:54.176" v="31" actId="47"/>
        <pc:sldMkLst>
          <pc:docMk/>
          <pc:sldMk cId="2515195266" sldId="273"/>
        </pc:sldMkLst>
      </pc:sldChg>
      <pc:sldChg chg="del">
        <pc:chgData name="VIkram Goyal" userId="4529b0165c9307b1" providerId="LiveId" clId="{EAFDC07C-A8F7-4764-8181-166D608E5CD6}" dt="2024-08-05T11:28:55.682" v="32" actId="47"/>
        <pc:sldMkLst>
          <pc:docMk/>
          <pc:sldMk cId="1153727223" sldId="274"/>
        </pc:sldMkLst>
      </pc:sldChg>
      <pc:sldChg chg="del">
        <pc:chgData name="VIkram Goyal" userId="4529b0165c9307b1" providerId="LiveId" clId="{EAFDC07C-A8F7-4764-8181-166D608E5CD6}" dt="2024-08-05T11:29:01.337" v="34" actId="47"/>
        <pc:sldMkLst>
          <pc:docMk/>
          <pc:sldMk cId="541007710" sldId="275"/>
        </pc:sldMkLst>
      </pc:sldChg>
      <pc:sldMasterChg chg="delSldLayout">
        <pc:chgData name="VIkram Goyal" userId="4529b0165c9307b1" providerId="LiveId" clId="{EAFDC07C-A8F7-4764-8181-166D608E5CD6}" dt="2024-08-05T11:29:01.337" v="34" actId="47"/>
        <pc:sldMasterMkLst>
          <pc:docMk/>
          <pc:sldMasterMk cId="0" sldId="2147483660"/>
        </pc:sldMasterMkLst>
        <pc:sldLayoutChg chg="del">
          <pc:chgData name="VIkram Goyal" userId="4529b0165c9307b1" providerId="LiveId" clId="{EAFDC07C-A8F7-4764-8181-166D608E5CD6}" dt="2024-08-05T11:29:01.337" v="34" actId="47"/>
          <pc:sldLayoutMkLst>
            <pc:docMk/>
            <pc:sldMasterMk cId="0" sldId="2147483660"/>
            <pc:sldLayoutMk cId="0" sldId="2147483652"/>
          </pc:sldLayoutMkLst>
        </pc:sldLayoutChg>
      </pc:sldMasterChg>
    </pc:docChg>
  </pc:docChgLst>
  <pc:docChgLst>
    <pc:chgData name="VIkram Goyal" userId="4529b0165c9307b1" providerId="LiveId" clId="{697E15A4-21D4-47E2-9C79-C70DAE4A1DFB}"/>
    <pc:docChg chg="undo custSel mod addSld delSld modSld sldOrd">
      <pc:chgData name="VIkram Goyal" userId="4529b0165c9307b1" providerId="LiveId" clId="{697E15A4-21D4-47E2-9C79-C70DAE4A1DFB}" dt="2022-01-25T05:30:46.590" v="8249" actId="9405"/>
      <pc:docMkLst>
        <pc:docMk/>
      </pc:docMkLst>
      <pc:sldChg chg="addSp delSp modSp mod modNotes">
        <pc:chgData name="VIkram Goyal" userId="4529b0165c9307b1" providerId="LiveId" clId="{697E15A4-21D4-47E2-9C79-C70DAE4A1DFB}" dt="2022-01-20T03:59:23.634" v="6636"/>
        <pc:sldMkLst>
          <pc:docMk/>
          <pc:sldMk cId="0" sldId="256"/>
        </pc:sldMkLst>
        <pc:spChg chg="add mod">
          <ac:chgData name="VIkram Goyal" userId="4529b0165c9307b1" providerId="LiveId" clId="{697E15A4-21D4-47E2-9C79-C70DAE4A1DFB}" dt="2021-01-15T04:22:48.918" v="144" actId="20577"/>
          <ac:spMkLst>
            <pc:docMk/>
            <pc:sldMk cId="0" sldId="256"/>
            <ac:spMk id="2" creationId="{10C1956A-E128-4BF0-8E8D-8AF721308BD8}"/>
          </ac:spMkLst>
        </pc:spChg>
        <pc:spChg chg="mod">
          <ac:chgData name="VIkram Goyal" userId="4529b0165c9307b1" providerId="LiveId" clId="{697E15A4-21D4-47E2-9C79-C70DAE4A1DFB}" dt="2022-01-19T06:22:47.216" v="6403" actId="1076"/>
          <ac:spMkLst>
            <pc:docMk/>
            <pc:sldMk cId="0" sldId="256"/>
            <ac:spMk id="61" creationId="{00000000-0000-0000-0000-000000000000}"/>
          </ac:spMkLst>
        </pc:spChg>
        <pc:grpChg chg="mod">
          <ac:chgData name="VIkram Goyal" userId="4529b0165c9307b1" providerId="LiveId" clId="{697E15A4-21D4-47E2-9C79-C70DAE4A1DFB}" dt="2022-01-20T03:58:31.804" v="6623"/>
          <ac:grpSpMkLst>
            <pc:docMk/>
            <pc:sldMk cId="0" sldId="256"/>
            <ac:grpSpMk id="6" creationId="{63B3149F-EDAE-4C32-AD36-FF392BE1357C}"/>
          </ac:grpSpMkLst>
        </pc:grpChg>
        <pc:grpChg chg="del mod">
          <ac:chgData name="VIkram Goyal" userId="4529b0165c9307b1" providerId="LiveId" clId="{697E15A4-21D4-47E2-9C79-C70DAE4A1DFB}" dt="2022-01-20T03:59:19.840" v="6634"/>
          <ac:grpSpMkLst>
            <pc:docMk/>
            <pc:sldMk cId="0" sldId="256"/>
            <ac:grpSpMk id="9" creationId="{0B02DB60-16CC-4170-8585-F6EF55B487EC}"/>
          </ac:grpSpMkLst>
        </pc:grpChg>
        <pc:grpChg chg="del mod">
          <ac:chgData name="VIkram Goyal" userId="4529b0165c9307b1" providerId="LiveId" clId="{697E15A4-21D4-47E2-9C79-C70DAE4A1DFB}" dt="2021-01-15T07:07:28.879" v="1224"/>
          <ac:grpSpMkLst>
            <pc:docMk/>
            <pc:sldMk cId="0" sldId="256"/>
            <ac:grpSpMk id="12" creationId="{56FEE42D-073F-4E10-8C68-63CFA4E9862C}"/>
          </ac:grpSpMkLst>
        </pc:grpChg>
        <pc:grpChg chg="del mod">
          <ac:chgData name="VIkram Goyal" userId="4529b0165c9307b1" providerId="LiveId" clId="{697E15A4-21D4-47E2-9C79-C70DAE4A1DFB}" dt="2022-01-20T03:59:19.840" v="6634"/>
          <ac:grpSpMkLst>
            <pc:docMk/>
            <pc:sldMk cId="0" sldId="256"/>
            <ac:grpSpMk id="12" creationId="{CE48B1DF-222B-40C9-BA44-40640A7BAD9E}"/>
          </ac:grpSpMkLst>
        </pc:grpChg>
        <pc:grpChg chg="mod">
          <ac:chgData name="VIkram Goyal" userId="4529b0165c9307b1" providerId="LiveId" clId="{697E15A4-21D4-47E2-9C79-C70DAE4A1DFB}" dt="2022-01-20T03:59:07.804" v="6632"/>
          <ac:grpSpMkLst>
            <pc:docMk/>
            <pc:sldMk cId="0" sldId="256"/>
            <ac:grpSpMk id="15" creationId="{DF3172D4-0B5B-4FC1-9133-0691C641842D}"/>
          </ac:grpSpMkLst>
        </pc:grpChg>
        <pc:grpChg chg="del mod">
          <ac:chgData name="VIkram Goyal" userId="4529b0165c9307b1" providerId="LiveId" clId="{697E15A4-21D4-47E2-9C79-C70DAE4A1DFB}" dt="2021-09-25T05:01:55.487" v="4259" actId="478"/>
          <ac:grpSpMkLst>
            <pc:docMk/>
            <pc:sldMk cId="0" sldId="256"/>
            <ac:grpSpMk id="17" creationId="{B5164EFA-A82D-4B22-9BC5-6940B4FD5A1D}"/>
          </ac:grpSpMkLst>
        </pc:grpChg>
        <pc:grpChg chg="del mod">
          <ac:chgData name="VIkram Goyal" userId="4529b0165c9307b1" providerId="LiveId" clId="{697E15A4-21D4-47E2-9C79-C70DAE4A1DFB}" dt="2022-01-20T03:59:23.634" v="6636"/>
          <ac:grpSpMkLst>
            <pc:docMk/>
            <pc:sldMk cId="0" sldId="256"/>
            <ac:grpSpMk id="17" creationId="{BB66462C-0B8A-4820-B3C2-F5746D664644}"/>
          </ac:grpSpMkLst>
        </pc:grpChg>
        <pc:grpChg chg="mod">
          <ac:chgData name="VIkram Goyal" userId="4529b0165c9307b1" providerId="LiveId" clId="{697E15A4-21D4-47E2-9C79-C70DAE4A1DFB}" dt="2022-01-20T03:59:23.634" v="6636"/>
          <ac:grpSpMkLst>
            <pc:docMk/>
            <pc:sldMk cId="0" sldId="256"/>
            <ac:grpSpMk id="19" creationId="{81248BD7-15AB-4001-9BFB-2E310072C23F}"/>
          </ac:grpSpMkLst>
        </pc:grpChg>
        <pc:grpChg chg="del mod">
          <ac:chgData name="VIkram Goyal" userId="4529b0165c9307b1" providerId="LiveId" clId="{697E15A4-21D4-47E2-9C79-C70DAE4A1DFB}" dt="2021-01-15T07:07:38.550" v="1233"/>
          <ac:grpSpMkLst>
            <pc:docMk/>
            <pc:sldMk cId="0" sldId="256"/>
            <ac:grpSpMk id="21" creationId="{36B2B9BF-4E75-4DA3-9783-0892F6947055}"/>
          </ac:grpSpMkLst>
        </pc:grpChg>
        <pc:grpChg chg="del mod">
          <ac:chgData name="VIkram Goyal" userId="4529b0165c9307b1" providerId="LiveId" clId="{697E15A4-21D4-47E2-9C79-C70DAE4A1DFB}" dt="2021-09-25T05:01:59.198" v="4262" actId="478"/>
          <ac:grpSpMkLst>
            <pc:docMk/>
            <pc:sldMk cId="0" sldId="256"/>
            <ac:grpSpMk id="26" creationId="{0FD1B6EB-988F-4D8B-AF95-56711FAC4E76}"/>
          </ac:grpSpMkLst>
        </pc:grpChg>
        <pc:grpChg chg="del mod">
          <ac:chgData name="VIkram Goyal" userId="4529b0165c9307b1" providerId="LiveId" clId="{697E15A4-21D4-47E2-9C79-C70DAE4A1DFB}" dt="2021-09-25T05:02:09.728" v="4267" actId="478"/>
          <ac:grpSpMkLst>
            <pc:docMk/>
            <pc:sldMk cId="0" sldId="256"/>
            <ac:grpSpMk id="29" creationId="{20D6BB2E-710B-423B-B3F1-3DCFB9FA1DF8}"/>
          </ac:grpSpMkLst>
        </pc:grpChg>
        <pc:grpChg chg="del mod">
          <ac:chgData name="VIkram Goyal" userId="4529b0165c9307b1" providerId="LiveId" clId="{697E15A4-21D4-47E2-9C79-C70DAE4A1DFB}" dt="2021-09-25T05:02:07.789" v="4266" actId="478"/>
          <ac:grpSpMkLst>
            <pc:docMk/>
            <pc:sldMk cId="0" sldId="256"/>
            <ac:grpSpMk id="38" creationId="{7348B950-7C44-4EEB-9D4F-63F3E40D291C}"/>
          </ac:grpSpMkLst>
        </pc:grpChg>
        <pc:grpChg chg="del mod">
          <ac:chgData name="VIkram Goyal" userId="4529b0165c9307b1" providerId="LiveId" clId="{697E15A4-21D4-47E2-9C79-C70DAE4A1DFB}" dt="2021-09-25T06:37:41.596" v="4816"/>
          <ac:grpSpMkLst>
            <pc:docMk/>
            <pc:sldMk cId="0" sldId="256"/>
            <ac:grpSpMk id="40" creationId="{2D9F7781-48A3-4A92-B5CE-B88F8E333EE4}"/>
          </ac:grpSpMkLst>
        </pc:grpChg>
        <pc:grpChg chg="del mod">
          <ac:chgData name="VIkram Goyal" userId="4529b0165c9307b1" providerId="LiveId" clId="{697E15A4-21D4-47E2-9C79-C70DAE4A1DFB}" dt="2021-09-25T06:37:44.072" v="4821"/>
          <ac:grpSpMkLst>
            <pc:docMk/>
            <pc:sldMk cId="0" sldId="256"/>
            <ac:grpSpMk id="49" creationId="{361E9644-7787-4661-9060-4EB6D2D89156}"/>
          </ac:grpSpMkLst>
        </pc:grpChg>
        <pc:grpChg chg="del mod">
          <ac:chgData name="VIkram Goyal" userId="4529b0165c9307b1" providerId="LiveId" clId="{697E15A4-21D4-47E2-9C79-C70DAE4A1DFB}" dt="2021-09-25T06:37:54.888" v="4835"/>
          <ac:grpSpMkLst>
            <pc:docMk/>
            <pc:sldMk cId="0" sldId="256"/>
            <ac:grpSpMk id="54" creationId="{D85B436B-E889-480E-82AB-574BA333CECA}"/>
          </ac:grpSpMkLst>
        </pc:grpChg>
        <pc:grpChg chg="del mod">
          <ac:chgData name="VIkram Goyal" userId="4529b0165c9307b1" providerId="LiveId" clId="{697E15A4-21D4-47E2-9C79-C70DAE4A1DFB}" dt="2021-09-25T06:37:56.458" v="4838"/>
          <ac:grpSpMkLst>
            <pc:docMk/>
            <pc:sldMk cId="0" sldId="256"/>
            <ac:grpSpMk id="70" creationId="{377143EC-F094-43B0-BFFD-72464FF4EA1D}"/>
          </ac:grpSpMkLst>
        </pc:grpChg>
        <pc:grpChg chg="del mod">
          <ac:chgData name="VIkram Goyal" userId="4529b0165c9307b1" providerId="LiveId" clId="{697E15A4-21D4-47E2-9C79-C70DAE4A1DFB}" dt="2021-09-25T06:37:58.442" v="4840"/>
          <ac:grpSpMkLst>
            <pc:docMk/>
            <pc:sldMk cId="0" sldId="256"/>
            <ac:grpSpMk id="73" creationId="{CAF1E4C1-306D-4151-BA94-1B7789835EDE}"/>
          </ac:grpSpMkLst>
        </pc:grpChg>
        <pc:grpChg chg="del mod">
          <ac:chgData name="VIkram Goyal" userId="4529b0165c9307b1" providerId="LiveId" clId="{697E15A4-21D4-47E2-9C79-C70DAE4A1DFB}" dt="2021-09-25T06:40:08.448" v="4908"/>
          <ac:grpSpMkLst>
            <pc:docMk/>
            <pc:sldMk cId="0" sldId="256"/>
            <ac:grpSpMk id="75" creationId="{B347F3EB-F5FE-4DBF-BE5C-D76E7DB958CF}"/>
          </ac:grpSpMkLst>
        </pc:grpChg>
        <pc:grpChg chg="del mod">
          <ac:chgData name="VIkram Goyal" userId="4529b0165c9307b1" providerId="LiveId" clId="{697E15A4-21D4-47E2-9C79-C70DAE4A1DFB}" dt="2021-09-25T06:39:22.401" v="4876"/>
          <ac:grpSpMkLst>
            <pc:docMk/>
            <pc:sldMk cId="0" sldId="256"/>
            <ac:grpSpMk id="78" creationId="{0CAF23A0-3ABF-4D4D-B7EA-1C8E73323344}"/>
          </ac:grpSpMkLst>
        </pc:grpChg>
        <pc:grpChg chg="del mod">
          <ac:chgData name="VIkram Goyal" userId="4529b0165c9307b1" providerId="LiveId" clId="{697E15A4-21D4-47E2-9C79-C70DAE4A1DFB}" dt="2021-09-25T06:39:45.485" v="4895"/>
          <ac:grpSpMkLst>
            <pc:docMk/>
            <pc:sldMk cId="0" sldId="256"/>
            <ac:grpSpMk id="82" creationId="{9049649F-C405-470A-8AF0-B6F13FE88029}"/>
          </ac:grpSpMkLst>
        </pc:grpChg>
        <pc:grpChg chg="del mod">
          <ac:chgData name="VIkram Goyal" userId="4529b0165c9307b1" providerId="LiveId" clId="{697E15A4-21D4-47E2-9C79-C70DAE4A1DFB}" dt="2021-09-25T06:40:08.448" v="4908"/>
          <ac:grpSpMkLst>
            <pc:docMk/>
            <pc:sldMk cId="0" sldId="256"/>
            <ac:grpSpMk id="91" creationId="{E69CDD8F-9DA7-4BC0-8169-B6CD90980401}"/>
          </ac:grpSpMkLst>
        </pc:grpChg>
        <pc:grpChg chg="del mod">
          <ac:chgData name="VIkram Goyal" userId="4529b0165c9307b1" providerId="LiveId" clId="{697E15A4-21D4-47E2-9C79-C70DAE4A1DFB}" dt="2021-09-25T06:39:49.931" v="4900"/>
          <ac:grpSpMkLst>
            <pc:docMk/>
            <pc:sldMk cId="0" sldId="256"/>
            <ac:grpSpMk id="93" creationId="{4DD28C23-4513-4B37-8F73-57310E8BB758}"/>
          </ac:grpSpMkLst>
        </pc:grpChg>
        <pc:grpChg chg="del mod">
          <ac:chgData name="VIkram Goyal" userId="4529b0165c9307b1" providerId="LiveId" clId="{697E15A4-21D4-47E2-9C79-C70DAE4A1DFB}" dt="2021-09-25T06:40:00.257" v="4903"/>
          <ac:grpSpMkLst>
            <pc:docMk/>
            <pc:sldMk cId="0" sldId="256"/>
            <ac:grpSpMk id="98" creationId="{CDE50CB7-2F59-44B3-B208-83C574161BA9}"/>
          </ac:grpSpMkLst>
        </pc:grpChg>
        <pc:grpChg chg="del mod">
          <ac:chgData name="VIkram Goyal" userId="4529b0165c9307b1" providerId="LiveId" clId="{697E15A4-21D4-47E2-9C79-C70DAE4A1DFB}" dt="2021-09-25T06:40:01.693" v="4905"/>
          <ac:grpSpMkLst>
            <pc:docMk/>
            <pc:sldMk cId="0" sldId="256"/>
            <ac:grpSpMk id="101" creationId="{E97D0464-CB9E-4422-AD65-D19CEF77F3B8}"/>
          </ac:grpSpMkLst>
        </pc:grpChg>
        <pc:grpChg chg="del mod">
          <ac:chgData name="VIkram Goyal" userId="4529b0165c9307b1" providerId="LiveId" clId="{697E15A4-21D4-47E2-9C79-C70DAE4A1DFB}" dt="2021-09-25T06:40:08.448" v="4908"/>
          <ac:grpSpMkLst>
            <pc:docMk/>
            <pc:sldMk cId="0" sldId="256"/>
            <ac:grpSpMk id="103" creationId="{46D07AD3-EFE5-445E-B48F-155821CA4FC8}"/>
          </ac:grpSpMkLst>
        </pc:grpChg>
        <pc:grpChg chg="del mod">
          <ac:chgData name="VIkram Goyal" userId="4529b0165c9307b1" providerId="LiveId" clId="{697E15A4-21D4-47E2-9C79-C70DAE4A1DFB}" dt="2021-09-25T06:40:08.448" v="4908"/>
          <ac:grpSpMkLst>
            <pc:docMk/>
            <pc:sldMk cId="0" sldId="256"/>
            <ac:grpSpMk id="106" creationId="{2F335544-E7CC-4CA2-931B-A7E29523E070}"/>
          </ac:grpSpMkLst>
        </pc:grpChg>
        <pc:grpChg chg="del mod">
          <ac:chgData name="VIkram Goyal" userId="4529b0165c9307b1" providerId="LiveId" clId="{697E15A4-21D4-47E2-9C79-C70DAE4A1DFB}" dt="2021-09-25T06:40:13.301" v="4912"/>
          <ac:grpSpMkLst>
            <pc:docMk/>
            <pc:sldMk cId="0" sldId="256"/>
            <ac:grpSpMk id="107" creationId="{162AD51F-22E4-4A75-87DE-4C5A61BC75F8}"/>
          </ac:grpSpMkLst>
        </pc:grpChg>
        <pc:grpChg chg="del mod">
          <ac:chgData name="VIkram Goyal" userId="4529b0165c9307b1" providerId="LiveId" clId="{697E15A4-21D4-47E2-9C79-C70DAE4A1DFB}" dt="2021-09-25T06:40:43.328" v="4931"/>
          <ac:grpSpMkLst>
            <pc:docMk/>
            <pc:sldMk cId="0" sldId="256"/>
            <ac:grpSpMk id="111" creationId="{8A592831-0BD5-4D4A-BF70-04C4DAD23727}"/>
          </ac:grpSpMkLst>
        </pc:grpChg>
        <pc:grpChg chg="del mod">
          <ac:chgData name="VIkram Goyal" userId="4529b0165c9307b1" providerId="LiveId" clId="{697E15A4-21D4-47E2-9C79-C70DAE4A1DFB}" dt="2021-09-25T06:41:21.192" v="4956"/>
          <ac:grpSpMkLst>
            <pc:docMk/>
            <pc:sldMk cId="0" sldId="256"/>
            <ac:grpSpMk id="113" creationId="{F8A98843-28B2-4CC7-9599-6741E807DB74}"/>
          </ac:grpSpMkLst>
        </pc:grpChg>
        <pc:grpChg chg="del mod">
          <ac:chgData name="VIkram Goyal" userId="4529b0165c9307b1" providerId="LiveId" clId="{697E15A4-21D4-47E2-9C79-C70DAE4A1DFB}" dt="2021-09-25T06:40:44.450" v="4933"/>
          <ac:grpSpMkLst>
            <pc:docMk/>
            <pc:sldMk cId="0" sldId="256"/>
            <ac:grpSpMk id="117" creationId="{D9498530-E2D7-4CFD-A632-5DCF3B96737F}"/>
          </ac:grpSpMkLst>
        </pc:grpChg>
        <pc:grpChg chg="del mod">
          <ac:chgData name="VIkram Goyal" userId="4529b0165c9307b1" providerId="LiveId" clId="{697E15A4-21D4-47E2-9C79-C70DAE4A1DFB}" dt="2021-09-25T06:40:48.127" v="4938"/>
          <ac:grpSpMkLst>
            <pc:docMk/>
            <pc:sldMk cId="0" sldId="256"/>
            <ac:grpSpMk id="119" creationId="{863F63BD-CCB9-43E2-B200-B1E6391EA0B8}"/>
          </ac:grpSpMkLst>
        </pc:grpChg>
        <pc:grpChg chg="del mod">
          <ac:chgData name="VIkram Goyal" userId="4529b0165c9307b1" providerId="LiveId" clId="{697E15A4-21D4-47E2-9C79-C70DAE4A1DFB}" dt="2021-09-25T06:40:49.900" v="4940"/>
          <ac:grpSpMkLst>
            <pc:docMk/>
            <pc:sldMk cId="0" sldId="256"/>
            <ac:grpSpMk id="124" creationId="{2DA18F17-1A03-4A80-83B8-715E6F32E7F5}"/>
          </ac:grpSpMkLst>
        </pc:grpChg>
        <pc:grpChg chg="del mod">
          <ac:chgData name="VIkram Goyal" userId="4529b0165c9307b1" providerId="LiveId" clId="{697E15A4-21D4-47E2-9C79-C70DAE4A1DFB}" dt="2021-09-25T06:40:52.263" v="4943"/>
          <ac:grpSpMkLst>
            <pc:docMk/>
            <pc:sldMk cId="0" sldId="256"/>
            <ac:grpSpMk id="126" creationId="{7B450EA2-D02B-4D25-A35F-7A84C03BCA32}"/>
          </ac:grpSpMkLst>
        </pc:grpChg>
        <pc:grpChg chg="del mod">
          <ac:chgData name="VIkram Goyal" userId="4529b0165c9307b1" providerId="LiveId" clId="{697E15A4-21D4-47E2-9C79-C70DAE4A1DFB}" dt="2021-09-25T06:40:53.912" v="4946"/>
          <ac:grpSpMkLst>
            <pc:docMk/>
            <pc:sldMk cId="0" sldId="256"/>
            <ac:grpSpMk id="129" creationId="{FFD8375E-46D1-4C04-9B30-91BFDFB3CBC1}"/>
          </ac:grpSpMkLst>
        </pc:grpChg>
        <pc:grpChg chg="del mod">
          <ac:chgData name="VIkram Goyal" userId="4529b0165c9307b1" providerId="LiveId" clId="{697E15A4-21D4-47E2-9C79-C70DAE4A1DFB}" dt="2021-09-25T06:41:19.047" v="4953"/>
          <ac:grpSpMkLst>
            <pc:docMk/>
            <pc:sldMk cId="0" sldId="256"/>
            <ac:grpSpMk id="132" creationId="{B1982392-FED3-4F1F-9A3E-1DB5899013C3}"/>
          </ac:grpSpMkLst>
        </pc:grpChg>
        <pc:grpChg chg="del mod">
          <ac:chgData name="VIkram Goyal" userId="4529b0165c9307b1" providerId="LiveId" clId="{697E15A4-21D4-47E2-9C79-C70DAE4A1DFB}" dt="2021-09-25T06:41:19.047" v="4953"/>
          <ac:grpSpMkLst>
            <pc:docMk/>
            <pc:sldMk cId="0" sldId="256"/>
            <ac:grpSpMk id="135" creationId="{DAB81520-1796-4578-B46C-15A2C19B34DF}"/>
          </ac:grpSpMkLst>
        </pc:grpChg>
        <pc:grpChg chg="del mod">
          <ac:chgData name="VIkram Goyal" userId="4529b0165c9307b1" providerId="LiveId" clId="{697E15A4-21D4-47E2-9C79-C70DAE4A1DFB}" dt="2021-09-25T06:41:26.971" v="4961"/>
          <ac:grpSpMkLst>
            <pc:docMk/>
            <pc:sldMk cId="0" sldId="256"/>
            <ac:grpSpMk id="139" creationId="{E8D9CFA2-7D55-4F3B-A474-80CCAC92F8E7}"/>
          </ac:grpSpMkLst>
        </pc:grpChg>
        <pc:grpChg chg="del mod">
          <ac:chgData name="VIkram Goyal" userId="4529b0165c9307b1" providerId="LiveId" clId="{697E15A4-21D4-47E2-9C79-C70DAE4A1DFB}" dt="2021-09-25T06:41:38.477" v="4967"/>
          <ac:grpSpMkLst>
            <pc:docMk/>
            <pc:sldMk cId="0" sldId="256"/>
            <ac:grpSpMk id="142" creationId="{9B0B79F0-6B58-4CF3-AEF8-3E7C71094A51}"/>
          </ac:grpSpMkLst>
        </pc:grpChg>
        <pc:grpChg chg="del mod">
          <ac:chgData name="VIkram Goyal" userId="4529b0165c9307b1" providerId="LiveId" clId="{697E15A4-21D4-47E2-9C79-C70DAE4A1DFB}" dt="2022-01-19T06:21:33.493" v="6385" actId="478"/>
          <ac:grpSpMkLst>
            <pc:docMk/>
            <pc:sldMk cId="0" sldId="256"/>
            <ac:grpSpMk id="145" creationId="{EBA7349C-C043-4341-A093-F75FE3E296AB}"/>
          </ac:grpSpMkLst>
        </pc:grpChg>
        <pc:grpChg chg="del mod">
          <ac:chgData name="VIkram Goyal" userId="4529b0165c9307b1" providerId="LiveId" clId="{697E15A4-21D4-47E2-9C79-C70DAE4A1DFB}" dt="2021-09-25T06:41:28.899" v="4963"/>
          <ac:grpSpMkLst>
            <pc:docMk/>
            <pc:sldMk cId="0" sldId="256"/>
            <ac:grpSpMk id="147" creationId="{DDF51C7E-94B9-4DCD-BD99-1F5F3E23DD87}"/>
          </ac:grpSpMkLst>
        </pc:grpChg>
        <pc:grpChg chg="del mod">
          <ac:chgData name="VIkram Goyal" userId="4529b0165c9307b1" providerId="LiveId" clId="{697E15A4-21D4-47E2-9C79-C70DAE4A1DFB}" dt="2022-01-19T06:21:40.702" v="6388" actId="478"/>
          <ac:grpSpMkLst>
            <pc:docMk/>
            <pc:sldMk cId="0" sldId="256"/>
            <ac:grpSpMk id="149" creationId="{5D0728FB-91F2-4692-A2C6-5EC65D26289D}"/>
          </ac:grpSpMkLst>
        </pc:grpChg>
        <pc:grpChg chg="del mod">
          <ac:chgData name="VIkram Goyal" userId="4529b0165c9307b1" providerId="LiveId" clId="{697E15A4-21D4-47E2-9C79-C70DAE4A1DFB}" dt="2022-01-19T06:21:31.394" v="6384" actId="478"/>
          <ac:grpSpMkLst>
            <pc:docMk/>
            <pc:sldMk cId="0" sldId="256"/>
            <ac:grpSpMk id="153" creationId="{2F672131-E394-4AA7-9F0E-DC013480C2E4}"/>
          </ac:grpSpMkLst>
        </pc:grpChg>
        <pc:picChg chg="mod">
          <ac:chgData name="VIkram Goyal" userId="4529b0165c9307b1" providerId="LiveId" clId="{697E15A4-21D4-47E2-9C79-C70DAE4A1DFB}" dt="2022-01-19T06:23:05.512" v="6409" actId="1076"/>
          <ac:picMkLst>
            <pc:docMk/>
            <pc:sldMk cId="0" sldId="256"/>
            <ac:picMk id="62" creationId="{00000000-0000-0000-0000-000000000000}"/>
          </ac:picMkLst>
        </pc:picChg>
        <pc:inkChg chg="add">
          <ac:chgData name="VIkram Goyal" userId="4529b0165c9307b1" providerId="LiveId" clId="{697E15A4-21D4-47E2-9C79-C70DAE4A1DFB}" dt="2022-01-20T03:52:54.247" v="6499"/>
          <ac:inkMkLst>
            <pc:docMk/>
            <pc:sldMk cId="0" sldId="256"/>
            <ac:inkMk id="3" creationId="{2CC4C16B-0936-43BD-8BF0-DACC118F0A70}"/>
          </ac:inkMkLst>
        </pc:inkChg>
        <pc:inkChg chg="add del">
          <ac:chgData name="VIkram Goyal" userId="4529b0165c9307b1" providerId="LiveId" clId="{697E15A4-21D4-47E2-9C79-C70DAE4A1DFB}" dt="2021-09-25T05:02:11.707" v="4268" actId="478"/>
          <ac:inkMkLst>
            <pc:docMk/>
            <pc:sldMk cId="0" sldId="256"/>
            <ac:inkMk id="3" creationId="{30CE4B06-55ED-44DB-A440-39A35C0DE085}"/>
          </ac:inkMkLst>
        </pc:inkChg>
        <pc:inkChg chg="add del">
          <ac:chgData name="VIkram Goyal" userId="4529b0165c9307b1" providerId="LiveId" clId="{697E15A4-21D4-47E2-9C79-C70DAE4A1DFB}" dt="2021-09-25T05:02:01.267" v="4263" actId="478"/>
          <ac:inkMkLst>
            <pc:docMk/>
            <pc:sldMk cId="0" sldId="256"/>
            <ac:inkMk id="4" creationId="{08ECD034-A8EE-4EFC-BF49-5A03AE6BAFDC}"/>
          </ac:inkMkLst>
        </pc:inkChg>
        <pc:inkChg chg="add mod">
          <ac:chgData name="VIkram Goyal" userId="4529b0165c9307b1" providerId="LiveId" clId="{697E15A4-21D4-47E2-9C79-C70DAE4A1DFB}" dt="2022-01-20T03:58:31.804" v="6623"/>
          <ac:inkMkLst>
            <pc:docMk/>
            <pc:sldMk cId="0" sldId="256"/>
            <ac:inkMk id="4" creationId="{C03BFE7F-0314-4003-8F4C-BAF25EAF1B90}"/>
          </ac:inkMkLst>
        </pc:inkChg>
        <pc:inkChg chg="add del">
          <ac:chgData name="VIkram Goyal" userId="4529b0165c9307b1" providerId="LiveId" clId="{697E15A4-21D4-47E2-9C79-C70DAE4A1DFB}" dt="2021-09-25T05:02:05.539" v="4265" actId="478"/>
          <ac:inkMkLst>
            <pc:docMk/>
            <pc:sldMk cId="0" sldId="256"/>
            <ac:inkMk id="5" creationId="{141D66DD-AB44-4DC2-A2CB-B03CA6ABA07B}"/>
          </ac:inkMkLst>
        </pc:inkChg>
        <pc:inkChg chg="add mod">
          <ac:chgData name="VIkram Goyal" userId="4529b0165c9307b1" providerId="LiveId" clId="{697E15A4-21D4-47E2-9C79-C70DAE4A1DFB}" dt="2022-01-20T03:58:31.804" v="6623"/>
          <ac:inkMkLst>
            <pc:docMk/>
            <pc:sldMk cId="0" sldId="256"/>
            <ac:inkMk id="5" creationId="{16D4C153-646A-4B6F-80A9-2B1E472D2361}"/>
          </ac:inkMkLst>
        </pc:inkChg>
        <pc:inkChg chg="add del">
          <ac:chgData name="VIkram Goyal" userId="4529b0165c9307b1" providerId="LiveId" clId="{697E15A4-21D4-47E2-9C79-C70DAE4A1DFB}" dt="2021-09-25T05:02:03.477" v="4264" actId="478"/>
          <ac:inkMkLst>
            <pc:docMk/>
            <pc:sldMk cId="0" sldId="256"/>
            <ac:inkMk id="6" creationId="{2DAEDEA8-E927-4736-B1EC-D84D1C839CF8}"/>
          </ac:inkMkLst>
        </pc:inkChg>
        <pc:inkChg chg="add mod">
          <ac:chgData name="VIkram Goyal" userId="4529b0165c9307b1" providerId="LiveId" clId="{697E15A4-21D4-47E2-9C79-C70DAE4A1DFB}" dt="2021-01-15T07:07:28.879" v="1224"/>
          <ac:inkMkLst>
            <pc:docMk/>
            <pc:sldMk cId="0" sldId="256"/>
            <ac:inkMk id="7" creationId="{64078441-063F-4C82-B314-10FFB95FF36A}"/>
          </ac:inkMkLst>
        </pc:inkChg>
        <pc:inkChg chg="add mod">
          <ac:chgData name="VIkram Goyal" userId="4529b0165c9307b1" providerId="LiveId" clId="{697E15A4-21D4-47E2-9C79-C70DAE4A1DFB}" dt="2022-01-20T03:59:23.634" v="6636"/>
          <ac:inkMkLst>
            <pc:docMk/>
            <pc:sldMk cId="0" sldId="256"/>
            <ac:inkMk id="7" creationId="{72EF5B97-175F-47F0-B592-6E8EE4D3ACAB}"/>
          </ac:inkMkLst>
        </pc:inkChg>
        <pc:inkChg chg="add mod">
          <ac:chgData name="VIkram Goyal" userId="4529b0165c9307b1" providerId="LiveId" clId="{697E15A4-21D4-47E2-9C79-C70DAE4A1DFB}" dt="2021-01-15T07:07:28.879" v="1224"/>
          <ac:inkMkLst>
            <pc:docMk/>
            <pc:sldMk cId="0" sldId="256"/>
            <ac:inkMk id="8" creationId="{19FE5EE0-4800-4CE5-8386-4384C17DC8FF}"/>
          </ac:inkMkLst>
        </pc:inkChg>
        <pc:inkChg chg="add mod">
          <ac:chgData name="VIkram Goyal" userId="4529b0165c9307b1" providerId="LiveId" clId="{697E15A4-21D4-47E2-9C79-C70DAE4A1DFB}" dt="2022-01-20T03:59:23.634" v="6636"/>
          <ac:inkMkLst>
            <pc:docMk/>
            <pc:sldMk cId="0" sldId="256"/>
            <ac:inkMk id="8" creationId="{55C3020C-1577-47CB-9911-88C8B09922E7}"/>
          </ac:inkMkLst>
        </pc:inkChg>
        <pc:inkChg chg="add mod">
          <ac:chgData name="VIkram Goyal" userId="4529b0165c9307b1" providerId="LiveId" clId="{697E15A4-21D4-47E2-9C79-C70DAE4A1DFB}" dt="2021-01-15T07:07:28.879" v="1224"/>
          <ac:inkMkLst>
            <pc:docMk/>
            <pc:sldMk cId="0" sldId="256"/>
            <ac:inkMk id="9" creationId="{069C982A-0980-48E9-AA9F-A0CE664E4063}"/>
          </ac:inkMkLst>
        </pc:inkChg>
        <pc:inkChg chg="add mod">
          <ac:chgData name="VIkram Goyal" userId="4529b0165c9307b1" providerId="LiveId" clId="{697E15A4-21D4-47E2-9C79-C70DAE4A1DFB}" dt="2021-01-15T07:07:28.879" v="1224"/>
          <ac:inkMkLst>
            <pc:docMk/>
            <pc:sldMk cId="0" sldId="256"/>
            <ac:inkMk id="10" creationId="{8FFDDCB4-9EC2-4B1D-9292-E6EB5EB39C0C}"/>
          </ac:inkMkLst>
        </pc:inkChg>
        <pc:inkChg chg="add mod">
          <ac:chgData name="VIkram Goyal" userId="4529b0165c9307b1" providerId="LiveId" clId="{697E15A4-21D4-47E2-9C79-C70DAE4A1DFB}" dt="2022-01-20T03:59:23.634" v="6636"/>
          <ac:inkMkLst>
            <pc:docMk/>
            <pc:sldMk cId="0" sldId="256"/>
            <ac:inkMk id="10" creationId="{CF7D9EDF-90CA-4F89-A939-C7EE0BC34964}"/>
          </ac:inkMkLst>
        </pc:inkChg>
        <pc:inkChg chg="add mod">
          <ac:chgData name="VIkram Goyal" userId="4529b0165c9307b1" providerId="LiveId" clId="{697E15A4-21D4-47E2-9C79-C70DAE4A1DFB}" dt="2022-01-20T03:59:23.634" v="6636"/>
          <ac:inkMkLst>
            <pc:docMk/>
            <pc:sldMk cId="0" sldId="256"/>
            <ac:inkMk id="11" creationId="{1157B829-708A-43BE-9556-F7C9D41D7F9C}"/>
          </ac:inkMkLst>
        </pc:inkChg>
        <pc:inkChg chg="add mod">
          <ac:chgData name="VIkram Goyal" userId="4529b0165c9307b1" providerId="LiveId" clId="{697E15A4-21D4-47E2-9C79-C70DAE4A1DFB}" dt="2021-01-15T07:07:28.879" v="1224"/>
          <ac:inkMkLst>
            <pc:docMk/>
            <pc:sldMk cId="0" sldId="256"/>
            <ac:inkMk id="11" creationId="{4E1A46F4-0AA2-4FCC-AE71-41255266D560}"/>
          </ac:inkMkLst>
        </pc:inkChg>
        <pc:inkChg chg="add del mod">
          <ac:chgData name="VIkram Goyal" userId="4529b0165c9307b1" providerId="LiveId" clId="{697E15A4-21D4-47E2-9C79-C70DAE4A1DFB}" dt="2022-01-19T06:22:05.454" v="6395" actId="478"/>
          <ac:inkMkLst>
            <pc:docMk/>
            <pc:sldMk cId="0" sldId="256"/>
            <ac:inkMk id="12" creationId="{DAE3BE90-FBCA-47F6-A4F4-E9F9540C69FA}"/>
          </ac:inkMkLst>
        </pc:inkChg>
        <pc:inkChg chg="add mod">
          <ac:chgData name="VIkram Goyal" userId="4529b0165c9307b1" providerId="LiveId" clId="{697E15A4-21D4-47E2-9C79-C70DAE4A1DFB}" dt="2021-01-15T07:07:28.879" v="1224"/>
          <ac:inkMkLst>
            <pc:docMk/>
            <pc:sldMk cId="0" sldId="256"/>
            <ac:inkMk id="13" creationId="{7134B5FA-8B42-4F27-A7C7-CFC19BFD369F}"/>
          </ac:inkMkLst>
        </pc:inkChg>
        <pc:inkChg chg="add mod">
          <ac:chgData name="VIkram Goyal" userId="4529b0165c9307b1" providerId="LiveId" clId="{697E15A4-21D4-47E2-9C79-C70DAE4A1DFB}" dt="2022-01-20T03:59:07.804" v="6632"/>
          <ac:inkMkLst>
            <pc:docMk/>
            <pc:sldMk cId="0" sldId="256"/>
            <ac:inkMk id="13" creationId="{8EA3515D-9408-49B0-B424-3D8A168520F8}"/>
          </ac:inkMkLst>
        </pc:inkChg>
        <pc:inkChg chg="add mod">
          <ac:chgData name="VIkram Goyal" userId="4529b0165c9307b1" providerId="LiveId" clId="{697E15A4-21D4-47E2-9C79-C70DAE4A1DFB}" dt="2021-01-15T07:07:28.879" v="1224"/>
          <ac:inkMkLst>
            <pc:docMk/>
            <pc:sldMk cId="0" sldId="256"/>
            <ac:inkMk id="14" creationId="{494A4BD9-8D38-4B01-90AB-A88DFEB535A7}"/>
          </ac:inkMkLst>
        </pc:inkChg>
        <pc:inkChg chg="add mod">
          <ac:chgData name="VIkram Goyal" userId="4529b0165c9307b1" providerId="LiveId" clId="{697E15A4-21D4-47E2-9C79-C70DAE4A1DFB}" dt="2022-01-20T03:59:07.804" v="6632"/>
          <ac:inkMkLst>
            <pc:docMk/>
            <pc:sldMk cId="0" sldId="256"/>
            <ac:inkMk id="14" creationId="{EB4C56F5-D8D5-4C96-962C-8E90EE33C800}"/>
          </ac:inkMkLst>
        </pc:inkChg>
        <pc:inkChg chg="add mod">
          <ac:chgData name="VIkram Goyal" userId="4529b0165c9307b1" providerId="LiveId" clId="{697E15A4-21D4-47E2-9C79-C70DAE4A1DFB}" dt="2021-01-15T07:07:28.879" v="1224"/>
          <ac:inkMkLst>
            <pc:docMk/>
            <pc:sldMk cId="0" sldId="256"/>
            <ac:inkMk id="15" creationId="{69F68771-4F5C-4509-895D-852967344D15}"/>
          </ac:inkMkLst>
        </pc:inkChg>
        <pc:inkChg chg="add mod">
          <ac:chgData name="VIkram Goyal" userId="4529b0165c9307b1" providerId="LiveId" clId="{697E15A4-21D4-47E2-9C79-C70DAE4A1DFB}" dt="2022-01-20T03:59:23.634" v="6636"/>
          <ac:inkMkLst>
            <pc:docMk/>
            <pc:sldMk cId="0" sldId="256"/>
            <ac:inkMk id="16" creationId="{10E8CED4-A692-4AA9-8A28-9590DF9DE2E4}"/>
          </ac:inkMkLst>
        </pc:inkChg>
        <pc:inkChg chg="add mod">
          <ac:chgData name="VIkram Goyal" userId="4529b0165c9307b1" providerId="LiveId" clId="{697E15A4-21D4-47E2-9C79-C70DAE4A1DFB}" dt="2021-01-15T07:07:28.879" v="1224"/>
          <ac:inkMkLst>
            <pc:docMk/>
            <pc:sldMk cId="0" sldId="256"/>
            <ac:inkMk id="16" creationId="{E1F952FC-624D-4479-93FA-1C6811F90C6A}"/>
          </ac:inkMkLst>
        </pc:inkChg>
        <pc:inkChg chg="add del mod">
          <ac:chgData name="VIkram Goyal" userId="4529b0165c9307b1" providerId="LiveId" clId="{697E15A4-21D4-47E2-9C79-C70DAE4A1DFB}" dt="2021-09-25T05:01:57.107" v="4261" actId="478"/>
          <ac:inkMkLst>
            <pc:docMk/>
            <pc:sldMk cId="0" sldId="256"/>
            <ac:inkMk id="18" creationId="{2DC0E299-15FD-4FCD-8A95-AEB6AA3CEC69}"/>
          </ac:inkMkLst>
        </pc:inkChg>
        <pc:inkChg chg="add mod">
          <ac:chgData name="VIkram Goyal" userId="4529b0165c9307b1" providerId="LiveId" clId="{697E15A4-21D4-47E2-9C79-C70DAE4A1DFB}" dt="2022-01-20T03:59:23.634" v="6636"/>
          <ac:inkMkLst>
            <pc:docMk/>
            <pc:sldMk cId="0" sldId="256"/>
            <ac:inkMk id="18" creationId="{C0E9BE6D-6A24-4AAD-87BE-C7D8FC69968D}"/>
          </ac:inkMkLst>
        </pc:inkChg>
        <pc:inkChg chg="add mod">
          <ac:chgData name="VIkram Goyal" userId="4529b0165c9307b1" providerId="LiveId" clId="{697E15A4-21D4-47E2-9C79-C70DAE4A1DFB}" dt="2021-01-15T07:07:38.550" v="1233"/>
          <ac:inkMkLst>
            <pc:docMk/>
            <pc:sldMk cId="0" sldId="256"/>
            <ac:inkMk id="19" creationId="{9A09C8B4-8127-494C-B385-556A328A2A50}"/>
          </ac:inkMkLst>
        </pc:inkChg>
        <pc:inkChg chg="add mod">
          <ac:chgData name="VIkram Goyal" userId="4529b0165c9307b1" providerId="LiveId" clId="{697E15A4-21D4-47E2-9C79-C70DAE4A1DFB}" dt="2021-01-15T07:07:38.550" v="1233"/>
          <ac:inkMkLst>
            <pc:docMk/>
            <pc:sldMk cId="0" sldId="256"/>
            <ac:inkMk id="20" creationId="{FC7BFE3C-B138-4925-829D-E9554B501739}"/>
          </ac:inkMkLst>
        </pc:inkChg>
        <pc:inkChg chg="add del mod">
          <ac:chgData name="VIkram Goyal" userId="4529b0165c9307b1" providerId="LiveId" clId="{697E15A4-21D4-47E2-9C79-C70DAE4A1DFB}" dt="2022-01-19T06:22:53.123" v="6405" actId="478"/>
          <ac:inkMkLst>
            <pc:docMk/>
            <pc:sldMk cId="0" sldId="256"/>
            <ac:inkMk id="21" creationId="{E914E3F8-64EF-4767-9531-F0BC573CDC91}"/>
          </ac:inkMkLst>
        </pc:inkChg>
        <pc:inkChg chg="add mod">
          <ac:chgData name="VIkram Goyal" userId="4529b0165c9307b1" providerId="LiveId" clId="{697E15A4-21D4-47E2-9C79-C70DAE4A1DFB}" dt="2021-01-15T07:07:38.550" v="1233"/>
          <ac:inkMkLst>
            <pc:docMk/>
            <pc:sldMk cId="0" sldId="256"/>
            <ac:inkMk id="22" creationId="{F74BD69B-CE20-410F-92FC-D12EFBD2FB5E}"/>
          </ac:inkMkLst>
        </pc:inkChg>
        <pc:inkChg chg="add mod">
          <ac:chgData name="VIkram Goyal" userId="4529b0165c9307b1" providerId="LiveId" clId="{697E15A4-21D4-47E2-9C79-C70DAE4A1DFB}" dt="2021-01-15T07:07:38.550" v="1233"/>
          <ac:inkMkLst>
            <pc:docMk/>
            <pc:sldMk cId="0" sldId="256"/>
            <ac:inkMk id="23" creationId="{7A63C79A-1893-435C-A24D-F95048B8CD2C}"/>
          </ac:inkMkLst>
        </pc:inkChg>
        <pc:inkChg chg="add mod">
          <ac:chgData name="VIkram Goyal" userId="4529b0165c9307b1" providerId="LiveId" clId="{697E15A4-21D4-47E2-9C79-C70DAE4A1DFB}" dt="2021-01-15T07:07:38.550" v="1233"/>
          <ac:inkMkLst>
            <pc:docMk/>
            <pc:sldMk cId="0" sldId="256"/>
            <ac:inkMk id="24" creationId="{A4AB2B46-2BF5-4584-A883-C68BC02F98FE}"/>
          </ac:inkMkLst>
        </pc:inkChg>
        <pc:inkChg chg="add mod">
          <ac:chgData name="VIkram Goyal" userId="4529b0165c9307b1" providerId="LiveId" clId="{697E15A4-21D4-47E2-9C79-C70DAE4A1DFB}" dt="2021-01-15T07:07:38.550" v="1233"/>
          <ac:inkMkLst>
            <pc:docMk/>
            <pc:sldMk cId="0" sldId="256"/>
            <ac:inkMk id="25" creationId="{21284743-503C-47C6-B236-3936A2377652}"/>
          </ac:inkMkLst>
        </pc:inkChg>
        <pc:inkChg chg="add mod">
          <ac:chgData name="VIkram Goyal" userId="4529b0165c9307b1" providerId="LiveId" clId="{697E15A4-21D4-47E2-9C79-C70DAE4A1DFB}" dt="2021-01-15T07:07:40.879" v="1236"/>
          <ac:inkMkLst>
            <pc:docMk/>
            <pc:sldMk cId="0" sldId="256"/>
            <ac:inkMk id="27" creationId="{6E29510D-AF2B-4C6F-B4D8-5E52DE23D445}"/>
          </ac:inkMkLst>
        </pc:inkChg>
        <pc:inkChg chg="add mod">
          <ac:chgData name="VIkram Goyal" userId="4529b0165c9307b1" providerId="LiveId" clId="{697E15A4-21D4-47E2-9C79-C70DAE4A1DFB}" dt="2021-01-15T07:07:40.879" v="1236"/>
          <ac:inkMkLst>
            <pc:docMk/>
            <pc:sldMk cId="0" sldId="256"/>
            <ac:inkMk id="28" creationId="{4335D3AA-FA0B-4A05-AC4C-B03236112FDD}"/>
          </ac:inkMkLst>
        </pc:inkChg>
        <pc:inkChg chg="add mod">
          <ac:chgData name="VIkram Goyal" userId="4529b0165c9307b1" providerId="LiveId" clId="{697E15A4-21D4-47E2-9C79-C70DAE4A1DFB}" dt="2021-01-15T07:07:48.503" v="1245"/>
          <ac:inkMkLst>
            <pc:docMk/>
            <pc:sldMk cId="0" sldId="256"/>
            <ac:inkMk id="30" creationId="{81E4B841-1D34-401A-8440-5DBDBEF9F9D1}"/>
          </ac:inkMkLst>
        </pc:inkChg>
        <pc:inkChg chg="add mod">
          <ac:chgData name="VIkram Goyal" userId="4529b0165c9307b1" providerId="LiveId" clId="{697E15A4-21D4-47E2-9C79-C70DAE4A1DFB}" dt="2021-01-15T07:07:48.503" v="1245"/>
          <ac:inkMkLst>
            <pc:docMk/>
            <pc:sldMk cId="0" sldId="256"/>
            <ac:inkMk id="31" creationId="{FDDB3BC3-D1CA-4D14-94E5-D4E7CB916416}"/>
          </ac:inkMkLst>
        </pc:inkChg>
        <pc:inkChg chg="add mod">
          <ac:chgData name="VIkram Goyal" userId="4529b0165c9307b1" providerId="LiveId" clId="{697E15A4-21D4-47E2-9C79-C70DAE4A1DFB}" dt="2021-01-15T07:07:48.503" v="1245"/>
          <ac:inkMkLst>
            <pc:docMk/>
            <pc:sldMk cId="0" sldId="256"/>
            <ac:inkMk id="32" creationId="{77F12A02-6423-4AE9-A0D2-8F8DF2630B42}"/>
          </ac:inkMkLst>
        </pc:inkChg>
        <pc:inkChg chg="add mod">
          <ac:chgData name="VIkram Goyal" userId="4529b0165c9307b1" providerId="LiveId" clId="{697E15A4-21D4-47E2-9C79-C70DAE4A1DFB}" dt="2021-01-15T07:07:48.503" v="1245"/>
          <ac:inkMkLst>
            <pc:docMk/>
            <pc:sldMk cId="0" sldId="256"/>
            <ac:inkMk id="33" creationId="{2D2EA6C7-9910-46E7-941D-2693EAC89327}"/>
          </ac:inkMkLst>
        </pc:inkChg>
        <pc:inkChg chg="add mod">
          <ac:chgData name="VIkram Goyal" userId="4529b0165c9307b1" providerId="LiveId" clId="{697E15A4-21D4-47E2-9C79-C70DAE4A1DFB}" dt="2021-01-15T07:07:48.503" v="1245"/>
          <ac:inkMkLst>
            <pc:docMk/>
            <pc:sldMk cId="0" sldId="256"/>
            <ac:inkMk id="34" creationId="{95805BF2-2AE7-40C3-8398-6C9AFFDC7B7F}"/>
          </ac:inkMkLst>
        </pc:inkChg>
        <pc:inkChg chg="add mod">
          <ac:chgData name="VIkram Goyal" userId="4529b0165c9307b1" providerId="LiveId" clId="{697E15A4-21D4-47E2-9C79-C70DAE4A1DFB}" dt="2021-01-15T07:07:48.503" v="1245"/>
          <ac:inkMkLst>
            <pc:docMk/>
            <pc:sldMk cId="0" sldId="256"/>
            <ac:inkMk id="35" creationId="{03980DB6-89BF-4AE8-B248-69ABB4DAC734}"/>
          </ac:inkMkLst>
        </pc:inkChg>
        <pc:inkChg chg="add mod">
          <ac:chgData name="VIkram Goyal" userId="4529b0165c9307b1" providerId="LiveId" clId="{697E15A4-21D4-47E2-9C79-C70DAE4A1DFB}" dt="2021-01-15T07:07:48.503" v="1245"/>
          <ac:inkMkLst>
            <pc:docMk/>
            <pc:sldMk cId="0" sldId="256"/>
            <ac:inkMk id="36" creationId="{ADBA34DD-353C-47E6-96C0-B91E0BD4A0A8}"/>
          </ac:inkMkLst>
        </pc:inkChg>
        <pc:inkChg chg="add mod">
          <ac:chgData name="VIkram Goyal" userId="4529b0165c9307b1" providerId="LiveId" clId="{697E15A4-21D4-47E2-9C79-C70DAE4A1DFB}" dt="2021-01-15T07:07:48.503" v="1245"/>
          <ac:inkMkLst>
            <pc:docMk/>
            <pc:sldMk cId="0" sldId="256"/>
            <ac:inkMk id="37" creationId="{BFD62A9F-C704-433B-A092-3E18F02CDF78}"/>
          </ac:inkMkLst>
        </pc:inkChg>
        <pc:inkChg chg="add del">
          <ac:chgData name="VIkram Goyal" userId="4529b0165c9307b1" providerId="LiveId" clId="{697E15A4-21D4-47E2-9C79-C70DAE4A1DFB}" dt="2022-01-19T06:22:18.575" v="6397" actId="478"/>
          <ac:inkMkLst>
            <pc:docMk/>
            <pc:sldMk cId="0" sldId="256"/>
            <ac:inkMk id="39" creationId="{BDD4F7E6-7805-465A-B91B-C3852DB42872}"/>
          </ac:inkMkLst>
        </pc:inkChg>
        <pc:inkChg chg="add del mod">
          <ac:chgData name="VIkram Goyal" userId="4529b0165c9307b1" providerId="LiveId" clId="{697E15A4-21D4-47E2-9C79-C70DAE4A1DFB}" dt="2022-01-19T06:22:53.123" v="6405" actId="478"/>
          <ac:inkMkLst>
            <pc:docMk/>
            <pc:sldMk cId="0" sldId="256"/>
            <ac:inkMk id="41" creationId="{6056997C-8412-4332-9DD2-A8C875FBDCCE}"/>
          </ac:inkMkLst>
        </pc:inkChg>
        <pc:inkChg chg="add del mod">
          <ac:chgData name="VIkram Goyal" userId="4529b0165c9307b1" providerId="LiveId" clId="{697E15A4-21D4-47E2-9C79-C70DAE4A1DFB}" dt="2022-01-19T06:22:53.123" v="6405" actId="478"/>
          <ac:inkMkLst>
            <pc:docMk/>
            <pc:sldMk cId="0" sldId="256"/>
            <ac:inkMk id="42" creationId="{9F8E495D-46E2-4CD8-B2AB-092745DF5619}"/>
          </ac:inkMkLst>
        </pc:inkChg>
        <pc:inkChg chg="add del mod">
          <ac:chgData name="VIkram Goyal" userId="4529b0165c9307b1" providerId="LiveId" clId="{697E15A4-21D4-47E2-9C79-C70DAE4A1DFB}" dt="2022-01-19T06:22:57.021" v="6406" actId="478"/>
          <ac:inkMkLst>
            <pc:docMk/>
            <pc:sldMk cId="0" sldId="256"/>
            <ac:inkMk id="43" creationId="{0EE62C2F-DDD4-4C00-8699-230C611C88C6}"/>
          </ac:inkMkLst>
        </pc:inkChg>
        <pc:inkChg chg="add del mod">
          <ac:chgData name="VIkram Goyal" userId="4529b0165c9307b1" providerId="LiveId" clId="{697E15A4-21D4-47E2-9C79-C70DAE4A1DFB}" dt="2022-01-19T06:22:53.123" v="6405" actId="478"/>
          <ac:inkMkLst>
            <pc:docMk/>
            <pc:sldMk cId="0" sldId="256"/>
            <ac:inkMk id="44" creationId="{1162E7E9-CDE4-4B30-B747-815EC502C0D8}"/>
          </ac:inkMkLst>
        </pc:inkChg>
        <pc:inkChg chg="add del mod">
          <ac:chgData name="VIkram Goyal" userId="4529b0165c9307b1" providerId="LiveId" clId="{697E15A4-21D4-47E2-9C79-C70DAE4A1DFB}" dt="2022-01-19T06:22:57.021" v="6406" actId="478"/>
          <ac:inkMkLst>
            <pc:docMk/>
            <pc:sldMk cId="0" sldId="256"/>
            <ac:inkMk id="45" creationId="{D9B9BB50-6A78-436D-84DA-3BFEB447C63A}"/>
          </ac:inkMkLst>
        </pc:inkChg>
        <pc:inkChg chg="add del mod">
          <ac:chgData name="VIkram Goyal" userId="4529b0165c9307b1" providerId="LiveId" clId="{697E15A4-21D4-47E2-9C79-C70DAE4A1DFB}" dt="2022-01-19T06:22:57.021" v="6406" actId="478"/>
          <ac:inkMkLst>
            <pc:docMk/>
            <pc:sldMk cId="0" sldId="256"/>
            <ac:inkMk id="46" creationId="{B2214530-8B81-40DA-9C3D-4CB419F63FFC}"/>
          </ac:inkMkLst>
        </pc:inkChg>
        <pc:inkChg chg="add del mod">
          <ac:chgData name="VIkram Goyal" userId="4529b0165c9307b1" providerId="LiveId" clId="{697E15A4-21D4-47E2-9C79-C70DAE4A1DFB}" dt="2022-01-19T06:22:57.021" v="6406" actId="478"/>
          <ac:inkMkLst>
            <pc:docMk/>
            <pc:sldMk cId="0" sldId="256"/>
            <ac:inkMk id="47" creationId="{3FFF841B-7419-4221-981A-C86454F4B020}"/>
          </ac:inkMkLst>
        </pc:inkChg>
        <pc:inkChg chg="add del mod">
          <ac:chgData name="VIkram Goyal" userId="4529b0165c9307b1" providerId="LiveId" clId="{697E15A4-21D4-47E2-9C79-C70DAE4A1DFB}" dt="2022-01-19T06:22:57.021" v="6406" actId="478"/>
          <ac:inkMkLst>
            <pc:docMk/>
            <pc:sldMk cId="0" sldId="256"/>
            <ac:inkMk id="48" creationId="{032C51AC-CD8C-4FDC-B7DC-541E2E3325CD}"/>
          </ac:inkMkLst>
        </pc:inkChg>
        <pc:inkChg chg="add del mod">
          <ac:chgData name="VIkram Goyal" userId="4529b0165c9307b1" providerId="LiveId" clId="{697E15A4-21D4-47E2-9C79-C70DAE4A1DFB}" dt="2022-01-19T06:22:32.554" v="6400" actId="478"/>
          <ac:inkMkLst>
            <pc:docMk/>
            <pc:sldMk cId="0" sldId="256"/>
            <ac:inkMk id="50" creationId="{27E62A19-CE03-4317-B878-3E78CA68448B}"/>
          </ac:inkMkLst>
        </pc:inkChg>
        <pc:inkChg chg="add del mod">
          <ac:chgData name="VIkram Goyal" userId="4529b0165c9307b1" providerId="LiveId" clId="{697E15A4-21D4-47E2-9C79-C70DAE4A1DFB}" dt="2022-01-19T06:22:59.970" v="6407" actId="478"/>
          <ac:inkMkLst>
            <pc:docMk/>
            <pc:sldMk cId="0" sldId="256"/>
            <ac:inkMk id="51" creationId="{4FC433F2-546F-4C32-80AD-DC8537D12F30}"/>
          </ac:inkMkLst>
        </pc:inkChg>
        <pc:inkChg chg="add del mod">
          <ac:chgData name="VIkram Goyal" userId="4529b0165c9307b1" providerId="LiveId" clId="{697E15A4-21D4-47E2-9C79-C70DAE4A1DFB}" dt="2022-01-19T06:22:59.970" v="6407" actId="478"/>
          <ac:inkMkLst>
            <pc:docMk/>
            <pc:sldMk cId="0" sldId="256"/>
            <ac:inkMk id="52" creationId="{2BF05EFC-C860-41E3-9FED-7E824D54FDD2}"/>
          </ac:inkMkLst>
        </pc:inkChg>
        <pc:inkChg chg="add del mod">
          <ac:chgData name="VIkram Goyal" userId="4529b0165c9307b1" providerId="LiveId" clId="{697E15A4-21D4-47E2-9C79-C70DAE4A1DFB}" dt="2022-01-19T06:22:30.253" v="6399" actId="478"/>
          <ac:inkMkLst>
            <pc:docMk/>
            <pc:sldMk cId="0" sldId="256"/>
            <ac:inkMk id="53" creationId="{1713A4C2-9F4C-49B9-A0B7-FBDC4B935F21}"/>
          </ac:inkMkLst>
        </pc:inkChg>
        <pc:inkChg chg="add del mod">
          <ac:chgData name="VIkram Goyal" userId="4529b0165c9307b1" providerId="LiveId" clId="{697E15A4-21D4-47E2-9C79-C70DAE4A1DFB}" dt="2022-01-19T06:22:53.123" v="6405" actId="478"/>
          <ac:inkMkLst>
            <pc:docMk/>
            <pc:sldMk cId="0" sldId="256"/>
            <ac:inkMk id="55" creationId="{16DE8049-8122-45C2-BAB1-C7A030113D84}"/>
          </ac:inkMkLst>
        </pc:inkChg>
        <pc:inkChg chg="add del mod">
          <ac:chgData name="VIkram Goyal" userId="4529b0165c9307b1" providerId="LiveId" clId="{697E15A4-21D4-47E2-9C79-C70DAE4A1DFB}" dt="2022-01-19T06:22:53.123" v="6405" actId="478"/>
          <ac:inkMkLst>
            <pc:docMk/>
            <pc:sldMk cId="0" sldId="256"/>
            <ac:inkMk id="56" creationId="{8EF6387D-EDB8-4776-99A9-8830835AC443}"/>
          </ac:inkMkLst>
        </pc:inkChg>
        <pc:inkChg chg="add del mod">
          <ac:chgData name="VIkram Goyal" userId="4529b0165c9307b1" providerId="LiveId" clId="{697E15A4-21D4-47E2-9C79-C70DAE4A1DFB}" dt="2022-01-19T06:22:53.123" v="6405" actId="478"/>
          <ac:inkMkLst>
            <pc:docMk/>
            <pc:sldMk cId="0" sldId="256"/>
            <ac:inkMk id="57" creationId="{D737ED00-9A92-4924-B748-9C46D14E6A3F}"/>
          </ac:inkMkLst>
        </pc:inkChg>
        <pc:inkChg chg="add del mod">
          <ac:chgData name="VIkram Goyal" userId="4529b0165c9307b1" providerId="LiveId" clId="{697E15A4-21D4-47E2-9C79-C70DAE4A1DFB}" dt="2022-01-19T06:22:53.123" v="6405" actId="478"/>
          <ac:inkMkLst>
            <pc:docMk/>
            <pc:sldMk cId="0" sldId="256"/>
            <ac:inkMk id="58" creationId="{70DA5D6D-E2C0-4F1F-8C6F-5077F34E3047}"/>
          </ac:inkMkLst>
        </pc:inkChg>
        <pc:inkChg chg="add del mod">
          <ac:chgData name="VIkram Goyal" userId="4529b0165c9307b1" providerId="LiveId" clId="{697E15A4-21D4-47E2-9C79-C70DAE4A1DFB}" dt="2022-01-19T06:22:57.021" v="6406" actId="478"/>
          <ac:inkMkLst>
            <pc:docMk/>
            <pc:sldMk cId="0" sldId="256"/>
            <ac:inkMk id="59" creationId="{94556DA6-B02F-488C-82A0-81071E62B2ED}"/>
          </ac:inkMkLst>
        </pc:inkChg>
        <pc:inkChg chg="add del mod">
          <ac:chgData name="VIkram Goyal" userId="4529b0165c9307b1" providerId="LiveId" clId="{697E15A4-21D4-47E2-9C79-C70DAE4A1DFB}" dt="2022-01-19T06:22:57.021" v="6406" actId="478"/>
          <ac:inkMkLst>
            <pc:docMk/>
            <pc:sldMk cId="0" sldId="256"/>
            <ac:inkMk id="60" creationId="{4848BB12-8EBE-43B0-9EF1-14651D9008C3}"/>
          </ac:inkMkLst>
        </pc:inkChg>
        <pc:inkChg chg="add del mod">
          <ac:chgData name="VIkram Goyal" userId="4529b0165c9307b1" providerId="LiveId" clId="{697E15A4-21D4-47E2-9C79-C70DAE4A1DFB}" dt="2022-01-19T06:22:57.021" v="6406" actId="478"/>
          <ac:inkMkLst>
            <pc:docMk/>
            <pc:sldMk cId="0" sldId="256"/>
            <ac:inkMk id="63" creationId="{3DA4C7C6-1BF2-4E4E-82F6-43D2509E438A}"/>
          </ac:inkMkLst>
        </pc:inkChg>
        <pc:inkChg chg="add del mod">
          <ac:chgData name="VIkram Goyal" userId="4529b0165c9307b1" providerId="LiveId" clId="{697E15A4-21D4-47E2-9C79-C70DAE4A1DFB}" dt="2022-01-19T06:22:57.021" v="6406" actId="478"/>
          <ac:inkMkLst>
            <pc:docMk/>
            <pc:sldMk cId="0" sldId="256"/>
            <ac:inkMk id="64" creationId="{171DB1DB-12F2-4DD9-8A48-95919AEBE9FD}"/>
          </ac:inkMkLst>
        </pc:inkChg>
        <pc:inkChg chg="add del mod">
          <ac:chgData name="VIkram Goyal" userId="4529b0165c9307b1" providerId="LiveId" clId="{697E15A4-21D4-47E2-9C79-C70DAE4A1DFB}" dt="2022-01-19T06:22:59.970" v="6407" actId="478"/>
          <ac:inkMkLst>
            <pc:docMk/>
            <pc:sldMk cId="0" sldId="256"/>
            <ac:inkMk id="65" creationId="{CB4DCC14-9A3A-493C-94BD-962AA8684C60}"/>
          </ac:inkMkLst>
        </pc:inkChg>
        <pc:inkChg chg="add del mod">
          <ac:chgData name="VIkram Goyal" userId="4529b0165c9307b1" providerId="LiveId" clId="{697E15A4-21D4-47E2-9C79-C70DAE4A1DFB}" dt="2022-01-19T06:22:59.970" v="6407" actId="478"/>
          <ac:inkMkLst>
            <pc:docMk/>
            <pc:sldMk cId="0" sldId="256"/>
            <ac:inkMk id="66" creationId="{2F360F1F-29A4-4828-9386-75AF588DD90A}"/>
          </ac:inkMkLst>
        </pc:inkChg>
        <pc:inkChg chg="add del mod">
          <ac:chgData name="VIkram Goyal" userId="4529b0165c9307b1" providerId="LiveId" clId="{697E15A4-21D4-47E2-9C79-C70DAE4A1DFB}" dt="2022-01-19T06:22:53.123" v="6405" actId="478"/>
          <ac:inkMkLst>
            <pc:docMk/>
            <pc:sldMk cId="0" sldId="256"/>
            <ac:inkMk id="67" creationId="{DFFCEE65-32A8-4988-B3D6-0C3CCF268A69}"/>
          </ac:inkMkLst>
        </pc:inkChg>
        <pc:inkChg chg="add del mod">
          <ac:chgData name="VIkram Goyal" userId="4529b0165c9307b1" providerId="LiveId" clId="{697E15A4-21D4-47E2-9C79-C70DAE4A1DFB}" dt="2022-01-19T06:22:53.123" v="6405" actId="478"/>
          <ac:inkMkLst>
            <pc:docMk/>
            <pc:sldMk cId="0" sldId="256"/>
            <ac:inkMk id="68" creationId="{59645C8A-9FD8-4181-A07A-369A0BCB70DC}"/>
          </ac:inkMkLst>
        </pc:inkChg>
        <pc:inkChg chg="add del mod">
          <ac:chgData name="VIkram Goyal" userId="4529b0165c9307b1" providerId="LiveId" clId="{697E15A4-21D4-47E2-9C79-C70DAE4A1DFB}" dt="2022-01-19T06:22:57.021" v="6406" actId="478"/>
          <ac:inkMkLst>
            <pc:docMk/>
            <pc:sldMk cId="0" sldId="256"/>
            <ac:inkMk id="69" creationId="{57C89B95-5040-441D-98D2-B89C118BBC03}"/>
          </ac:inkMkLst>
        </pc:inkChg>
        <pc:inkChg chg="add del mod">
          <ac:chgData name="VIkram Goyal" userId="4529b0165c9307b1" providerId="LiveId" clId="{697E15A4-21D4-47E2-9C79-C70DAE4A1DFB}" dt="2022-01-19T06:22:57.021" v="6406" actId="478"/>
          <ac:inkMkLst>
            <pc:docMk/>
            <pc:sldMk cId="0" sldId="256"/>
            <ac:inkMk id="71" creationId="{6BE073AF-E511-4C87-B6AD-DC6008596AB5}"/>
          </ac:inkMkLst>
        </pc:inkChg>
        <pc:inkChg chg="add del mod">
          <ac:chgData name="VIkram Goyal" userId="4529b0165c9307b1" providerId="LiveId" clId="{697E15A4-21D4-47E2-9C79-C70DAE4A1DFB}" dt="2022-01-19T06:22:57.021" v="6406" actId="478"/>
          <ac:inkMkLst>
            <pc:docMk/>
            <pc:sldMk cId="0" sldId="256"/>
            <ac:inkMk id="72" creationId="{9DB81143-AF87-452B-965D-2C7B423FFD4B}"/>
          </ac:inkMkLst>
        </pc:inkChg>
        <pc:inkChg chg="add del mod">
          <ac:chgData name="VIkram Goyal" userId="4529b0165c9307b1" providerId="LiveId" clId="{697E15A4-21D4-47E2-9C79-C70DAE4A1DFB}" dt="2022-01-19T06:21:59.773" v="6394" actId="478"/>
          <ac:inkMkLst>
            <pc:docMk/>
            <pc:sldMk cId="0" sldId="256"/>
            <ac:inkMk id="74" creationId="{DB4A42D8-E4F8-413D-9685-AE67A6B49F38}"/>
          </ac:inkMkLst>
        </pc:inkChg>
        <pc:inkChg chg="add mod">
          <ac:chgData name="VIkram Goyal" userId="4529b0165c9307b1" providerId="LiveId" clId="{697E15A4-21D4-47E2-9C79-C70DAE4A1DFB}" dt="2021-09-25T06:41:38.477" v="4967"/>
          <ac:inkMkLst>
            <pc:docMk/>
            <pc:sldMk cId="0" sldId="256"/>
            <ac:inkMk id="76" creationId="{E25E96CB-A260-4260-91DA-99CBBA5F2DCF}"/>
          </ac:inkMkLst>
        </pc:inkChg>
        <pc:inkChg chg="add mod">
          <ac:chgData name="VIkram Goyal" userId="4529b0165c9307b1" providerId="LiveId" clId="{697E15A4-21D4-47E2-9C79-C70DAE4A1DFB}" dt="2021-09-25T06:41:38.477" v="4967"/>
          <ac:inkMkLst>
            <pc:docMk/>
            <pc:sldMk cId="0" sldId="256"/>
            <ac:inkMk id="77" creationId="{522C1D66-BD89-42A9-8291-3F645DFD8CE4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79" creationId="{D2EDCF51-9970-41D8-8260-CA94911EE87B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80" creationId="{1E1B9BE7-DF15-4D9D-B354-AC702DB6E904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81" creationId="{FD393AF3-D19C-4B19-BDC0-B664120D6637}"/>
          </ac:inkMkLst>
        </pc:inkChg>
        <pc:inkChg chg="add del mod">
          <ac:chgData name="VIkram Goyal" userId="4529b0165c9307b1" providerId="LiveId" clId="{697E15A4-21D4-47E2-9C79-C70DAE4A1DFB}" dt="2022-01-19T06:22:22.662" v="6398" actId="478"/>
          <ac:inkMkLst>
            <pc:docMk/>
            <pc:sldMk cId="0" sldId="256"/>
            <ac:inkMk id="83" creationId="{365B3FD2-53F0-4F1C-8A0A-6358A9F5C18B}"/>
          </ac:inkMkLst>
        </pc:inkChg>
        <pc:inkChg chg="add del mod">
          <ac:chgData name="VIkram Goyal" userId="4529b0165c9307b1" providerId="LiveId" clId="{697E15A4-21D4-47E2-9C79-C70DAE4A1DFB}" dt="2022-01-19T06:21:53.286" v="6393" actId="478"/>
          <ac:inkMkLst>
            <pc:docMk/>
            <pc:sldMk cId="0" sldId="256"/>
            <ac:inkMk id="84" creationId="{DC4912E7-AF33-4F0B-87CE-58710422C8D5}"/>
          </ac:inkMkLst>
        </pc:inkChg>
        <pc:inkChg chg="add del mod">
          <ac:chgData name="VIkram Goyal" userId="4529b0165c9307b1" providerId="LiveId" clId="{697E15A4-21D4-47E2-9C79-C70DAE4A1DFB}" dt="2022-01-19T06:22:09.662" v="6396" actId="478"/>
          <ac:inkMkLst>
            <pc:docMk/>
            <pc:sldMk cId="0" sldId="256"/>
            <ac:inkMk id="85" creationId="{1443D049-A189-43A0-997F-5609C2F3F8B2}"/>
          </ac:inkMkLst>
        </pc:inkChg>
        <pc:inkChg chg="add del mod">
          <ac:chgData name="VIkram Goyal" userId="4529b0165c9307b1" providerId="LiveId" clId="{697E15A4-21D4-47E2-9C79-C70DAE4A1DFB}" dt="2022-01-19T06:21:50.772" v="6392" actId="478"/>
          <ac:inkMkLst>
            <pc:docMk/>
            <pc:sldMk cId="0" sldId="256"/>
            <ac:inkMk id="86" creationId="{6C95A462-667B-48F9-8E33-5CFC085AAF42}"/>
          </ac:inkMkLst>
        </pc:inkChg>
        <pc:inkChg chg="add mod">
          <ac:chgData name="VIkram Goyal" userId="4529b0165c9307b1" providerId="LiveId" clId="{697E15A4-21D4-47E2-9C79-C70DAE4A1DFB}" dt="2021-09-25T06:41:38.477" v="4967"/>
          <ac:inkMkLst>
            <pc:docMk/>
            <pc:sldMk cId="0" sldId="256"/>
            <ac:inkMk id="87" creationId="{45399B3A-91DA-4969-A89E-65CFC299AAEE}"/>
          </ac:inkMkLst>
        </pc:inkChg>
        <pc:inkChg chg="add mod">
          <ac:chgData name="VIkram Goyal" userId="4529b0165c9307b1" providerId="LiveId" clId="{697E15A4-21D4-47E2-9C79-C70DAE4A1DFB}" dt="2021-09-25T06:41:38.477" v="4967"/>
          <ac:inkMkLst>
            <pc:docMk/>
            <pc:sldMk cId="0" sldId="256"/>
            <ac:inkMk id="88" creationId="{94E71D44-F802-4F7C-A468-EA960465A83F}"/>
          </ac:inkMkLst>
        </pc:inkChg>
        <pc:inkChg chg="add mod">
          <ac:chgData name="VIkram Goyal" userId="4529b0165c9307b1" providerId="LiveId" clId="{697E15A4-21D4-47E2-9C79-C70DAE4A1DFB}" dt="2021-09-25T06:41:38.477" v="4967"/>
          <ac:inkMkLst>
            <pc:docMk/>
            <pc:sldMk cId="0" sldId="256"/>
            <ac:inkMk id="89" creationId="{455D224B-A193-4E52-A1DD-91254FCE23F5}"/>
          </ac:inkMkLst>
        </pc:inkChg>
        <pc:inkChg chg="add del mod">
          <ac:chgData name="VIkram Goyal" userId="4529b0165c9307b1" providerId="LiveId" clId="{697E15A4-21D4-47E2-9C79-C70DAE4A1DFB}" dt="2022-01-19T06:21:48.255" v="6391" actId="478"/>
          <ac:inkMkLst>
            <pc:docMk/>
            <pc:sldMk cId="0" sldId="256"/>
            <ac:inkMk id="90" creationId="{2CDE2C1C-51A3-49F1-9B61-CF6F1A9A215D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92" creationId="{B1DFFE29-D135-4A27-AE2D-E13C0630DFE6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94" creationId="{D70FA008-8DD2-4333-A09B-C0B823400766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95" creationId="{A24C619B-FB0B-42E7-8559-D6808D906A35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96" creationId="{CB9653BE-D877-495C-ABF1-FAB52F682B25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97" creationId="{AD7B3891-CF43-46A3-9C3D-BED8EDB06BF2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99" creationId="{6E3A9A4B-54BA-4542-8C1E-A7C9BBBDA898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00" creationId="{7E826CAC-BE3C-462C-84F1-D90506B34CAA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02" creationId="{48F29620-F503-4C12-A685-82F0CFF4659F}"/>
          </ac:inkMkLst>
        </pc:inkChg>
        <pc:inkChg chg="add del mod">
          <ac:chgData name="VIkram Goyal" userId="4529b0165c9307b1" providerId="LiveId" clId="{697E15A4-21D4-47E2-9C79-C70DAE4A1DFB}" dt="2022-01-19T06:21:43.723" v="6389" actId="478"/>
          <ac:inkMkLst>
            <pc:docMk/>
            <pc:sldMk cId="0" sldId="256"/>
            <ac:inkMk id="104" creationId="{C641E291-797D-4534-9C62-3D6E7CBAD63D}"/>
          </ac:inkMkLst>
        </pc:inkChg>
        <pc:inkChg chg="add del mod">
          <ac:chgData name="VIkram Goyal" userId="4529b0165c9307b1" providerId="LiveId" clId="{697E15A4-21D4-47E2-9C79-C70DAE4A1DFB}" dt="2022-01-19T06:21:35.832" v="6386" actId="478"/>
          <ac:inkMkLst>
            <pc:docMk/>
            <pc:sldMk cId="0" sldId="256"/>
            <ac:inkMk id="105" creationId="{ACB077CE-F537-4DFA-BFCD-8877316469AE}"/>
          </ac:inkMkLst>
        </pc:inkChg>
        <pc:inkChg chg="add">
          <ac:chgData name="VIkram Goyal" userId="4529b0165c9307b1" providerId="LiveId" clId="{697E15A4-21D4-47E2-9C79-C70DAE4A1DFB}" dt="2021-09-25T06:40:10.767" v="4909" actId="9405"/>
          <ac:inkMkLst>
            <pc:docMk/>
            <pc:sldMk cId="0" sldId="256"/>
            <ac:inkMk id="108" creationId="{DC513206-B655-4399-BA38-E9ED9C8683DC}"/>
          </ac:inkMkLst>
        </pc:inkChg>
        <pc:inkChg chg="add mod">
          <ac:chgData name="VIkram Goyal" userId="4529b0165c9307b1" providerId="LiveId" clId="{697E15A4-21D4-47E2-9C79-C70DAE4A1DFB}" dt="2021-09-25T06:40:43.328" v="4931"/>
          <ac:inkMkLst>
            <pc:docMk/>
            <pc:sldMk cId="0" sldId="256"/>
            <ac:inkMk id="109" creationId="{26FE9441-FD25-4B2D-91E6-4DB024EB80FF}"/>
          </ac:inkMkLst>
        </pc:inkChg>
        <pc:inkChg chg="add">
          <ac:chgData name="VIkram Goyal" userId="4529b0165c9307b1" providerId="LiveId" clId="{697E15A4-21D4-47E2-9C79-C70DAE4A1DFB}" dt="2021-09-25T06:40:12.576" v="4911" actId="9405"/>
          <ac:inkMkLst>
            <pc:docMk/>
            <pc:sldMk cId="0" sldId="256"/>
            <ac:inkMk id="110" creationId="{850FC4C0-BF6D-43E6-9632-1152E2BBB9AF}"/>
          </ac:inkMkLst>
        </pc:inkChg>
        <pc:inkChg chg="add mod">
          <ac:chgData name="VIkram Goyal" userId="4529b0165c9307b1" providerId="LiveId" clId="{697E15A4-21D4-47E2-9C79-C70DAE4A1DFB}" dt="2021-09-25T06:41:21.192" v="4956"/>
          <ac:inkMkLst>
            <pc:docMk/>
            <pc:sldMk cId="0" sldId="256"/>
            <ac:inkMk id="112" creationId="{B073CE73-AC89-4B97-B7B6-BD191C4C3397}"/>
          </ac:inkMkLst>
        </pc:inkChg>
        <pc:inkChg chg="add">
          <ac:chgData name="VIkram Goyal" userId="4529b0165c9307b1" providerId="LiveId" clId="{697E15A4-21D4-47E2-9C79-C70DAE4A1DFB}" dt="2021-09-25T06:40:35.017" v="4928" actId="9405"/>
          <ac:inkMkLst>
            <pc:docMk/>
            <pc:sldMk cId="0" sldId="256"/>
            <ac:inkMk id="114" creationId="{D36A0046-743E-41B0-A3A1-92A84CF7EF92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15" creationId="{6820976D-92B0-4512-AB35-DC55EBB73DDF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16" creationId="{D1E53D81-604F-49FD-A36C-3576B5718CEB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18" creationId="{2718EB10-996F-470B-B9E5-5875D64E6CCB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20" creationId="{7F67F834-6230-40B1-A522-62F0B4857384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21" creationId="{5CA4CAA2-BFA0-45DB-9F37-2F96F4003D4B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22" creationId="{E1A7D053-10A0-4780-9DE2-76EF7258A659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23" creationId="{C28DD309-5B66-4126-B4CC-3D2DC5512AFB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25" creationId="{1A84C0AD-CB18-4C83-9CE2-012BDA4D3EB5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27" creationId="{2B5C6008-167E-4E6E-A96C-42DCE115657D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28" creationId="{593FA64B-E7E7-4522-81B8-C1EE98B38DF0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30" creationId="{A58F0BDA-89B3-4EEA-A5B2-7213C4AE6528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31" creationId="{4C4EF6C0-F0A1-4613-BD7B-EAC20598E9D5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33" creationId="{C669755F-C1FB-483A-A3E8-DAD6EEA05738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34" creationId="{5FBEBBB7-816A-423D-A880-6585518185F8}"/>
          </ac:inkMkLst>
        </pc:inkChg>
        <pc:inkChg chg="add del">
          <ac:chgData name="VIkram Goyal" userId="4529b0165c9307b1" providerId="LiveId" clId="{697E15A4-21D4-47E2-9C79-C70DAE4A1DFB}" dt="2022-01-19T06:21:46.485" v="6390" actId="478"/>
          <ac:inkMkLst>
            <pc:docMk/>
            <pc:sldMk cId="0" sldId="256"/>
            <ac:inkMk id="136" creationId="{4525945E-D7E6-453A-888E-124C69CAE932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37" creationId="{3F7C0E90-C9DA-4AAD-8306-F96C8073B8F4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38" creationId="{85D658F2-D9D9-417B-BE8D-781E1DB62C5B}"/>
          </ac:inkMkLst>
        </pc:inkChg>
        <pc:inkChg chg="add mod">
          <ac:chgData name="VIkram Goyal" userId="4529b0165c9307b1" providerId="LiveId" clId="{697E15A4-21D4-47E2-9C79-C70DAE4A1DFB}" dt="2021-09-25T06:41:38.477" v="4967"/>
          <ac:inkMkLst>
            <pc:docMk/>
            <pc:sldMk cId="0" sldId="256"/>
            <ac:inkMk id="140" creationId="{8F2B1652-F23A-4B2F-B0FF-6B80541A50CC}"/>
          </ac:inkMkLst>
        </pc:inkChg>
        <pc:inkChg chg="add mod">
          <ac:chgData name="VIkram Goyal" userId="4529b0165c9307b1" providerId="LiveId" clId="{697E15A4-21D4-47E2-9C79-C70DAE4A1DFB}" dt="2021-09-25T06:41:38.477" v="4967"/>
          <ac:inkMkLst>
            <pc:docMk/>
            <pc:sldMk cId="0" sldId="256"/>
            <ac:inkMk id="141" creationId="{2C1C7B8C-9C30-49AB-8D0E-E9538A8753D3}"/>
          </ac:inkMkLst>
        </pc:inkChg>
        <pc:inkChg chg="add mod">
          <ac:chgData name="VIkram Goyal" userId="4529b0165c9307b1" providerId="LiveId" clId="{697E15A4-21D4-47E2-9C79-C70DAE4A1DFB}" dt="2021-09-25T06:41:22.717" v="4959"/>
          <ac:inkMkLst>
            <pc:docMk/>
            <pc:sldMk cId="0" sldId="256"/>
            <ac:inkMk id="143" creationId="{606362FA-3CE7-453E-BCCC-A91E6A863B5E}"/>
          </ac:inkMkLst>
        </pc:inkChg>
        <pc:inkChg chg="add mod">
          <ac:chgData name="VIkram Goyal" userId="4529b0165c9307b1" providerId="LiveId" clId="{697E15A4-21D4-47E2-9C79-C70DAE4A1DFB}" dt="2021-09-25T06:41:22.717" v="4959"/>
          <ac:inkMkLst>
            <pc:docMk/>
            <pc:sldMk cId="0" sldId="256"/>
            <ac:inkMk id="144" creationId="{5F1EE001-B98C-4B74-B4D0-F6FB5F0C600C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46" creationId="{7473D694-4A28-4197-9C30-6B50058FF64E}"/>
          </ac:inkMkLst>
        </pc:inkChg>
        <pc:inkChg chg="add mod">
          <ac:chgData name="VIkram Goyal" userId="4529b0165c9307b1" providerId="LiveId" clId="{697E15A4-21D4-47E2-9C79-C70DAE4A1DFB}" dt="2021-09-25T06:41:28.899" v="4963"/>
          <ac:inkMkLst>
            <pc:docMk/>
            <pc:sldMk cId="0" sldId="256"/>
            <ac:inkMk id="148" creationId="{55738FE0-B2C8-404C-8094-0F48BC33F520}"/>
          </ac:inkMkLst>
        </pc:inkChg>
        <pc:inkChg chg="add">
          <ac:chgData name="VIkram Goyal" userId="4529b0165c9307b1" providerId="LiveId" clId="{697E15A4-21D4-47E2-9C79-C70DAE4A1DFB}" dt="2021-09-25T06:41:31.358" v="4964" actId="9405"/>
          <ac:inkMkLst>
            <pc:docMk/>
            <pc:sldMk cId="0" sldId="256"/>
            <ac:inkMk id="150" creationId="{A770EB36-0C3C-4626-B11D-BEE08DF90DC2}"/>
          </ac:inkMkLst>
        </pc:inkChg>
        <pc:inkChg chg="add mod">
          <ac:chgData name="VIkram Goyal" userId="4529b0165c9307b1" providerId="LiveId" clId="{697E15A4-21D4-47E2-9C79-C70DAE4A1DFB}" dt="2021-09-25T06:41:38.477" v="4967"/>
          <ac:inkMkLst>
            <pc:docMk/>
            <pc:sldMk cId="0" sldId="256"/>
            <ac:inkMk id="151" creationId="{AC1F6267-1E79-4D48-B473-44455375C631}"/>
          </ac:inkMkLst>
        </pc:inkChg>
        <pc:inkChg chg="add mod">
          <ac:chgData name="VIkram Goyal" userId="4529b0165c9307b1" providerId="LiveId" clId="{697E15A4-21D4-47E2-9C79-C70DAE4A1DFB}" dt="2021-09-25T06:41:38.477" v="4967"/>
          <ac:inkMkLst>
            <pc:docMk/>
            <pc:sldMk cId="0" sldId="256"/>
            <ac:inkMk id="152" creationId="{97179CE4-FFA8-4B5E-8656-AAE0253ADEE9}"/>
          </ac:inkMkLst>
        </pc:inkChg>
        <pc:inkChg chg="add del">
          <ac:chgData name="VIkram Goyal" userId="4529b0165c9307b1" providerId="LiveId" clId="{697E15A4-21D4-47E2-9C79-C70DAE4A1DFB}" dt="2022-01-19T06:21:38.342" v="6387" actId="478"/>
          <ac:inkMkLst>
            <pc:docMk/>
            <pc:sldMk cId="0" sldId="256"/>
            <ac:inkMk id="154" creationId="{7DBA3AE7-5F63-458E-B064-E68100AE8953}"/>
          </ac:inkMkLst>
        </pc:inkChg>
      </pc:sldChg>
      <pc:sldChg chg="addSp delSp modSp mod">
        <pc:chgData name="VIkram Goyal" userId="4529b0165c9307b1" providerId="LiveId" clId="{697E15A4-21D4-47E2-9C79-C70DAE4A1DFB}" dt="2022-01-20T03:52:54.247" v="6499"/>
        <pc:sldMkLst>
          <pc:docMk/>
          <pc:sldMk cId="0" sldId="257"/>
        </pc:sldMkLst>
        <pc:spChg chg="mod">
          <ac:chgData name="VIkram Goyal" userId="4529b0165c9307b1" providerId="LiveId" clId="{697E15A4-21D4-47E2-9C79-C70DAE4A1DFB}" dt="2021-01-15T04:23:26.664" v="176" actId="20577"/>
          <ac:spMkLst>
            <pc:docMk/>
            <pc:sldMk cId="0" sldId="257"/>
            <ac:spMk id="67" creationId="{00000000-0000-0000-0000-000000000000}"/>
          </ac:spMkLst>
        </pc:spChg>
        <pc:spChg chg="mod">
          <ac:chgData name="VIkram Goyal" userId="4529b0165c9307b1" providerId="LiveId" clId="{697E15A4-21D4-47E2-9C79-C70DAE4A1DFB}" dt="2021-09-25T05:11:56.756" v="4471" actId="20577"/>
          <ac:spMkLst>
            <pc:docMk/>
            <pc:sldMk cId="0" sldId="257"/>
            <ac:spMk id="68" creationId="{00000000-0000-0000-0000-000000000000}"/>
          </ac:spMkLst>
        </pc:spChg>
        <pc:grpChg chg="del mod">
          <ac:chgData name="VIkram Goyal" userId="4529b0165c9307b1" providerId="LiveId" clId="{697E15A4-21D4-47E2-9C79-C70DAE4A1DFB}" dt="2021-01-15T06:46:41.500" v="877"/>
          <ac:grpSpMkLst>
            <pc:docMk/>
            <pc:sldMk cId="0" sldId="257"/>
            <ac:grpSpMk id="8" creationId="{3A1BCB23-2D8F-43DE-93C1-726E125E8FE0}"/>
          </ac:grpSpMkLst>
        </pc:grpChg>
        <pc:grpChg chg="del mod">
          <ac:chgData name="VIkram Goyal" userId="4529b0165c9307b1" providerId="LiveId" clId="{697E15A4-21D4-47E2-9C79-C70DAE4A1DFB}" dt="2021-01-15T06:47:12.840" v="904"/>
          <ac:grpSpMkLst>
            <pc:docMk/>
            <pc:sldMk cId="0" sldId="257"/>
            <ac:grpSpMk id="10" creationId="{F01CA518-CA77-463A-9455-15119420D85F}"/>
          </ac:grpSpMkLst>
        </pc:grpChg>
        <pc:grpChg chg="del mod">
          <ac:chgData name="VIkram Goyal" userId="4529b0165c9307b1" providerId="LiveId" clId="{697E15A4-21D4-47E2-9C79-C70DAE4A1DFB}" dt="2021-01-15T06:46:50.834" v="891"/>
          <ac:grpSpMkLst>
            <pc:docMk/>
            <pc:sldMk cId="0" sldId="257"/>
            <ac:grpSpMk id="22" creationId="{24D7FF11-7A91-4E1B-A28E-3ED5E24BD5A9}"/>
          </ac:grpSpMkLst>
        </pc:grpChg>
        <pc:grpChg chg="del mod">
          <ac:chgData name="VIkram Goyal" userId="4529b0165c9307b1" providerId="LiveId" clId="{697E15A4-21D4-47E2-9C79-C70DAE4A1DFB}" dt="2021-01-15T06:47:08.389" v="901"/>
          <ac:grpSpMkLst>
            <pc:docMk/>
            <pc:sldMk cId="0" sldId="257"/>
            <ac:grpSpMk id="24" creationId="{7AF1B5ED-1C44-4057-B93D-5A41ED9496DE}"/>
          </ac:grpSpMkLst>
        </pc:grpChg>
        <pc:grpChg chg="del mod">
          <ac:chgData name="VIkram Goyal" userId="4529b0165c9307b1" providerId="LiveId" clId="{697E15A4-21D4-47E2-9C79-C70DAE4A1DFB}" dt="2021-09-25T05:03:18.408" v="4293" actId="478"/>
          <ac:grpSpMkLst>
            <pc:docMk/>
            <pc:sldMk cId="0" sldId="257"/>
            <ac:grpSpMk id="27" creationId="{7253AA9F-E65A-4487-ADEB-B350EC7FF412}"/>
          </ac:grpSpMkLst>
        </pc:grpChg>
        <pc:grpChg chg="del mod">
          <ac:chgData name="VIkram Goyal" userId="4529b0165c9307b1" providerId="LiveId" clId="{697E15A4-21D4-47E2-9C79-C70DAE4A1DFB}" dt="2021-01-15T06:47:14.806" v="907"/>
          <ac:grpSpMkLst>
            <pc:docMk/>
            <pc:sldMk cId="0" sldId="257"/>
            <ac:grpSpMk id="34" creationId="{54A770F4-6F23-404C-BAFF-C7DB1514A852}"/>
          </ac:grpSpMkLst>
        </pc:grpChg>
        <pc:grpChg chg="del mod">
          <ac:chgData name="VIkram Goyal" userId="4529b0165c9307b1" providerId="LiveId" clId="{697E15A4-21D4-47E2-9C79-C70DAE4A1DFB}" dt="2021-01-15T06:47:25.432" v="913"/>
          <ac:grpSpMkLst>
            <pc:docMk/>
            <pc:sldMk cId="0" sldId="257"/>
            <ac:grpSpMk id="37" creationId="{45061401-6E35-4140-9C02-4CB401D9242B}"/>
          </ac:grpSpMkLst>
        </pc:grpChg>
        <pc:grpChg chg="del mod">
          <ac:chgData name="VIkram Goyal" userId="4529b0165c9307b1" providerId="LiveId" clId="{697E15A4-21D4-47E2-9C79-C70DAE4A1DFB}" dt="2021-01-15T06:47:20.933" v="910"/>
          <ac:grpSpMkLst>
            <pc:docMk/>
            <pc:sldMk cId="0" sldId="257"/>
            <ac:grpSpMk id="40" creationId="{B025E770-0124-4786-BC11-4C6D6E8EA5C1}"/>
          </ac:grpSpMkLst>
        </pc:grpChg>
        <pc:grpChg chg="del mod">
          <ac:chgData name="VIkram Goyal" userId="4529b0165c9307b1" providerId="LiveId" clId="{697E15A4-21D4-47E2-9C79-C70DAE4A1DFB}" dt="2021-01-15T06:47:25.432" v="913"/>
          <ac:grpSpMkLst>
            <pc:docMk/>
            <pc:sldMk cId="0" sldId="257"/>
            <ac:grpSpMk id="43" creationId="{BE05150D-D183-4DCC-8399-10DD7AFD58B0}"/>
          </ac:grpSpMkLst>
        </pc:grpChg>
        <pc:grpChg chg="del mod">
          <ac:chgData name="VIkram Goyal" userId="4529b0165c9307b1" providerId="LiveId" clId="{697E15A4-21D4-47E2-9C79-C70DAE4A1DFB}" dt="2021-09-25T05:03:04.957" v="4287" actId="478"/>
          <ac:grpSpMkLst>
            <pc:docMk/>
            <pc:sldMk cId="0" sldId="257"/>
            <ac:grpSpMk id="46" creationId="{3A6F1755-CE02-4EA0-9BAB-643F4DE337C3}"/>
          </ac:grpSpMkLst>
        </pc:grpChg>
        <pc:grpChg chg="del mod">
          <ac:chgData name="VIkram Goyal" userId="4529b0165c9307b1" providerId="LiveId" clId="{697E15A4-21D4-47E2-9C79-C70DAE4A1DFB}" dt="2021-09-25T05:03:06.968" v="4288" actId="478"/>
          <ac:grpSpMkLst>
            <pc:docMk/>
            <pc:sldMk cId="0" sldId="257"/>
            <ac:grpSpMk id="49" creationId="{84D31250-2CC4-4D94-AD1E-0BB719AE5F19}"/>
          </ac:grpSpMkLst>
        </pc:grpChg>
        <pc:grpChg chg="del mod">
          <ac:chgData name="VIkram Goyal" userId="4529b0165c9307b1" providerId="LiveId" clId="{697E15A4-21D4-47E2-9C79-C70DAE4A1DFB}" dt="2021-09-25T05:03:13.219" v="4291" actId="478"/>
          <ac:grpSpMkLst>
            <pc:docMk/>
            <pc:sldMk cId="0" sldId="257"/>
            <ac:grpSpMk id="52" creationId="{D2A4C1D3-BA2C-439A-8B54-4F4AFC2A7109}"/>
          </ac:grpSpMkLst>
        </pc:grpChg>
        <pc:grpChg chg="del mod">
          <ac:chgData name="VIkram Goyal" userId="4529b0165c9307b1" providerId="LiveId" clId="{697E15A4-21D4-47E2-9C79-C70DAE4A1DFB}" dt="2021-09-25T06:31:00.512" v="4713"/>
          <ac:grpSpMkLst>
            <pc:docMk/>
            <pc:sldMk cId="0" sldId="257"/>
            <ac:grpSpMk id="73" creationId="{A95F4D72-5C16-4681-8474-5407F4ED74AA}"/>
          </ac:grpSpMkLst>
        </pc:grpChg>
        <pc:grpChg chg="del mod">
          <ac:chgData name="VIkram Goyal" userId="4529b0165c9307b1" providerId="LiveId" clId="{697E15A4-21D4-47E2-9C79-C70DAE4A1DFB}" dt="2021-09-25T06:31:00.512" v="4713"/>
          <ac:grpSpMkLst>
            <pc:docMk/>
            <pc:sldMk cId="0" sldId="257"/>
            <ac:grpSpMk id="74" creationId="{D3263AB9-9FCC-4F00-97E3-201D323CFB3E}"/>
          </ac:grpSpMkLst>
        </pc:grpChg>
        <pc:grpChg chg="del mod">
          <ac:chgData name="VIkram Goyal" userId="4529b0165c9307b1" providerId="LiveId" clId="{697E15A4-21D4-47E2-9C79-C70DAE4A1DFB}" dt="2021-09-25T06:31:05.765" v="4717"/>
          <ac:grpSpMkLst>
            <pc:docMk/>
            <pc:sldMk cId="0" sldId="257"/>
            <ac:grpSpMk id="78" creationId="{B313CB27-45CD-4390-A56C-F33AAD15060A}"/>
          </ac:grpSpMkLst>
        </pc:grpChg>
        <pc:grpChg chg="del mod">
          <ac:chgData name="VIkram Goyal" userId="4529b0165c9307b1" providerId="LiveId" clId="{697E15A4-21D4-47E2-9C79-C70DAE4A1DFB}" dt="2021-09-25T06:31:11.101" v="4719"/>
          <ac:grpSpMkLst>
            <pc:docMk/>
            <pc:sldMk cId="0" sldId="257"/>
            <ac:grpSpMk id="82" creationId="{563C39B0-629D-4F1A-9185-D3EFEEBB20D4}"/>
          </ac:grpSpMkLst>
        </pc:grpChg>
        <pc:grpChg chg="del mod">
          <ac:chgData name="VIkram Goyal" userId="4529b0165c9307b1" providerId="LiveId" clId="{697E15A4-21D4-47E2-9C79-C70DAE4A1DFB}" dt="2021-09-25T06:31:14.057" v="4722"/>
          <ac:grpSpMkLst>
            <pc:docMk/>
            <pc:sldMk cId="0" sldId="257"/>
            <ac:grpSpMk id="84" creationId="{8127811A-41D6-4E64-9A2A-619A4766E1F0}"/>
          </ac:grpSpMkLst>
        </pc:grpChg>
        <pc:grpChg chg="del mod">
          <ac:chgData name="VIkram Goyal" userId="4529b0165c9307b1" providerId="LiveId" clId="{697E15A4-21D4-47E2-9C79-C70DAE4A1DFB}" dt="2021-09-25T06:31:16.591" v="4724"/>
          <ac:grpSpMkLst>
            <pc:docMk/>
            <pc:sldMk cId="0" sldId="257"/>
            <ac:grpSpMk id="87" creationId="{410EB4C3-A0D6-4EAB-88A6-7DDFD4DA834F}"/>
          </ac:grpSpMkLst>
        </pc:grpChg>
        <pc:grpChg chg="del mod">
          <ac:chgData name="VIkram Goyal" userId="4529b0165c9307b1" providerId="LiveId" clId="{697E15A4-21D4-47E2-9C79-C70DAE4A1DFB}" dt="2021-09-25T06:31:33.039" v="4738"/>
          <ac:grpSpMkLst>
            <pc:docMk/>
            <pc:sldMk cId="0" sldId="257"/>
            <ac:grpSpMk id="89" creationId="{31E71EE7-3A45-4895-ADBF-F58B855CA325}"/>
          </ac:grpSpMkLst>
        </pc:grpChg>
        <pc:grpChg chg="del mod">
          <ac:chgData name="VIkram Goyal" userId="4529b0165c9307b1" providerId="LiveId" clId="{697E15A4-21D4-47E2-9C79-C70DAE4A1DFB}" dt="2021-09-25T06:31:33.039" v="4738"/>
          <ac:grpSpMkLst>
            <pc:docMk/>
            <pc:sldMk cId="0" sldId="257"/>
            <ac:grpSpMk id="97" creationId="{EAC71663-3094-4EED-A38F-109B0AA704B9}"/>
          </ac:grpSpMkLst>
        </pc:grpChg>
        <pc:grpChg chg="del mod">
          <ac:chgData name="VIkram Goyal" userId="4529b0165c9307b1" providerId="LiveId" clId="{697E15A4-21D4-47E2-9C79-C70DAE4A1DFB}" dt="2021-09-25T06:31:56.194" v="4743"/>
          <ac:grpSpMkLst>
            <pc:docMk/>
            <pc:sldMk cId="0" sldId="257"/>
            <ac:grpSpMk id="103" creationId="{B8097121-19B4-4255-8CDF-2171164E15B4}"/>
          </ac:grpSpMkLst>
        </pc:grpChg>
        <pc:grpChg chg="del mod">
          <ac:chgData name="VIkram Goyal" userId="4529b0165c9307b1" providerId="LiveId" clId="{697E15A4-21D4-47E2-9C79-C70DAE4A1DFB}" dt="2021-09-25T06:31:59.879" v="4747"/>
          <ac:grpSpMkLst>
            <pc:docMk/>
            <pc:sldMk cId="0" sldId="257"/>
            <ac:grpSpMk id="108" creationId="{945A1371-0015-4626-970A-D9AC8DE61C00}"/>
          </ac:grpSpMkLst>
        </pc:grpChg>
        <pc:grpChg chg="del mod">
          <ac:chgData name="VIkram Goyal" userId="4529b0165c9307b1" providerId="LiveId" clId="{697E15A4-21D4-47E2-9C79-C70DAE4A1DFB}" dt="2022-01-19T06:23:44.137" v="6415" actId="478"/>
          <ac:grpSpMkLst>
            <pc:docMk/>
            <pc:sldMk cId="0" sldId="257"/>
            <ac:grpSpMk id="112" creationId="{74FBCB23-8B56-442B-AD1B-4594794A031F}"/>
          </ac:grpSpMkLst>
        </pc:grpChg>
        <pc:grpChg chg="del mod">
          <ac:chgData name="VIkram Goyal" userId="4529b0165c9307b1" providerId="LiveId" clId="{697E15A4-21D4-47E2-9C79-C70DAE4A1DFB}" dt="2022-01-19T06:23:47.016" v="6416" actId="478"/>
          <ac:grpSpMkLst>
            <pc:docMk/>
            <pc:sldMk cId="0" sldId="257"/>
            <ac:grpSpMk id="115" creationId="{58DD1E45-4B97-4786-98F4-EA05C6197A6C}"/>
          </ac:grpSpMkLst>
        </pc:grpChg>
        <pc:inkChg chg="add del">
          <ac:chgData name="VIkram Goyal" userId="4529b0165c9307b1" providerId="LiveId" clId="{697E15A4-21D4-47E2-9C79-C70DAE4A1DFB}" dt="2021-09-25T05:03:11.357" v="4290" actId="478"/>
          <ac:inkMkLst>
            <pc:docMk/>
            <pc:sldMk cId="0" sldId="257"/>
            <ac:inkMk id="2" creationId="{C0C144C7-B71F-4F9F-807B-60ED6CEEBBF5}"/>
          </ac:inkMkLst>
        </pc:inkChg>
        <pc:inkChg chg="add">
          <ac:chgData name="VIkram Goyal" userId="4529b0165c9307b1" providerId="LiveId" clId="{697E15A4-21D4-47E2-9C79-C70DAE4A1DFB}" dt="2022-01-20T03:52:54.247" v="6499"/>
          <ac:inkMkLst>
            <pc:docMk/>
            <pc:sldMk cId="0" sldId="257"/>
            <ac:inkMk id="2" creationId="{F32C159A-F11B-4CD5-A74C-30530A9C8173}"/>
          </ac:inkMkLst>
        </pc:inkChg>
        <pc:inkChg chg="add del">
          <ac:chgData name="VIkram Goyal" userId="4529b0165c9307b1" providerId="LiveId" clId="{697E15A4-21D4-47E2-9C79-C70DAE4A1DFB}" dt="2021-09-25T05:03:09.277" v="4289" actId="478"/>
          <ac:inkMkLst>
            <pc:docMk/>
            <pc:sldMk cId="0" sldId="257"/>
            <ac:inkMk id="3" creationId="{4382785B-EA09-4E03-8A92-AE7ABECD1C3E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4" creationId="{79EC528B-546D-4251-9ADA-0F66A370F1DA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5" creationId="{7DDEA441-334F-4BD0-ACDA-AE3063550BAE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6" creationId="{CE87356A-02C0-4765-83A6-0C866ECF6600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7" creationId="{76C02399-A361-486E-A5F6-5BDCD9161C69}"/>
          </ac:inkMkLst>
        </pc:inkChg>
        <pc:inkChg chg="add del">
          <ac:chgData name="VIkram Goyal" userId="4529b0165c9307b1" providerId="LiveId" clId="{697E15A4-21D4-47E2-9C79-C70DAE4A1DFB}" dt="2022-01-19T06:23:35.473" v="6412" actId="478"/>
          <ac:inkMkLst>
            <pc:docMk/>
            <pc:sldMk cId="0" sldId="257"/>
            <ac:inkMk id="8" creationId="{7B44F919-F5E5-4A95-88F3-D1979BD8DC6B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9" creationId="{0C220725-B350-4E74-8775-C7017DF98B85}"/>
          </ac:inkMkLst>
        </pc:inkChg>
        <pc:inkChg chg="add del">
          <ac:chgData name="VIkram Goyal" userId="4529b0165c9307b1" providerId="LiveId" clId="{697E15A4-21D4-47E2-9C79-C70DAE4A1DFB}" dt="2022-01-19T06:23:38.015" v="6413" actId="478"/>
          <ac:inkMkLst>
            <pc:docMk/>
            <pc:sldMk cId="0" sldId="257"/>
            <ac:inkMk id="10" creationId="{FBC2437B-BDDB-42A6-92FD-6A7FB1D87D14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11" creationId="{67E08628-3AB5-4BA2-BBFE-B02A4A5966F9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12" creationId="{BD11A059-73AE-48E4-A513-A3B4BBD02967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13" creationId="{B8A966AC-6132-4EE8-86C3-E70AA1A9A922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14" creationId="{C197DE4C-6D93-4AB3-875E-063E26C90666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15" creationId="{3C12DFF3-E7BE-47A7-B311-27248E7A61D2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16" creationId="{5704DD84-8564-4FC7-8C98-2FF47F879B18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17" creationId="{B81F2B8E-596F-424C-897E-72FE32FFB3A6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18" creationId="{38F2D84B-7D5D-4902-8BC8-70BC2441DD53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19" creationId="{3763DBB2-EEEA-4CB3-AAEE-5BC5075EBE37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20" creationId="{B475FEBD-53EE-4F18-82C8-47D50DB2A9D7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21" creationId="{11885A2C-2541-4FFF-B336-D2F2528C2CB6}"/>
          </ac:inkMkLst>
        </pc:inkChg>
        <pc:inkChg chg="add del">
          <ac:chgData name="VIkram Goyal" userId="4529b0165c9307b1" providerId="LiveId" clId="{697E15A4-21D4-47E2-9C79-C70DAE4A1DFB}" dt="2022-01-19T06:23:40.365" v="6414" actId="478"/>
          <ac:inkMkLst>
            <pc:docMk/>
            <pc:sldMk cId="0" sldId="257"/>
            <ac:inkMk id="22" creationId="{C9D6E874-86E6-404B-A1DC-9CC1A828B8FF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23" creationId="{8E6DEFB0-B0FE-4DCB-884A-A863CC130F54}"/>
          </ac:inkMkLst>
        </pc:inkChg>
        <pc:inkChg chg="add">
          <ac:chgData name="VIkram Goyal" userId="4529b0165c9307b1" providerId="LiveId" clId="{697E15A4-21D4-47E2-9C79-C70DAE4A1DFB}" dt="2021-09-25T06:30:39.169" v="4686" actId="9405"/>
          <ac:inkMkLst>
            <pc:docMk/>
            <pc:sldMk cId="0" sldId="257"/>
            <ac:inkMk id="24" creationId="{D4C0F85F-D6D5-49D5-8EE8-20A636BD844E}"/>
          </ac:inkMkLst>
        </pc:inkChg>
        <pc:inkChg chg="add mod">
          <ac:chgData name="VIkram Goyal" userId="4529b0165c9307b1" providerId="LiveId" clId="{697E15A4-21D4-47E2-9C79-C70DAE4A1DFB}" dt="2021-01-15T06:47:04.283" v="894"/>
          <ac:inkMkLst>
            <pc:docMk/>
            <pc:sldMk cId="0" sldId="257"/>
            <ac:inkMk id="25" creationId="{A3C7D73B-E0F5-4DD4-A286-5B6EBFF9DB5B}"/>
          </ac:inkMkLst>
        </pc:inkChg>
        <pc:inkChg chg="add mod">
          <ac:chgData name="VIkram Goyal" userId="4529b0165c9307b1" providerId="LiveId" clId="{697E15A4-21D4-47E2-9C79-C70DAE4A1DFB}" dt="2021-01-15T06:47:04.283" v="894"/>
          <ac:inkMkLst>
            <pc:docMk/>
            <pc:sldMk cId="0" sldId="257"/>
            <ac:inkMk id="26" creationId="{8F7211A4-2B5B-4FCE-B478-8ACD11B6F8F8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28" creationId="{27E1AEBC-4AB4-4FA2-B0FB-2CB92B6AF2A1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29" creationId="{827900EF-8092-48E8-9C4E-40561A891CB2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30" creationId="{AD662C11-4073-4CA8-BB8C-3ECC29B2FF11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31" creationId="{BE68DA29-4198-497D-BD9D-E11A3F06208F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32" creationId="{E7564453-7906-4A11-BA44-15F8F062DE73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33" creationId="{F7E6B805-9B41-4897-8C8D-5BFC8B2025A9}"/>
          </ac:inkMkLst>
        </pc:inkChg>
        <pc:inkChg chg="add">
          <ac:chgData name="VIkram Goyal" userId="4529b0165c9307b1" providerId="LiveId" clId="{697E15A4-21D4-47E2-9C79-C70DAE4A1DFB}" dt="2021-09-25T06:30:39.739" v="4687" actId="9405"/>
          <ac:inkMkLst>
            <pc:docMk/>
            <pc:sldMk cId="0" sldId="257"/>
            <ac:inkMk id="34" creationId="{85FC02F4-AEB8-49B2-99ED-4971DF1020A1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35" creationId="{3B79CC70-7384-46A3-8F4F-28D5DC15A3E4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36" creationId="{8013F334-57B9-4472-A0D1-BC4DAE8156DF}"/>
          </ac:inkMkLst>
        </pc:inkChg>
        <pc:inkChg chg="add">
          <ac:chgData name="VIkram Goyal" userId="4529b0165c9307b1" providerId="LiveId" clId="{697E15A4-21D4-47E2-9C79-C70DAE4A1DFB}" dt="2021-09-25T06:30:40.133" v="4688" actId="9405"/>
          <ac:inkMkLst>
            <pc:docMk/>
            <pc:sldMk cId="0" sldId="257"/>
            <ac:inkMk id="37" creationId="{1C32A1F0-AD8A-4420-9AC0-E56E5E66C074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38" creationId="{D13E1927-9038-42DA-9B66-D1783072BC1B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39" creationId="{F15D3F7D-EB15-4960-A968-8FFB3FE0EA7C}"/>
          </ac:inkMkLst>
        </pc:inkChg>
        <pc:inkChg chg="add">
          <ac:chgData name="VIkram Goyal" userId="4529b0165c9307b1" providerId="LiveId" clId="{697E15A4-21D4-47E2-9C79-C70DAE4A1DFB}" dt="2021-09-25T06:30:40.461" v="4689" actId="9405"/>
          <ac:inkMkLst>
            <pc:docMk/>
            <pc:sldMk cId="0" sldId="257"/>
            <ac:inkMk id="40" creationId="{E4AA0C5C-B9EF-4950-AF2A-1CD528E15394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41" creationId="{9286BE24-335B-4A4F-8FC1-B06105D8D859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42" creationId="{3893112D-CD3C-477C-85B5-150BD0A95962}"/>
          </ac:inkMkLst>
        </pc:inkChg>
        <pc:inkChg chg="add">
          <ac:chgData name="VIkram Goyal" userId="4529b0165c9307b1" providerId="LiveId" clId="{697E15A4-21D4-47E2-9C79-C70DAE4A1DFB}" dt="2021-09-25T06:30:44.609" v="4690" actId="9405"/>
          <ac:inkMkLst>
            <pc:docMk/>
            <pc:sldMk cId="0" sldId="257"/>
            <ac:inkMk id="43" creationId="{0E7ED857-B2B9-4BA6-8C65-2680E6A74EB8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44" creationId="{D0FCCFF8-B308-4791-93BC-7E5AFB86A6ED}"/>
          </ac:inkMkLst>
        </pc:inkChg>
        <pc:inkChg chg="add mod">
          <ac:chgData name="VIkram Goyal" userId="4529b0165c9307b1" providerId="LiveId" clId="{697E15A4-21D4-47E2-9C79-C70DAE4A1DFB}" dt="2021-01-15T06:47:25.432" v="913"/>
          <ac:inkMkLst>
            <pc:docMk/>
            <pc:sldMk cId="0" sldId="257"/>
            <ac:inkMk id="45" creationId="{8808E16C-CBCB-4C62-B2A1-C69E576A87E9}"/>
          </ac:inkMkLst>
        </pc:inkChg>
        <pc:inkChg chg="add mod">
          <ac:chgData name="VIkram Goyal" userId="4529b0165c9307b1" providerId="LiveId" clId="{697E15A4-21D4-47E2-9C79-C70DAE4A1DFB}" dt="2021-01-15T06:47:37.914" v="916"/>
          <ac:inkMkLst>
            <pc:docMk/>
            <pc:sldMk cId="0" sldId="257"/>
            <ac:inkMk id="47" creationId="{33286049-3CD3-408D-B01F-7CB0D533F7EB}"/>
          </ac:inkMkLst>
        </pc:inkChg>
        <pc:inkChg chg="add mod">
          <ac:chgData name="VIkram Goyal" userId="4529b0165c9307b1" providerId="LiveId" clId="{697E15A4-21D4-47E2-9C79-C70DAE4A1DFB}" dt="2021-01-15T06:47:37.914" v="916"/>
          <ac:inkMkLst>
            <pc:docMk/>
            <pc:sldMk cId="0" sldId="257"/>
            <ac:inkMk id="48" creationId="{FAF8D8D8-36AB-48F9-AE58-38E1720B71CE}"/>
          </ac:inkMkLst>
        </pc:inkChg>
        <pc:inkChg chg="add mod">
          <ac:chgData name="VIkram Goyal" userId="4529b0165c9307b1" providerId="LiveId" clId="{697E15A4-21D4-47E2-9C79-C70DAE4A1DFB}" dt="2021-01-15T06:48:02.924" v="919"/>
          <ac:inkMkLst>
            <pc:docMk/>
            <pc:sldMk cId="0" sldId="257"/>
            <ac:inkMk id="50" creationId="{DE7F0398-3104-4287-858E-9744497C7DA0}"/>
          </ac:inkMkLst>
        </pc:inkChg>
        <pc:inkChg chg="add mod">
          <ac:chgData name="VIkram Goyal" userId="4529b0165c9307b1" providerId="LiveId" clId="{697E15A4-21D4-47E2-9C79-C70DAE4A1DFB}" dt="2021-01-15T06:48:02.924" v="919"/>
          <ac:inkMkLst>
            <pc:docMk/>
            <pc:sldMk cId="0" sldId="257"/>
            <ac:inkMk id="51" creationId="{E063E20C-966F-46A7-AB9A-5BB0C18EA137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53" creationId="{DA9138F3-26B9-4B85-BB94-67AC414D0C28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54" creationId="{78F7F244-1FE4-4A02-ADEF-A4319A870D95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55" creationId="{DA5BC81D-9571-4766-A163-992FD7BE707C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56" creationId="{7A0ABA78-9814-457F-8EFC-9246310D0517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57" creationId="{8413DF75-9807-4696-BFB2-30A6CB68D74E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58" creationId="{A9CFDD89-8C2D-40D8-820B-8199CD9B621E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59" creationId="{33D62884-B82D-4297-BE8F-C09A0561FF03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60" creationId="{20E4732A-5154-4588-8C52-FB22A1EB1B74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61" creationId="{95BC3D8D-767D-4195-9E52-9D16DEC65DAD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62" creationId="{8EDCF080-DC43-4C1D-AC59-ED4B4BD72579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63" creationId="{30E83CEB-D5C2-465D-9117-69D9345D25D3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64" creationId="{29395A52-6E8A-4CB2-8973-900B0657009B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65" creationId="{354F614A-CF7F-43C9-9DE9-53F1D589A15F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66" creationId="{B2E815EF-00DF-4F70-8E19-BC820E7DAC23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69" creationId="{BF78B030-948D-4EFD-ACFB-02A9EC735323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70" creationId="{1016F63C-C883-42F1-9D32-548C5FEB96D5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71" creationId="{01250D67-FD50-46C9-9F05-9668705F7F36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72" creationId="{EC72E92A-878B-461F-B34C-A6343C4529A3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75" creationId="{4BC78026-3F71-4FAC-A489-BD045572707F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76" creationId="{5FEB7B98-EDBA-4570-B123-90D68C01A9E8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77" creationId="{EF348FCF-B330-49A8-B283-E2B5A3CE5B21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79" creationId="{B8FC1D00-D21B-444D-9136-541AF0E442FF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80" creationId="{F2C1D836-6D63-4EC0-8C01-46B4C68ED9EB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81" creationId="{B6CD8959-7AAD-41F5-BE33-82D205F028E7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83" creationId="{960B62D9-660F-45C5-B381-442F287614A4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85" creationId="{4E0CB8B1-1848-4A7E-AC40-E1034E61046B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86" creationId="{88C66D58-1C97-463F-9658-DCD1AE9E2F1B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88" creationId="{3484C1FB-E328-48BB-B784-4423A825CAF9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90" creationId="{CCB8A528-8A34-41C8-B2FA-59518F7D3491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91" creationId="{6E7240E4-582B-41A3-9A4B-AF52E3AF92E3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92" creationId="{3C1498A5-F1A9-4EDF-9E6B-E3BA7C486E67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93" creationId="{4968776D-FECC-4EC3-B257-A66EF5D57DF3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94" creationId="{0774A94A-E4D9-44FE-8208-48AE6D73759B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95" creationId="{BE26D956-2D51-4931-899A-B9B901698D67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96" creationId="{18031357-7968-489D-9E9B-74766D44AB6F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98" creationId="{B00A1D31-A32F-48D5-97F8-6F7B8F44B585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99" creationId="{B1BE4024-82D4-4A46-B729-A5CC79348D58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100" creationId="{0D971FAC-8943-4025-A8A7-CA56860A6621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101" creationId="{9264B932-8DCC-4BD9-A6DA-75CF8EC9B0ED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102" creationId="{465748DE-7327-4972-B49C-68080FFAA3E6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104" creationId="{49C17579-9B81-4042-931A-6B9470CF0339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105" creationId="{CAE10285-715B-4662-9837-6AD364931C19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106" creationId="{8494BCE2-678C-4193-9B26-F5CE3E60EF36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107" creationId="{E7CFEA19-4158-46E6-AEC5-7A4BBF68E5DE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109" creationId="{5E89A235-C070-45BF-B0C0-58F3BA0522E8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110" creationId="{140CA2A7-0275-4E48-BABF-E47AC9BD3A08}"/>
          </ac:inkMkLst>
        </pc:inkChg>
        <pc:inkChg chg="add mod">
          <ac:chgData name="VIkram Goyal" userId="4529b0165c9307b1" providerId="LiveId" clId="{697E15A4-21D4-47E2-9C79-C70DAE4A1DFB}" dt="2021-09-25T06:31:59.879" v="4747"/>
          <ac:inkMkLst>
            <pc:docMk/>
            <pc:sldMk cId="0" sldId="257"/>
            <ac:inkMk id="111" creationId="{810DE83F-6FC9-4284-94EA-94257ED1B965}"/>
          </ac:inkMkLst>
        </pc:inkChg>
        <pc:inkChg chg="add mod">
          <ac:chgData name="VIkram Goyal" userId="4529b0165c9307b1" providerId="LiveId" clId="{697E15A4-21D4-47E2-9C79-C70DAE4A1DFB}" dt="2021-09-25T06:32:04.762" v="4750"/>
          <ac:inkMkLst>
            <pc:docMk/>
            <pc:sldMk cId="0" sldId="257"/>
            <ac:inkMk id="113" creationId="{697D8A9D-F59A-4BEA-85DD-3C55DC73C9A1}"/>
          </ac:inkMkLst>
        </pc:inkChg>
        <pc:inkChg chg="add mod">
          <ac:chgData name="VIkram Goyal" userId="4529b0165c9307b1" providerId="LiveId" clId="{697E15A4-21D4-47E2-9C79-C70DAE4A1DFB}" dt="2021-09-25T06:32:04.762" v="4750"/>
          <ac:inkMkLst>
            <pc:docMk/>
            <pc:sldMk cId="0" sldId="257"/>
            <ac:inkMk id="114" creationId="{C541501D-CF32-404E-BBD3-1BD778813994}"/>
          </ac:inkMkLst>
        </pc:inkChg>
      </pc:sldChg>
      <pc:sldChg chg="addSp delSp modSp mod">
        <pc:chgData name="VIkram Goyal" userId="4529b0165c9307b1" providerId="LiveId" clId="{697E15A4-21D4-47E2-9C79-C70DAE4A1DFB}" dt="2022-01-20T03:52:54.247" v="6499"/>
        <pc:sldMkLst>
          <pc:docMk/>
          <pc:sldMk cId="0" sldId="258"/>
        </pc:sldMkLst>
        <pc:spChg chg="mod">
          <ac:chgData name="VIkram Goyal" userId="4529b0165c9307b1" providerId="LiveId" clId="{697E15A4-21D4-47E2-9C79-C70DAE4A1DFB}" dt="2021-01-15T04:23:35.508" v="185" actId="20577"/>
          <ac:spMkLst>
            <pc:docMk/>
            <pc:sldMk cId="0" sldId="258"/>
            <ac:spMk id="73" creationId="{00000000-0000-0000-0000-000000000000}"/>
          </ac:spMkLst>
        </pc:spChg>
        <pc:spChg chg="mod">
          <ac:chgData name="VIkram Goyal" userId="4529b0165c9307b1" providerId="LiveId" clId="{697E15A4-21D4-47E2-9C79-C70DAE4A1DFB}" dt="2021-09-25T05:12:44.421" v="4503" actId="20577"/>
          <ac:spMkLst>
            <pc:docMk/>
            <pc:sldMk cId="0" sldId="258"/>
            <ac:spMk id="74" creationId="{00000000-0000-0000-0000-000000000000}"/>
          </ac:spMkLst>
        </pc:spChg>
        <pc:grpChg chg="del mod">
          <ac:chgData name="VIkram Goyal" userId="4529b0165c9307b1" providerId="LiveId" clId="{697E15A4-21D4-47E2-9C79-C70DAE4A1DFB}" dt="2021-09-25T05:03:23.238" v="4294" actId="478"/>
          <ac:grpSpMkLst>
            <pc:docMk/>
            <pc:sldMk cId="0" sldId="258"/>
            <ac:grpSpMk id="6" creationId="{08B0BA91-891F-4F5A-9DD7-AA41C83477A4}"/>
          </ac:grpSpMkLst>
        </pc:grpChg>
        <pc:grpChg chg="del mod">
          <ac:chgData name="VIkram Goyal" userId="4529b0165c9307b1" providerId="LiveId" clId="{697E15A4-21D4-47E2-9C79-C70DAE4A1DFB}" dt="2021-09-25T06:32:42.949" v="4794"/>
          <ac:grpSpMkLst>
            <pc:docMk/>
            <pc:sldMk cId="0" sldId="258"/>
            <ac:grpSpMk id="27" creationId="{BD77F616-7EE2-4622-901C-65B67E69C062}"/>
          </ac:grpSpMkLst>
        </pc:grpChg>
        <pc:grpChg chg="del mod">
          <ac:chgData name="VIkram Goyal" userId="4529b0165c9307b1" providerId="LiveId" clId="{697E15A4-21D4-47E2-9C79-C70DAE4A1DFB}" dt="2021-09-25T06:32:37.342" v="4783"/>
          <ac:grpSpMkLst>
            <pc:docMk/>
            <pc:sldMk cId="0" sldId="258"/>
            <ac:grpSpMk id="30" creationId="{B9E4722D-F87D-4C54-A9BF-A0B7D0C2C24A}"/>
          </ac:grpSpMkLst>
        </pc:grpChg>
        <pc:grpChg chg="del mod">
          <ac:chgData name="VIkram Goyal" userId="4529b0165c9307b1" providerId="LiveId" clId="{697E15A4-21D4-47E2-9C79-C70DAE4A1DFB}" dt="2021-09-25T06:32:42.949" v="4794"/>
          <ac:grpSpMkLst>
            <pc:docMk/>
            <pc:sldMk cId="0" sldId="258"/>
            <ac:grpSpMk id="39" creationId="{F08F124F-E054-4809-9E8E-2471885C1245}"/>
          </ac:grpSpMkLst>
        </pc:grpChg>
        <pc:grpChg chg="del mod">
          <ac:chgData name="VIkram Goyal" userId="4529b0165c9307b1" providerId="LiveId" clId="{697E15A4-21D4-47E2-9C79-C70DAE4A1DFB}" dt="2021-09-25T06:32:48.550" v="4799"/>
          <ac:grpSpMkLst>
            <pc:docMk/>
            <pc:sldMk cId="0" sldId="258"/>
            <ac:grpSpMk id="50" creationId="{77D2396E-010C-41EB-8545-62F2DEE3AAD9}"/>
          </ac:grpSpMkLst>
        </pc:grpChg>
        <pc:grpChg chg="del mod">
          <ac:chgData name="VIkram Goyal" userId="4529b0165c9307b1" providerId="LiveId" clId="{697E15A4-21D4-47E2-9C79-C70DAE4A1DFB}" dt="2021-09-25T06:33:06.980" v="4803"/>
          <ac:grpSpMkLst>
            <pc:docMk/>
            <pc:sldMk cId="0" sldId="258"/>
            <ac:grpSpMk id="55" creationId="{91A00BF1-1816-4D05-B2B9-A0B9B7FA0148}"/>
          </ac:grpSpMkLst>
        </pc:grpChg>
        <pc:grpChg chg="del mod">
          <ac:chgData name="VIkram Goyal" userId="4529b0165c9307b1" providerId="LiveId" clId="{697E15A4-21D4-47E2-9C79-C70DAE4A1DFB}" dt="2022-01-19T06:24:00.406" v="6419" actId="478"/>
          <ac:grpSpMkLst>
            <pc:docMk/>
            <pc:sldMk cId="0" sldId="258"/>
            <ac:grpSpMk id="59" creationId="{3A83B653-90D5-4DAB-8F70-74975DC5D895}"/>
          </ac:grpSpMkLst>
        </pc:grpChg>
        <pc:inkChg chg="add mod">
          <ac:chgData name="VIkram Goyal" userId="4529b0165c9307b1" providerId="LiveId" clId="{697E15A4-21D4-47E2-9C79-C70DAE4A1DFB}" dt="2021-01-15T06:48:39.807" v="924"/>
          <ac:inkMkLst>
            <pc:docMk/>
            <pc:sldMk cId="0" sldId="258"/>
            <ac:inkMk id="2" creationId="{9C32F2AD-6E59-439D-AB29-90C5D41B6E26}"/>
          </ac:inkMkLst>
        </pc:inkChg>
        <pc:inkChg chg="add">
          <ac:chgData name="VIkram Goyal" userId="4529b0165c9307b1" providerId="LiveId" clId="{697E15A4-21D4-47E2-9C79-C70DAE4A1DFB}" dt="2022-01-20T03:52:54.247" v="6499"/>
          <ac:inkMkLst>
            <pc:docMk/>
            <pc:sldMk cId="0" sldId="258"/>
            <ac:inkMk id="2" creationId="{F988FE57-CD4B-479C-9231-E4B27A89855C}"/>
          </ac:inkMkLst>
        </pc:inkChg>
        <pc:inkChg chg="add mod">
          <ac:chgData name="VIkram Goyal" userId="4529b0165c9307b1" providerId="LiveId" clId="{697E15A4-21D4-47E2-9C79-C70DAE4A1DFB}" dt="2021-01-15T06:48:39.807" v="924"/>
          <ac:inkMkLst>
            <pc:docMk/>
            <pc:sldMk cId="0" sldId="258"/>
            <ac:inkMk id="3" creationId="{613208AF-88C9-462C-B9C5-7E0767B944F5}"/>
          </ac:inkMkLst>
        </pc:inkChg>
        <pc:inkChg chg="add mod">
          <ac:chgData name="VIkram Goyal" userId="4529b0165c9307b1" providerId="LiveId" clId="{697E15A4-21D4-47E2-9C79-C70DAE4A1DFB}" dt="2021-01-15T06:48:39.807" v="924"/>
          <ac:inkMkLst>
            <pc:docMk/>
            <pc:sldMk cId="0" sldId="258"/>
            <ac:inkMk id="4" creationId="{39505CA4-6EF5-4170-94C8-9E94E38315FB}"/>
          </ac:inkMkLst>
        </pc:inkChg>
        <pc:inkChg chg="add mod">
          <ac:chgData name="VIkram Goyal" userId="4529b0165c9307b1" providerId="LiveId" clId="{697E15A4-21D4-47E2-9C79-C70DAE4A1DFB}" dt="2021-01-15T06:48:39.807" v="924"/>
          <ac:inkMkLst>
            <pc:docMk/>
            <pc:sldMk cId="0" sldId="258"/>
            <ac:inkMk id="5" creationId="{A9CF4FC4-247E-4E6E-A8B1-C52EDF079BCA}"/>
          </ac:inkMkLst>
        </pc:inkChg>
        <pc:inkChg chg="add del">
          <ac:chgData name="VIkram Goyal" userId="4529b0165c9307b1" providerId="LiveId" clId="{697E15A4-21D4-47E2-9C79-C70DAE4A1DFB}" dt="2022-01-19T06:23:54.080" v="6417" actId="478"/>
          <ac:inkMkLst>
            <pc:docMk/>
            <pc:sldMk cId="0" sldId="258"/>
            <ac:inkMk id="7" creationId="{2D7104BD-3F5F-44C7-8F9F-6F829998D9B5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8" creationId="{1E5BD4F8-B137-4962-BD6D-FB97BED54155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9" creationId="{4DD04FC8-9EB4-4030-B277-AD4E0C013460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10" creationId="{A59B3ADE-6D5E-439F-B755-2D037E03D98F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11" creationId="{A483B5E7-CBA5-4537-8EF1-4AAA1432D9E2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12" creationId="{8934A805-AF05-4A8C-A983-9DE07256DE70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13" creationId="{1D0EA2F4-8299-4BBB-853F-28E39C85022C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14" creationId="{5FE26349-9F62-4E47-AFF3-AB49393BAF59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15" creationId="{105CBB60-7CB3-41E2-AA86-9279BE3B8F44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16" creationId="{83DD5CB1-7548-4550-B712-DCA11234A92A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17" creationId="{A4306C2F-37C8-4691-84AB-E100D28429F3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18" creationId="{D30CCAA0-3405-4DCD-AAE0-F1C32383B4BC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19" creationId="{DA748D20-099C-4FF9-89DF-3B6596447796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20" creationId="{2FB86C5C-3D17-4F17-BA16-829B4CADC58D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21" creationId="{147F3E7F-A4BC-4F67-B8FB-E91C72D4D3D9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22" creationId="{16F4AC8C-385C-42DA-9C7B-3D12CCC15171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23" creationId="{21724E3D-C5EC-4F88-A12E-EA321B7986F7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24" creationId="{C2440F50-7712-48A4-B396-53E7658DA929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25" creationId="{9CC1234E-30AD-4291-929E-73E42690C5CA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26" creationId="{09DAF9C6-E8DA-470B-AB53-7D08D7223584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28" creationId="{1ED03A7C-8909-4E3B-A346-7E9E0275A247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29" creationId="{7C9611DB-1453-4CD6-B91E-731A0C24F23F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31" creationId="{2A0FDFC1-DE42-4176-A72F-907E62E2DFC9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32" creationId="{BF007433-A474-49B9-9D39-C9221D7643B7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33" creationId="{0C61B519-E76C-43A4-8626-6AE47077FB95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34" creationId="{33B6DE4B-AEB5-4D9B-B906-9CCACDAE39F4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35" creationId="{7073FDE4-C5CD-4D5E-AEFF-EC4791E92842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36" creationId="{2F6E6BE3-B1DD-4B54-81B6-E59CD71398BB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37" creationId="{9F8BD3FC-8388-4717-B2F3-8EA59B1B6006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38" creationId="{04819FFB-F185-40CA-89D2-0AE6003F7C20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40" creationId="{A6F26ECB-8FB8-4F12-BCD7-6DDEB11161E7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41" creationId="{5C10B0D3-C6DB-449D-9A0A-BEA1D27002C1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42" creationId="{63C8ED57-7987-4017-BD1F-2096E8A8BA44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43" creationId="{33B76E40-9FC5-4DBB-85E9-16ACF06D7F85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44" creationId="{E3875E6C-C5C6-45F7-A553-3A5DF35B107E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45" creationId="{8635F2C8-A4C0-4B40-A457-EB3BF4E69247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46" creationId="{FE6918C1-159A-48E5-80D3-0B1A6EB90FB0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47" creationId="{7B6AA915-E07C-4C4D-A5B4-09DA1F45E4E8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48" creationId="{950DCF08-D816-44F7-BE93-0953F5CB36B4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49" creationId="{CA5E025F-22A3-4423-8E2A-85FB745971E2}"/>
          </ac:inkMkLst>
        </pc:inkChg>
        <pc:inkChg chg="add del">
          <ac:chgData name="VIkram Goyal" userId="4529b0165c9307b1" providerId="LiveId" clId="{697E15A4-21D4-47E2-9C79-C70DAE4A1DFB}" dt="2022-01-19T06:23:56.424" v="6418" actId="478"/>
          <ac:inkMkLst>
            <pc:docMk/>
            <pc:sldMk cId="0" sldId="258"/>
            <ac:inkMk id="51" creationId="{4D185FBE-290B-4582-9137-2C2ECDE5E892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52" creationId="{CD1846F1-A437-43FB-9EA4-C5FD19670A97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53" creationId="{1661B839-BD98-4749-B429-E13A4CDB6C6A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54" creationId="{40D4A50F-232D-402A-A7E3-194E7EA75407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56" creationId="{9D216855-E45D-40BF-8FBD-4BFAEC78E41C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57" creationId="{F8D8DD47-9FF4-4E4D-ADFB-2A2F3C8BD111}"/>
          </ac:inkMkLst>
        </pc:inkChg>
        <pc:inkChg chg="add mod">
          <ac:chgData name="VIkram Goyal" userId="4529b0165c9307b1" providerId="LiveId" clId="{697E15A4-21D4-47E2-9C79-C70DAE4A1DFB}" dt="2021-09-25T06:33:06.980" v="4803"/>
          <ac:inkMkLst>
            <pc:docMk/>
            <pc:sldMk cId="0" sldId="258"/>
            <ac:inkMk id="58" creationId="{6EE1F1AB-0068-4E24-A6A2-58B16C6BC86A}"/>
          </ac:inkMkLst>
        </pc:inkChg>
        <pc:inkChg chg="add del">
          <ac:chgData name="VIkram Goyal" userId="4529b0165c9307b1" providerId="LiveId" clId="{697E15A4-21D4-47E2-9C79-C70DAE4A1DFB}" dt="2022-01-19T06:24:03.303" v="6420" actId="478"/>
          <ac:inkMkLst>
            <pc:docMk/>
            <pc:sldMk cId="0" sldId="258"/>
            <ac:inkMk id="60" creationId="{857F22F3-7748-4A3C-A859-EA73ABEB921A}"/>
          </ac:inkMkLst>
        </pc:inkChg>
      </pc:sldChg>
      <pc:sldChg chg="addSp delSp modSp mod">
        <pc:chgData name="VIkram Goyal" userId="4529b0165c9307b1" providerId="LiveId" clId="{697E15A4-21D4-47E2-9C79-C70DAE4A1DFB}" dt="2022-01-20T03:52:54.247" v="6499"/>
        <pc:sldMkLst>
          <pc:docMk/>
          <pc:sldMk cId="0" sldId="259"/>
        </pc:sldMkLst>
        <pc:spChg chg="mod">
          <ac:chgData name="VIkram Goyal" userId="4529b0165c9307b1" providerId="LiveId" clId="{697E15A4-21D4-47E2-9C79-C70DAE4A1DFB}" dt="2021-09-25T05:12:52.659" v="4504" actId="5793"/>
          <ac:spMkLst>
            <pc:docMk/>
            <pc:sldMk cId="0" sldId="259"/>
            <ac:spMk id="80" creationId="{00000000-0000-0000-0000-000000000000}"/>
          </ac:spMkLst>
        </pc:spChg>
        <pc:grpChg chg="del mod">
          <ac:chgData name="VIkram Goyal" userId="4529b0165c9307b1" providerId="LiveId" clId="{697E15A4-21D4-47E2-9C79-C70DAE4A1DFB}" dt="2021-09-25T05:03:50.448" v="4300" actId="478"/>
          <ac:grpSpMkLst>
            <pc:docMk/>
            <pc:sldMk cId="0" sldId="259"/>
            <ac:grpSpMk id="5" creationId="{F929019C-C23F-4462-8781-9B2C136992F6}"/>
          </ac:grpSpMkLst>
        </pc:grpChg>
        <pc:grpChg chg="del mod">
          <ac:chgData name="VIkram Goyal" userId="4529b0165c9307b1" providerId="LiveId" clId="{697E15A4-21D4-47E2-9C79-C70DAE4A1DFB}" dt="2021-01-15T06:50:19.876" v="936"/>
          <ac:grpSpMkLst>
            <pc:docMk/>
            <pc:sldMk cId="0" sldId="259"/>
            <ac:grpSpMk id="11" creationId="{57F82B89-CFE7-4AFA-9366-9DBBC9C4C0BC}"/>
          </ac:grpSpMkLst>
        </pc:grpChg>
        <pc:grpChg chg="del mod">
          <ac:chgData name="VIkram Goyal" userId="4529b0165c9307b1" providerId="LiveId" clId="{697E15A4-21D4-47E2-9C79-C70DAE4A1DFB}" dt="2021-01-15T06:50:23.126" v="941"/>
          <ac:grpSpMkLst>
            <pc:docMk/>
            <pc:sldMk cId="0" sldId="259"/>
            <ac:grpSpMk id="13" creationId="{EDE5D810-E973-4A57-ADC4-56D368BD1FE8}"/>
          </ac:grpSpMkLst>
        </pc:grpChg>
        <pc:grpChg chg="del mod">
          <ac:chgData name="VIkram Goyal" userId="4529b0165c9307b1" providerId="LiveId" clId="{697E15A4-21D4-47E2-9C79-C70DAE4A1DFB}" dt="2021-01-15T06:50:54.661" v="977"/>
          <ac:grpSpMkLst>
            <pc:docMk/>
            <pc:sldMk cId="0" sldId="259"/>
            <ac:grpSpMk id="18" creationId="{9AD6F90E-D926-41A1-9F2B-73A4E679AF13}"/>
          </ac:grpSpMkLst>
        </pc:grpChg>
        <pc:grpChg chg="del mod">
          <ac:chgData name="VIkram Goyal" userId="4529b0165c9307b1" providerId="LiveId" clId="{697E15A4-21D4-47E2-9C79-C70DAE4A1DFB}" dt="2021-01-15T06:50:26.581" v="948"/>
          <ac:grpSpMkLst>
            <pc:docMk/>
            <pc:sldMk cId="0" sldId="259"/>
            <ac:grpSpMk id="22" creationId="{291E830D-DF0A-47BF-89D8-84883C0893A2}"/>
          </ac:grpSpMkLst>
        </pc:grpChg>
        <pc:grpChg chg="del mod">
          <ac:chgData name="VIkram Goyal" userId="4529b0165c9307b1" providerId="LiveId" clId="{697E15A4-21D4-47E2-9C79-C70DAE4A1DFB}" dt="2021-01-15T06:50:29.126" v="953"/>
          <ac:grpSpMkLst>
            <pc:docMk/>
            <pc:sldMk cId="0" sldId="259"/>
            <ac:grpSpMk id="25" creationId="{16ABDC80-E9FD-4344-B9ED-A14155D13525}"/>
          </ac:grpSpMkLst>
        </pc:grpChg>
        <pc:grpChg chg="del mod">
          <ac:chgData name="VIkram Goyal" userId="4529b0165c9307b1" providerId="LiveId" clId="{697E15A4-21D4-47E2-9C79-C70DAE4A1DFB}" dt="2021-01-15T06:51:25.703" v="1012"/>
          <ac:grpSpMkLst>
            <pc:docMk/>
            <pc:sldMk cId="0" sldId="259"/>
            <ac:grpSpMk id="30" creationId="{9D8C43E8-4D30-48A5-846C-3E23CED66D00}"/>
          </ac:grpSpMkLst>
        </pc:grpChg>
        <pc:grpChg chg="del mod">
          <ac:chgData name="VIkram Goyal" userId="4529b0165c9307b1" providerId="LiveId" clId="{697E15A4-21D4-47E2-9C79-C70DAE4A1DFB}" dt="2021-01-15T06:57:03.597" v="1147"/>
          <ac:grpSpMkLst>
            <pc:docMk/>
            <pc:sldMk cId="0" sldId="259"/>
            <ac:grpSpMk id="35" creationId="{F382B00A-E52A-4D4D-BF71-C2A857702704}"/>
          </ac:grpSpMkLst>
        </pc:grpChg>
        <pc:grpChg chg="del mod">
          <ac:chgData name="VIkram Goyal" userId="4529b0165c9307b1" providerId="LiveId" clId="{697E15A4-21D4-47E2-9C79-C70DAE4A1DFB}" dt="2021-01-15T06:50:54.661" v="977"/>
          <ac:grpSpMkLst>
            <pc:docMk/>
            <pc:sldMk cId="0" sldId="259"/>
            <ac:grpSpMk id="54" creationId="{06FC4EC4-EC7B-4849-9B03-599E5B739398}"/>
          </ac:grpSpMkLst>
        </pc:grpChg>
        <pc:grpChg chg="del mod">
          <ac:chgData name="VIkram Goyal" userId="4529b0165c9307b1" providerId="LiveId" clId="{697E15A4-21D4-47E2-9C79-C70DAE4A1DFB}" dt="2021-09-25T06:44:47.419" v="5084"/>
          <ac:grpSpMkLst>
            <pc:docMk/>
            <pc:sldMk cId="0" sldId="259"/>
            <ac:grpSpMk id="55" creationId="{2DBE490A-E211-461D-8088-02F1FF5B8EDE}"/>
          </ac:grpSpMkLst>
        </pc:grpChg>
        <pc:grpChg chg="del mod">
          <ac:chgData name="VIkram Goyal" userId="4529b0165c9307b1" providerId="LiveId" clId="{697E15A4-21D4-47E2-9C79-C70DAE4A1DFB}" dt="2021-01-15T06:51:25.703" v="1012"/>
          <ac:grpSpMkLst>
            <pc:docMk/>
            <pc:sldMk cId="0" sldId="259"/>
            <ac:grpSpMk id="55" creationId="{C8B84514-C43C-4AD2-A370-24EAF5DE6C10}"/>
          </ac:grpSpMkLst>
        </pc:grpChg>
        <pc:grpChg chg="del mod">
          <ac:chgData name="VIkram Goyal" userId="4529b0165c9307b1" providerId="LiveId" clId="{697E15A4-21D4-47E2-9C79-C70DAE4A1DFB}" dt="2021-01-15T06:51:25.703" v="1012"/>
          <ac:grpSpMkLst>
            <pc:docMk/>
            <pc:sldMk cId="0" sldId="259"/>
            <ac:grpSpMk id="61" creationId="{54033F7E-B60F-42FD-BB63-C468380724B9}"/>
          </ac:grpSpMkLst>
        </pc:grpChg>
        <pc:grpChg chg="del mod">
          <ac:chgData name="VIkram Goyal" userId="4529b0165c9307b1" providerId="LiveId" clId="{697E15A4-21D4-47E2-9C79-C70DAE4A1DFB}" dt="2021-01-15T06:51:05.528" v="992"/>
          <ac:grpSpMkLst>
            <pc:docMk/>
            <pc:sldMk cId="0" sldId="259"/>
            <ac:grpSpMk id="67" creationId="{BE04EBEB-CF72-4AED-B795-F6D9480C50B4}"/>
          </ac:grpSpMkLst>
        </pc:grpChg>
        <pc:grpChg chg="del mod">
          <ac:chgData name="VIkram Goyal" userId="4529b0165c9307b1" providerId="LiveId" clId="{697E15A4-21D4-47E2-9C79-C70DAE4A1DFB}" dt="2021-01-15T06:51:25.703" v="1012"/>
          <ac:grpSpMkLst>
            <pc:docMk/>
            <pc:sldMk cId="0" sldId="259"/>
            <ac:grpSpMk id="70" creationId="{1A719AC4-E269-4609-9A04-9617D633E9E3}"/>
          </ac:grpSpMkLst>
        </pc:grpChg>
        <pc:grpChg chg="del mod">
          <ac:chgData name="VIkram Goyal" userId="4529b0165c9307b1" providerId="LiveId" clId="{697E15A4-21D4-47E2-9C79-C70DAE4A1DFB}" dt="2021-01-15T06:51:25.703" v="1012"/>
          <ac:grpSpMkLst>
            <pc:docMk/>
            <pc:sldMk cId="0" sldId="259"/>
            <ac:grpSpMk id="74" creationId="{044C4F61-2395-458A-B386-3865E34D8771}"/>
          </ac:grpSpMkLst>
        </pc:grpChg>
        <pc:grpChg chg="del mod">
          <ac:chgData name="VIkram Goyal" userId="4529b0165c9307b1" providerId="LiveId" clId="{697E15A4-21D4-47E2-9C79-C70DAE4A1DFB}" dt="2021-01-15T06:51:36.450" v="1024"/>
          <ac:grpSpMkLst>
            <pc:docMk/>
            <pc:sldMk cId="0" sldId="259"/>
            <ac:grpSpMk id="92" creationId="{3B8C23A2-1EB9-4CD3-92DA-6D45CDF8BDA6}"/>
          </ac:grpSpMkLst>
        </pc:grpChg>
        <pc:grpChg chg="del mod">
          <ac:chgData name="VIkram Goyal" userId="4529b0165c9307b1" providerId="LiveId" clId="{697E15A4-21D4-47E2-9C79-C70DAE4A1DFB}" dt="2021-01-15T06:51:36.450" v="1024"/>
          <ac:grpSpMkLst>
            <pc:docMk/>
            <pc:sldMk cId="0" sldId="259"/>
            <ac:grpSpMk id="95" creationId="{E46D839E-3AB3-4953-9955-8ECC4C0DF47C}"/>
          </ac:grpSpMkLst>
        </pc:grpChg>
        <pc:grpChg chg="del mod">
          <ac:chgData name="VIkram Goyal" userId="4529b0165c9307b1" providerId="LiveId" clId="{697E15A4-21D4-47E2-9C79-C70DAE4A1DFB}" dt="2021-01-15T06:51:44.132" v="1036"/>
          <ac:grpSpMkLst>
            <pc:docMk/>
            <pc:sldMk cId="0" sldId="259"/>
            <ac:grpSpMk id="104" creationId="{1DF4624E-472D-4F31-ADC4-63672533A95C}"/>
          </ac:grpSpMkLst>
        </pc:grpChg>
        <pc:grpChg chg="del mod">
          <ac:chgData name="VIkram Goyal" userId="4529b0165c9307b1" providerId="LiveId" clId="{697E15A4-21D4-47E2-9C79-C70DAE4A1DFB}" dt="2021-01-15T06:51:44.132" v="1036"/>
          <ac:grpSpMkLst>
            <pc:docMk/>
            <pc:sldMk cId="0" sldId="259"/>
            <ac:grpSpMk id="109" creationId="{EEF7F2A4-22F0-4B1A-BBA3-3322D682A185}"/>
          </ac:grpSpMkLst>
        </pc:grpChg>
        <pc:grpChg chg="del mod">
          <ac:chgData name="VIkram Goyal" userId="4529b0165c9307b1" providerId="LiveId" clId="{697E15A4-21D4-47E2-9C79-C70DAE4A1DFB}" dt="2021-01-15T06:51:47.550" v="1044"/>
          <ac:grpSpMkLst>
            <pc:docMk/>
            <pc:sldMk cId="0" sldId="259"/>
            <ac:grpSpMk id="116" creationId="{2378742A-AE03-492D-8758-4231DAE35206}"/>
          </ac:grpSpMkLst>
        </pc:grpChg>
        <pc:grpChg chg="del mod">
          <ac:chgData name="VIkram Goyal" userId="4529b0165c9307b1" providerId="LiveId" clId="{697E15A4-21D4-47E2-9C79-C70DAE4A1DFB}" dt="2021-09-25T06:45:05.828" v="5116"/>
          <ac:grpSpMkLst>
            <pc:docMk/>
            <pc:sldMk cId="0" sldId="259"/>
            <ac:grpSpMk id="116" creationId="{8CBAF8F3-68F8-46DB-B46D-5D59F8FD8CA2}"/>
          </ac:grpSpMkLst>
        </pc:grpChg>
        <pc:grpChg chg="del mod">
          <ac:chgData name="VIkram Goyal" userId="4529b0165c9307b1" providerId="LiveId" clId="{697E15A4-21D4-47E2-9C79-C70DAE4A1DFB}" dt="2021-01-15T06:52:02.929" v="1047"/>
          <ac:grpSpMkLst>
            <pc:docMk/>
            <pc:sldMk cId="0" sldId="259"/>
            <ac:grpSpMk id="124" creationId="{63CE9005-B1FC-4389-8AA8-7B3D24F11AC9}"/>
          </ac:grpSpMkLst>
        </pc:grpChg>
        <pc:grpChg chg="del mod">
          <ac:chgData name="VIkram Goyal" userId="4529b0165c9307b1" providerId="LiveId" clId="{697E15A4-21D4-47E2-9C79-C70DAE4A1DFB}" dt="2021-01-15T06:52:40.868" v="1053"/>
          <ac:grpSpMkLst>
            <pc:docMk/>
            <pc:sldMk cId="0" sldId="259"/>
            <ac:grpSpMk id="127" creationId="{27DE08F7-0003-4431-8AF9-3A8D5885C942}"/>
          </ac:grpSpMkLst>
        </pc:grpChg>
        <pc:grpChg chg="del mod">
          <ac:chgData name="VIkram Goyal" userId="4529b0165c9307b1" providerId="LiveId" clId="{697E15A4-21D4-47E2-9C79-C70DAE4A1DFB}" dt="2021-01-15T06:52:40.868" v="1053"/>
          <ac:grpSpMkLst>
            <pc:docMk/>
            <pc:sldMk cId="0" sldId="259"/>
            <ac:grpSpMk id="130" creationId="{71945D7A-8C8B-4B92-91CD-EC1DAA3285DD}"/>
          </ac:grpSpMkLst>
        </pc:grpChg>
        <pc:grpChg chg="del mod">
          <ac:chgData name="VIkram Goyal" userId="4529b0165c9307b1" providerId="LiveId" clId="{697E15A4-21D4-47E2-9C79-C70DAE4A1DFB}" dt="2021-01-15T06:53:33.168" v="1081"/>
          <ac:grpSpMkLst>
            <pc:docMk/>
            <pc:sldMk cId="0" sldId="259"/>
            <ac:grpSpMk id="133" creationId="{04E7A126-B678-46E3-BB7E-058794158E2B}"/>
          </ac:grpSpMkLst>
        </pc:grpChg>
        <pc:grpChg chg="del mod">
          <ac:chgData name="VIkram Goyal" userId="4529b0165c9307b1" providerId="LiveId" clId="{697E15A4-21D4-47E2-9C79-C70DAE4A1DFB}" dt="2021-01-15T06:52:57.918" v="1072"/>
          <ac:grpSpMkLst>
            <pc:docMk/>
            <pc:sldMk cId="0" sldId="259"/>
            <ac:grpSpMk id="144" creationId="{BF4074AB-688B-447F-BFE2-25AB351A4C9A}"/>
          </ac:grpSpMkLst>
        </pc:grpChg>
        <pc:grpChg chg="del mod">
          <ac:chgData name="VIkram Goyal" userId="4529b0165c9307b1" providerId="LiveId" clId="{697E15A4-21D4-47E2-9C79-C70DAE4A1DFB}" dt="2021-01-15T06:53:33.168" v="1081"/>
          <ac:grpSpMkLst>
            <pc:docMk/>
            <pc:sldMk cId="0" sldId="259"/>
            <ac:grpSpMk id="147" creationId="{5FB904E5-0236-4128-83B9-3BCD75CE82CB}"/>
          </ac:grpSpMkLst>
        </pc:grpChg>
        <pc:grpChg chg="del mod">
          <ac:chgData name="VIkram Goyal" userId="4529b0165c9307b1" providerId="LiveId" clId="{697E15A4-21D4-47E2-9C79-C70DAE4A1DFB}" dt="2021-01-15T06:53:33.168" v="1081"/>
          <ac:grpSpMkLst>
            <pc:docMk/>
            <pc:sldMk cId="0" sldId="259"/>
            <ac:grpSpMk id="152" creationId="{2895631B-6F42-425E-B0C2-922686F816D0}"/>
          </ac:grpSpMkLst>
        </pc:grpChg>
        <pc:grpChg chg="del mod">
          <ac:chgData name="VIkram Goyal" userId="4529b0165c9307b1" providerId="LiveId" clId="{697E15A4-21D4-47E2-9C79-C70DAE4A1DFB}" dt="2021-01-15T06:53:33.168" v="1081"/>
          <ac:grpSpMkLst>
            <pc:docMk/>
            <pc:sldMk cId="0" sldId="259"/>
            <ac:grpSpMk id="159" creationId="{2FB776E6-B122-4EDD-B795-44702A961990}"/>
          </ac:grpSpMkLst>
        </pc:grpChg>
        <pc:grpChg chg="del mod">
          <ac:chgData name="VIkram Goyal" userId="4529b0165c9307b1" providerId="LiveId" clId="{697E15A4-21D4-47E2-9C79-C70DAE4A1DFB}" dt="2021-01-15T06:53:37.131" v="1084"/>
          <ac:grpSpMkLst>
            <pc:docMk/>
            <pc:sldMk cId="0" sldId="259"/>
            <ac:grpSpMk id="161" creationId="{C8457876-41C7-4977-A35A-B37B40F55BA0}"/>
          </ac:grpSpMkLst>
        </pc:grpChg>
        <pc:grpChg chg="del mod">
          <ac:chgData name="VIkram Goyal" userId="4529b0165c9307b1" providerId="LiveId" clId="{697E15A4-21D4-47E2-9C79-C70DAE4A1DFB}" dt="2021-01-15T06:53:56.510" v="1089"/>
          <ac:grpSpMkLst>
            <pc:docMk/>
            <pc:sldMk cId="0" sldId="259"/>
            <ac:grpSpMk id="164" creationId="{AB5865DC-8CB0-4008-9321-42EAE1C43D70}"/>
          </ac:grpSpMkLst>
        </pc:grpChg>
        <pc:grpChg chg="del mod">
          <ac:chgData name="VIkram Goyal" userId="4529b0165c9307b1" providerId="LiveId" clId="{697E15A4-21D4-47E2-9C79-C70DAE4A1DFB}" dt="2021-01-15T06:54:22.232" v="1091"/>
          <ac:grpSpMkLst>
            <pc:docMk/>
            <pc:sldMk cId="0" sldId="259"/>
            <ac:grpSpMk id="169" creationId="{6B09E64E-819E-42E4-90E5-8E9DD6A370FB}"/>
          </ac:grpSpMkLst>
        </pc:grpChg>
        <pc:grpChg chg="del mod">
          <ac:chgData name="VIkram Goyal" userId="4529b0165c9307b1" providerId="LiveId" clId="{697E15A4-21D4-47E2-9C79-C70DAE4A1DFB}" dt="2021-01-15T06:54:23.223" v="1093"/>
          <ac:grpSpMkLst>
            <pc:docMk/>
            <pc:sldMk cId="0" sldId="259"/>
            <ac:grpSpMk id="171" creationId="{64AD5785-58D3-4763-B7AA-8DEC732898E2}"/>
          </ac:grpSpMkLst>
        </pc:grpChg>
        <pc:grpChg chg="del mod">
          <ac:chgData name="VIkram Goyal" userId="4529b0165c9307b1" providerId="LiveId" clId="{697E15A4-21D4-47E2-9C79-C70DAE4A1DFB}" dt="2021-01-15T06:57:03.597" v="1147"/>
          <ac:grpSpMkLst>
            <pc:docMk/>
            <pc:sldMk cId="0" sldId="259"/>
            <ac:grpSpMk id="173" creationId="{13FC4BF7-8D7B-452B-BADC-1BE408EADDA2}"/>
          </ac:grpSpMkLst>
        </pc:grpChg>
        <pc:grpChg chg="del mod">
          <ac:chgData name="VIkram Goyal" userId="4529b0165c9307b1" providerId="LiveId" clId="{697E15A4-21D4-47E2-9C79-C70DAE4A1DFB}" dt="2021-01-15T06:54:41.588" v="1116"/>
          <ac:grpSpMkLst>
            <pc:docMk/>
            <pc:sldMk cId="0" sldId="259"/>
            <ac:grpSpMk id="191" creationId="{F13BFCD8-2E8E-4E50-B946-FDC7F5A09D35}"/>
          </ac:grpSpMkLst>
        </pc:grpChg>
        <pc:grpChg chg="del mod">
          <ac:chgData name="VIkram Goyal" userId="4529b0165c9307b1" providerId="LiveId" clId="{697E15A4-21D4-47E2-9C79-C70DAE4A1DFB}" dt="2021-01-15T06:54:45.677" v="1120"/>
          <ac:grpSpMkLst>
            <pc:docMk/>
            <pc:sldMk cId="0" sldId="259"/>
            <ac:grpSpMk id="196" creationId="{7CB1017B-F6E4-4DCE-9E4C-F2FB048B5CA9}"/>
          </ac:grpSpMkLst>
        </pc:grpChg>
        <pc:grpChg chg="del mod">
          <ac:chgData name="VIkram Goyal" userId="4529b0165c9307b1" providerId="LiveId" clId="{697E15A4-21D4-47E2-9C79-C70DAE4A1DFB}" dt="2021-01-15T06:54:49.100" v="1122"/>
          <ac:grpSpMkLst>
            <pc:docMk/>
            <pc:sldMk cId="0" sldId="259"/>
            <ac:grpSpMk id="200" creationId="{0DE4C082-CDCF-4EB4-8870-7327071E219C}"/>
          </ac:grpSpMkLst>
        </pc:grpChg>
        <pc:grpChg chg="del mod">
          <ac:chgData name="VIkram Goyal" userId="4529b0165c9307b1" providerId="LiveId" clId="{697E15A4-21D4-47E2-9C79-C70DAE4A1DFB}" dt="2021-01-15T06:54:53.112" v="1127"/>
          <ac:grpSpMkLst>
            <pc:docMk/>
            <pc:sldMk cId="0" sldId="259"/>
            <ac:grpSpMk id="202" creationId="{547E4DEE-659E-483A-B6FA-04DD2028EDBD}"/>
          </ac:grpSpMkLst>
        </pc:grpChg>
        <pc:grpChg chg="del mod">
          <ac:chgData name="VIkram Goyal" userId="4529b0165c9307b1" providerId="LiveId" clId="{697E15A4-21D4-47E2-9C79-C70DAE4A1DFB}" dt="2021-01-15T06:54:56.058" v="1132"/>
          <ac:grpSpMkLst>
            <pc:docMk/>
            <pc:sldMk cId="0" sldId="259"/>
            <ac:grpSpMk id="207" creationId="{318BBD7B-092A-49DC-A629-C0C47C276C65}"/>
          </ac:grpSpMkLst>
        </pc:grpChg>
        <pc:grpChg chg="del mod">
          <ac:chgData name="VIkram Goyal" userId="4529b0165c9307b1" providerId="LiveId" clId="{697E15A4-21D4-47E2-9C79-C70DAE4A1DFB}" dt="2021-01-15T06:54:59.304" v="1136"/>
          <ac:grpSpMkLst>
            <pc:docMk/>
            <pc:sldMk cId="0" sldId="259"/>
            <ac:grpSpMk id="212" creationId="{7316731C-84B8-4127-BD54-FE4EE24DA491}"/>
          </ac:grpSpMkLst>
        </pc:grpChg>
        <pc:grpChg chg="del mod">
          <ac:chgData name="VIkram Goyal" userId="4529b0165c9307b1" providerId="LiveId" clId="{697E15A4-21D4-47E2-9C79-C70DAE4A1DFB}" dt="2021-01-15T06:55:04.254" v="1142"/>
          <ac:grpSpMkLst>
            <pc:docMk/>
            <pc:sldMk cId="0" sldId="259"/>
            <ac:grpSpMk id="216" creationId="{06E9BD59-88B7-449B-BF07-6BC664C2E7F5}"/>
          </ac:grpSpMkLst>
        </pc:grpChg>
        <pc:grpChg chg="del mod">
          <ac:chgData name="VIkram Goyal" userId="4529b0165c9307b1" providerId="LiveId" clId="{697E15A4-21D4-47E2-9C79-C70DAE4A1DFB}" dt="2021-01-15T06:55:06.634" v="1144"/>
          <ac:grpSpMkLst>
            <pc:docMk/>
            <pc:sldMk cId="0" sldId="259"/>
            <ac:grpSpMk id="222" creationId="{6A933950-F4D6-4684-BF79-AD4D0B4D82F5}"/>
          </ac:grpSpMkLst>
        </pc:grpChg>
        <pc:grpChg chg="del mod">
          <ac:chgData name="VIkram Goyal" userId="4529b0165c9307b1" providerId="LiveId" clId="{697E15A4-21D4-47E2-9C79-C70DAE4A1DFB}" dt="2021-01-15T06:57:03.597" v="1147"/>
          <ac:grpSpMkLst>
            <pc:docMk/>
            <pc:sldMk cId="0" sldId="259"/>
            <ac:grpSpMk id="224" creationId="{B4E5CA3B-ABEF-4F19-B394-DEB01C006B3A}"/>
          </ac:grpSpMkLst>
        </pc:grpChg>
        <pc:grpChg chg="del mod">
          <ac:chgData name="VIkram Goyal" userId="4529b0165c9307b1" providerId="LiveId" clId="{697E15A4-21D4-47E2-9C79-C70DAE4A1DFB}" dt="2021-01-15T06:57:05.958" v="1150"/>
          <ac:grpSpMkLst>
            <pc:docMk/>
            <pc:sldMk cId="0" sldId="259"/>
            <ac:grpSpMk id="227" creationId="{915E635F-38D3-485A-899C-E10F3E42271D}"/>
          </ac:grpSpMkLst>
        </pc:grpChg>
        <pc:grpChg chg="del mod">
          <ac:chgData name="VIkram Goyal" userId="4529b0165c9307b1" providerId="LiveId" clId="{697E15A4-21D4-47E2-9C79-C70DAE4A1DFB}" dt="2021-01-15T06:58:09.496" v="1152"/>
          <ac:grpSpMkLst>
            <pc:docMk/>
            <pc:sldMk cId="0" sldId="259"/>
            <ac:grpSpMk id="230" creationId="{B94140E6-68F9-4183-9367-C9C2D9F812A9}"/>
          </ac:grpSpMkLst>
        </pc:grpChg>
        <pc:grpChg chg="del mod">
          <ac:chgData name="VIkram Goyal" userId="4529b0165c9307b1" providerId="LiveId" clId="{697E15A4-21D4-47E2-9C79-C70DAE4A1DFB}" dt="2021-01-15T06:58:16.476" v="1158"/>
          <ac:grpSpMkLst>
            <pc:docMk/>
            <pc:sldMk cId="0" sldId="259"/>
            <ac:grpSpMk id="232" creationId="{91681A06-044D-49A0-B5D3-503F48E8BEDE}"/>
          </ac:grpSpMkLst>
        </pc:grpChg>
        <pc:grpChg chg="del mod">
          <ac:chgData name="VIkram Goyal" userId="4529b0165c9307b1" providerId="LiveId" clId="{697E15A4-21D4-47E2-9C79-C70DAE4A1DFB}" dt="2021-09-25T05:03:35.158" v="4295" actId="478"/>
          <ac:grpSpMkLst>
            <pc:docMk/>
            <pc:sldMk cId="0" sldId="259"/>
            <ac:grpSpMk id="238" creationId="{EC7E8724-8E2D-4B1B-81CE-2C30735466E4}"/>
          </ac:grpSpMkLst>
        </pc:grpChg>
        <pc:grpChg chg="del mod">
          <ac:chgData name="VIkram Goyal" userId="4529b0165c9307b1" providerId="LiveId" clId="{697E15A4-21D4-47E2-9C79-C70DAE4A1DFB}" dt="2021-09-25T06:45:01.269" v="5113"/>
          <ac:grpSpMkLst>
            <pc:docMk/>
            <pc:sldMk cId="0" sldId="259"/>
            <ac:grpSpMk id="242" creationId="{989AE293-BD49-4581-A38C-07FC7601AA58}"/>
          </ac:grpSpMkLst>
        </pc:grpChg>
        <pc:grpChg chg="del mod">
          <ac:chgData name="VIkram Goyal" userId="4529b0165c9307b1" providerId="LiveId" clId="{697E15A4-21D4-47E2-9C79-C70DAE4A1DFB}" dt="2021-09-25T06:45:05.828" v="5116"/>
          <ac:grpSpMkLst>
            <pc:docMk/>
            <pc:sldMk cId="0" sldId="259"/>
            <ac:grpSpMk id="243" creationId="{FBE7A682-FAD9-464E-92A4-AAF6E830933F}"/>
          </ac:grpSpMkLst>
        </pc:grpChg>
        <pc:grpChg chg="del mod">
          <ac:chgData name="VIkram Goyal" userId="4529b0165c9307b1" providerId="LiveId" clId="{697E15A4-21D4-47E2-9C79-C70DAE4A1DFB}" dt="2021-09-25T06:45:14.636" v="5123"/>
          <ac:grpSpMkLst>
            <pc:docMk/>
            <pc:sldMk cId="0" sldId="259"/>
            <ac:grpSpMk id="246" creationId="{9BD0C607-87DC-4040-B2EE-6770D44BC3DB}"/>
          </ac:grpSpMkLst>
        </pc:grpChg>
        <pc:grpChg chg="del mod">
          <ac:chgData name="VIkram Goyal" userId="4529b0165c9307b1" providerId="LiveId" clId="{697E15A4-21D4-47E2-9C79-C70DAE4A1DFB}" dt="2021-09-25T06:46:12.184" v="5198"/>
          <ac:grpSpMkLst>
            <pc:docMk/>
            <pc:sldMk cId="0" sldId="259"/>
            <ac:grpSpMk id="250" creationId="{A8C70366-9913-4875-85FB-B32FC1D08099}"/>
          </ac:grpSpMkLst>
        </pc:grpChg>
        <pc:grpChg chg="del mod">
          <ac:chgData name="VIkram Goyal" userId="4529b0165c9307b1" providerId="LiveId" clId="{697E15A4-21D4-47E2-9C79-C70DAE4A1DFB}" dt="2021-09-25T06:45:15.592" v="5125"/>
          <ac:grpSpMkLst>
            <pc:docMk/>
            <pc:sldMk cId="0" sldId="259"/>
            <ac:grpSpMk id="253" creationId="{02C5F085-55D6-447C-BA3A-3BC10765E309}"/>
          </ac:grpSpMkLst>
        </pc:grpChg>
        <pc:grpChg chg="del mod">
          <ac:chgData name="VIkram Goyal" userId="4529b0165c9307b1" providerId="LiveId" clId="{697E15A4-21D4-47E2-9C79-C70DAE4A1DFB}" dt="2021-09-25T06:45:26.553" v="5138"/>
          <ac:grpSpMkLst>
            <pc:docMk/>
            <pc:sldMk cId="0" sldId="259"/>
            <ac:grpSpMk id="255" creationId="{B02C1083-5DC6-486A-8708-B3C48AF8FAD0}"/>
          </ac:grpSpMkLst>
        </pc:grpChg>
        <pc:grpChg chg="del mod">
          <ac:chgData name="VIkram Goyal" userId="4529b0165c9307b1" providerId="LiveId" clId="{697E15A4-21D4-47E2-9C79-C70DAE4A1DFB}" dt="2021-09-25T06:46:12.184" v="5198"/>
          <ac:grpSpMkLst>
            <pc:docMk/>
            <pc:sldMk cId="0" sldId="259"/>
            <ac:grpSpMk id="258" creationId="{7E9D0354-0FEF-40DD-BB29-ECB3C7A3EC3D}"/>
          </ac:grpSpMkLst>
        </pc:grpChg>
        <pc:grpChg chg="del mod">
          <ac:chgData name="VIkram Goyal" userId="4529b0165c9307b1" providerId="LiveId" clId="{697E15A4-21D4-47E2-9C79-C70DAE4A1DFB}" dt="2021-09-25T06:45:33.305" v="5152"/>
          <ac:grpSpMkLst>
            <pc:docMk/>
            <pc:sldMk cId="0" sldId="259"/>
            <ac:grpSpMk id="268" creationId="{854DB16B-0374-4D9B-BA5C-2FA424245848}"/>
          </ac:grpSpMkLst>
        </pc:grpChg>
        <pc:grpChg chg="del mod">
          <ac:chgData name="VIkram Goyal" userId="4529b0165c9307b1" providerId="LiveId" clId="{697E15A4-21D4-47E2-9C79-C70DAE4A1DFB}" dt="2021-09-25T06:45:36.179" v="5156"/>
          <ac:grpSpMkLst>
            <pc:docMk/>
            <pc:sldMk cId="0" sldId="259"/>
            <ac:grpSpMk id="282" creationId="{87B9F7C1-C74F-4979-9F48-56F561D432E0}"/>
          </ac:grpSpMkLst>
        </pc:grpChg>
        <pc:grpChg chg="del mod">
          <ac:chgData name="VIkram Goyal" userId="4529b0165c9307b1" providerId="LiveId" clId="{697E15A4-21D4-47E2-9C79-C70DAE4A1DFB}" dt="2021-09-25T06:45:38.587" v="5161"/>
          <ac:grpSpMkLst>
            <pc:docMk/>
            <pc:sldMk cId="0" sldId="259"/>
            <ac:grpSpMk id="286" creationId="{337399D2-3DC8-4AEE-9FD9-1ED5B5B93C48}"/>
          </ac:grpSpMkLst>
        </pc:grpChg>
        <pc:grpChg chg="del mod">
          <ac:chgData name="VIkram Goyal" userId="4529b0165c9307b1" providerId="LiveId" clId="{697E15A4-21D4-47E2-9C79-C70DAE4A1DFB}" dt="2021-09-25T06:45:43.932" v="5171"/>
          <ac:grpSpMkLst>
            <pc:docMk/>
            <pc:sldMk cId="0" sldId="259"/>
            <ac:grpSpMk id="291" creationId="{AC5FEB9E-5603-4FF5-A082-C23E299B01CC}"/>
          </ac:grpSpMkLst>
        </pc:grpChg>
        <pc:grpChg chg="del mod">
          <ac:chgData name="VIkram Goyal" userId="4529b0165c9307b1" providerId="LiveId" clId="{697E15A4-21D4-47E2-9C79-C70DAE4A1DFB}" dt="2021-09-25T06:45:49.986" v="5176"/>
          <ac:grpSpMkLst>
            <pc:docMk/>
            <pc:sldMk cId="0" sldId="259"/>
            <ac:grpSpMk id="301" creationId="{3287F5D2-D12D-4781-AF6C-BA28A2E51610}"/>
          </ac:grpSpMkLst>
        </pc:grpChg>
        <pc:grpChg chg="del mod">
          <ac:chgData name="VIkram Goyal" userId="4529b0165c9307b1" providerId="LiveId" clId="{697E15A4-21D4-47E2-9C79-C70DAE4A1DFB}" dt="2021-09-25T06:45:51.253" v="5178"/>
          <ac:grpSpMkLst>
            <pc:docMk/>
            <pc:sldMk cId="0" sldId="259"/>
            <ac:grpSpMk id="306" creationId="{FAE8422B-584B-4946-8948-29F59D32C7F2}"/>
          </ac:grpSpMkLst>
        </pc:grpChg>
        <pc:grpChg chg="del mod">
          <ac:chgData name="VIkram Goyal" userId="4529b0165c9307b1" providerId="LiveId" clId="{697E15A4-21D4-47E2-9C79-C70DAE4A1DFB}" dt="2021-09-25T06:45:55.138" v="5181"/>
          <ac:grpSpMkLst>
            <pc:docMk/>
            <pc:sldMk cId="0" sldId="259"/>
            <ac:grpSpMk id="308" creationId="{76FCE1D5-ED5A-49B4-8F93-7D62182F400D}"/>
          </ac:grpSpMkLst>
        </pc:grpChg>
        <pc:grpChg chg="del mod">
          <ac:chgData name="VIkram Goyal" userId="4529b0165c9307b1" providerId="LiveId" clId="{697E15A4-21D4-47E2-9C79-C70DAE4A1DFB}" dt="2021-09-25T06:46:04.235" v="5190"/>
          <ac:grpSpMkLst>
            <pc:docMk/>
            <pc:sldMk cId="0" sldId="259"/>
            <ac:grpSpMk id="311" creationId="{96F6C0B7-B939-48F7-8394-3C0E7CA3D355}"/>
          </ac:grpSpMkLst>
        </pc:grpChg>
        <pc:grpChg chg="del mod">
          <ac:chgData name="VIkram Goyal" userId="4529b0165c9307b1" providerId="LiveId" clId="{697E15A4-21D4-47E2-9C79-C70DAE4A1DFB}" dt="2021-09-25T06:46:06.008" v="5192"/>
          <ac:grpSpMkLst>
            <pc:docMk/>
            <pc:sldMk cId="0" sldId="259"/>
            <ac:grpSpMk id="320" creationId="{AF4593EC-3864-49D3-8299-3BAC3E03C69E}"/>
          </ac:grpSpMkLst>
        </pc:grpChg>
        <pc:grpChg chg="del mod">
          <ac:chgData name="VIkram Goyal" userId="4529b0165c9307b1" providerId="LiveId" clId="{697E15A4-21D4-47E2-9C79-C70DAE4A1DFB}" dt="2021-09-25T06:46:12.184" v="5198"/>
          <ac:grpSpMkLst>
            <pc:docMk/>
            <pc:sldMk cId="0" sldId="259"/>
            <ac:grpSpMk id="322" creationId="{50639D78-1E06-4220-83A6-66B84D6AA202}"/>
          </ac:grpSpMkLst>
        </pc:grpChg>
        <pc:grpChg chg="del mod">
          <ac:chgData name="VIkram Goyal" userId="4529b0165c9307b1" providerId="LiveId" clId="{697E15A4-21D4-47E2-9C79-C70DAE4A1DFB}" dt="2021-09-25T06:46:17.351" v="5202"/>
          <ac:grpSpMkLst>
            <pc:docMk/>
            <pc:sldMk cId="0" sldId="259"/>
            <ac:grpSpMk id="328" creationId="{8BF48EA0-D2EC-49CA-A554-D91D208BC757}"/>
          </ac:grpSpMkLst>
        </pc:grpChg>
        <pc:grpChg chg="del mod">
          <ac:chgData name="VIkram Goyal" userId="4529b0165c9307b1" providerId="LiveId" clId="{697E15A4-21D4-47E2-9C79-C70DAE4A1DFB}" dt="2021-09-25T06:48:44.007" v="5388"/>
          <ac:grpSpMkLst>
            <pc:docMk/>
            <pc:sldMk cId="0" sldId="259"/>
            <ac:grpSpMk id="332" creationId="{F4FCB275-C6F9-4D7D-BAFA-5A60843358E7}"/>
          </ac:grpSpMkLst>
        </pc:grpChg>
        <pc:grpChg chg="del mod">
          <ac:chgData name="VIkram Goyal" userId="4529b0165c9307b1" providerId="LiveId" clId="{697E15A4-21D4-47E2-9C79-C70DAE4A1DFB}" dt="2021-09-25T06:48:46.068" v="5392"/>
          <ac:grpSpMkLst>
            <pc:docMk/>
            <pc:sldMk cId="0" sldId="259"/>
            <ac:grpSpMk id="334" creationId="{208CAC2B-8BCD-493C-A336-2FD851E2587B}"/>
          </ac:grpSpMkLst>
        </pc:grpChg>
        <pc:grpChg chg="del mod">
          <ac:chgData name="VIkram Goyal" userId="4529b0165c9307b1" providerId="LiveId" clId="{697E15A4-21D4-47E2-9C79-C70DAE4A1DFB}" dt="2021-09-25T06:50:32.806" v="5447"/>
          <ac:grpSpMkLst>
            <pc:docMk/>
            <pc:sldMk cId="0" sldId="259"/>
            <ac:grpSpMk id="338" creationId="{A9BD56B8-2739-4903-9C32-3FDE9319C719}"/>
          </ac:grpSpMkLst>
        </pc:grpChg>
        <pc:grpChg chg="del mod">
          <ac:chgData name="VIkram Goyal" userId="4529b0165c9307b1" providerId="LiveId" clId="{697E15A4-21D4-47E2-9C79-C70DAE4A1DFB}" dt="2022-01-19T06:24:11.259" v="6423" actId="478"/>
          <ac:grpSpMkLst>
            <pc:docMk/>
            <pc:sldMk cId="0" sldId="259"/>
            <ac:grpSpMk id="342" creationId="{499951D6-9C4D-4A7E-885A-87E725C2164F}"/>
          </ac:grpSpMkLst>
        </pc:grpChg>
        <pc:grpChg chg="del mod">
          <ac:chgData name="VIkram Goyal" userId="4529b0165c9307b1" providerId="LiveId" clId="{697E15A4-21D4-47E2-9C79-C70DAE4A1DFB}" dt="2022-01-19T06:24:13.775" v="6424" actId="478"/>
          <ac:grpSpMkLst>
            <pc:docMk/>
            <pc:sldMk cId="0" sldId="259"/>
            <ac:grpSpMk id="345" creationId="{86ED51B4-7DA4-4A49-B817-8059B1EE4900}"/>
          </ac:grpSpMkLst>
        </pc:grpChg>
        <pc:grpChg chg="del mod">
          <ac:chgData name="VIkram Goyal" userId="4529b0165c9307b1" providerId="LiveId" clId="{697E15A4-21D4-47E2-9C79-C70DAE4A1DFB}" dt="2022-01-19T06:24:08.177" v="6422" actId="478"/>
          <ac:grpSpMkLst>
            <pc:docMk/>
            <pc:sldMk cId="0" sldId="259"/>
            <ac:grpSpMk id="350" creationId="{B646E83D-EC93-437B-8D73-36AC0C843787}"/>
          </ac:grpSpMkLst>
        </pc:grpChg>
        <pc:inkChg chg="add">
          <ac:chgData name="VIkram Goyal" userId="4529b0165c9307b1" providerId="LiveId" clId="{697E15A4-21D4-47E2-9C79-C70DAE4A1DFB}" dt="2022-01-20T03:52:54.247" v="6499"/>
          <ac:inkMkLst>
            <pc:docMk/>
            <pc:sldMk cId="0" sldId="259"/>
            <ac:inkMk id="2" creationId="{58B09E17-343B-43BE-9D49-F25EDBAD1D16}"/>
          </ac:inkMkLst>
        </pc:inkChg>
        <pc:inkChg chg="add mod">
          <ac:chgData name="VIkram Goyal" userId="4529b0165c9307b1" providerId="LiveId" clId="{697E15A4-21D4-47E2-9C79-C70DAE4A1DFB}" dt="2021-01-15T06:49:58.980" v="928"/>
          <ac:inkMkLst>
            <pc:docMk/>
            <pc:sldMk cId="0" sldId="259"/>
            <ac:inkMk id="2" creationId="{EC902FB6-4949-43F8-91F8-5A6DF606668E}"/>
          </ac:inkMkLst>
        </pc:inkChg>
        <pc:inkChg chg="add mod">
          <ac:chgData name="VIkram Goyal" userId="4529b0165c9307b1" providerId="LiveId" clId="{697E15A4-21D4-47E2-9C79-C70DAE4A1DFB}" dt="2021-01-15T06:49:58.980" v="928"/>
          <ac:inkMkLst>
            <pc:docMk/>
            <pc:sldMk cId="0" sldId="259"/>
            <ac:inkMk id="3" creationId="{25378E16-BEDD-44C8-A3C3-7787EED04524}"/>
          </ac:inkMkLst>
        </pc:inkChg>
        <pc:inkChg chg="add del">
          <ac:chgData name="VIkram Goyal" userId="4529b0165c9307b1" providerId="LiveId" clId="{697E15A4-21D4-47E2-9C79-C70DAE4A1DFB}" dt="2021-09-25T05:03:52.518" v="4301" actId="478"/>
          <ac:inkMkLst>
            <pc:docMk/>
            <pc:sldMk cId="0" sldId="259"/>
            <ac:inkMk id="4" creationId="{BA6311B5-69C9-4196-BE03-3FC0E29A53F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6" creationId="{6496008A-2DE0-4372-8A1D-4F9717AEC647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7" creationId="{D59823B6-1FBE-4618-B350-0FD01D6641C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8" creationId="{F5A2CCBF-4A18-4006-97F7-0FDEF4B2235A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9" creationId="{67380E68-BAB9-41BC-A474-04CC1B8B249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0" creationId="{8D99926D-26C1-43A3-A3AC-992B38B431D5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1" creationId="{B4410C7F-729E-4851-A69C-E971BC4F1CF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2" creationId="{2BBA3DB7-11D3-419E-84D9-87458D014366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3" creationId="{3BCAFA33-468C-48FC-BABF-1C047CB64123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4" creationId="{DE4D78B2-2ADA-46C5-86DD-AD7B3A836BCA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5" creationId="{9A3BA1AA-34A7-4E77-AEAA-07C5C103C406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6" creationId="{F607557F-E8D5-42EC-932F-B3D950A2EC6F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7" creationId="{35CFA380-C670-4300-87CC-F508D1DA6297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8" creationId="{00E24C9D-64E5-4477-9156-501CC79C45F2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9" creationId="{2347CB41-FA93-4556-8D6A-A1479C243DE1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0" creationId="{62586E62-A741-4CEB-B660-10233684E02B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1" creationId="{61704F86-F787-4D92-B353-950DC2987F9F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2" creationId="{745CA7F6-C8B6-4C01-A776-FA4D74EF3638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3" creationId="{F43178DA-87FE-4B39-8B69-FF0AC73B90BB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4" creationId="{1D0D8CBE-2A9C-442E-A5C1-279F5DE0C746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5" creationId="{E9902BDF-F40E-4A63-80D1-FA5A6995814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6" creationId="{1934A199-2380-4FD8-BF16-40E7EC5AFCD7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7" creationId="{E5D8C425-F798-4B41-B79F-76AF3A94B43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8" creationId="{E8740806-A479-4497-B1DB-16BCA91FB87D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9" creationId="{142C5C83-BCD0-4CFF-9685-76F98A0DF669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0" creationId="{87EAD0A0-AAB4-49D5-B06E-73800B3AD208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31" creationId="{06E6380A-CCA3-4991-929C-EC6B3F94EF53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32" creationId="{4EE821F5-8701-43D7-979E-50DB12EA3D4A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33" creationId="{805962B1-81E2-46FF-AACF-98B4773B372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34" creationId="{3C876454-F682-4607-9768-7320E67E9EFA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5" creationId="{3192C87A-E5F2-4427-AD08-1F0857440FB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36" creationId="{BB5D8418-6652-4A4B-B315-FCB9AAF62AC1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37" creationId="{9E81EED1-7A0D-4E72-9325-34A27583ECB7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38" creationId="{D9241C22-9446-43A7-BC33-BB82DAAB44F3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39" creationId="{378BE69F-F7B7-450E-A4FC-783144143F3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40" creationId="{6B3E2FA1-FACD-4351-90AD-556563460738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41" creationId="{461ED45F-719F-43F0-8EF7-A04144567386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42" creationId="{52F3B4A3-4612-44C4-9D4E-9289B57C8E5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43" creationId="{6EBDE459-A094-4223-8584-E5475E5EEF1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44" creationId="{4146D197-F81F-4A1D-BA59-107374E2361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45" creationId="{FEF3D9E3-CA33-43AB-A202-A88BB1EA25BF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46" creationId="{FDE0549D-F014-4246-A0F6-6240CFDB671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47" creationId="{EC1D6CD8-A9EE-43EA-98F2-BE522233200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48" creationId="{E7F4F1C3-6DC9-41CE-8140-CABFB66AE5E8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49" creationId="{36D01DC3-FBC9-4B6D-AFDA-009076A721EB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50" creationId="{A84035A7-3EF5-4E97-8858-79FC8B991D4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51" creationId="{8A809BD1-CBEC-430F-AF86-F906E9D45CC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52" creationId="{F73C7A97-447F-47B5-A7DC-149C0604EB3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53" creationId="{AD896F35-9C5C-45D6-8FC1-AEA1A5C4477D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54" creationId="{BFE14ED8-B15D-4352-AA85-135D9184AB3F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56" creationId="{29041CD4-E492-47AE-B14A-F18333F95BD0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57" creationId="{5F0AE03D-F67E-48FE-A5A3-3EE85D16A7C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58" creationId="{369042D5-26F5-4A33-A4F8-237E37AEEC02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59" creationId="{D3F91626-DF3F-44B4-9634-AFF3313E791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60" creationId="{6EFB68AF-4168-4098-9DA1-5A97F00DEC4D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61" creationId="{E9D183BB-5244-49A7-9F0A-F5CC3ECB67FA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62" creationId="{E0CD776B-B953-46FB-8EC4-20CBE182B6B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63" creationId="{F1FF86D4-DD0D-4638-8092-C666298C6937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64" creationId="{D5CA3A12-2E63-4FA3-8AC1-27A9A85E5E12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65" creationId="{0395890F-5D39-4236-B77A-00684CB26540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66" creationId="{E2889716-F0B8-4BB7-9471-A73C1DF4CF2B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67" creationId="{9FF05D7C-2AFB-41F4-BD68-68A7563FA1E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68" creationId="{E29A8851-21C6-4A6B-ADD3-21A222705652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69" creationId="{1E9113D4-3899-4373-AF9B-CB0917548178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70" creationId="{F596A825-D2AD-442B-8A3C-AEF0FE8C7B3B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71" creationId="{C3997CE5-1384-492F-8A73-A1A2FBD701D8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72" creationId="{A3FD08B4-EFC7-48F9-BB16-F6A6AAD6F92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73" creationId="{084F8DF6-ECC0-4018-A41A-974216EE9078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74" creationId="{257C03B6-78F4-451A-92D5-5D9C6EE77E3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75" creationId="{66280BC8-E83F-4572-B553-E7B71FD2CB96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76" creationId="{8AA61884-E4A2-4EAF-9D68-398F1A20FD22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77" creationId="{2BD5A9A7-BF9C-4EC5-9828-EB1B8AB567C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78" creationId="{6C18C576-D675-47E0-97B2-7B3420528C1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81" creationId="{EFC2E8D7-D711-49B4-8C4B-1AE24BBB614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82" creationId="{2BCB7388-ACF9-4087-A070-CC87137E401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83" creationId="{BA8B68B0-D8EE-4F93-B38C-8CBFE2B8C283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84" creationId="{E2647027-D1DD-4D64-97A3-9C848CDF4691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85" creationId="{36843BC4-BEC8-48B0-9DBA-16ABDB4D28FA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86" creationId="{5BBBF358-A853-4003-95DC-19809E945A9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87" creationId="{15B0AC49-2068-43B0-BDF7-43A67635CB93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88" creationId="{FBD9F6F6-256C-4E59-A6F3-037900F2C96A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89" creationId="{2EE4E614-1F14-403F-A32A-6C51E2D6561B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90" creationId="{FEB32C4B-B6D0-40EC-A6B9-4F46615C9166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91" creationId="{AC764CBC-C2CC-4923-9B28-C9B7930C503A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92" creationId="{38BEA013-2C0F-42A6-B69B-BA2DC23EA4BD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93" creationId="{9A609CB3-26C3-4121-9401-FE3C0B804990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94" creationId="{26D12B84-D212-439B-884D-36B366F21CCF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95" creationId="{35465B0A-3AB2-4CE4-ACD6-9B981C9B072D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96" creationId="{60FF270E-DF28-4D4E-A496-5024DB9723AB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97" creationId="{0C2E6E77-4EED-4520-948B-699C691DE093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98" creationId="{19461D81-8328-4FBB-B3DE-9D1C44B191A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99" creationId="{48C8016E-FF4B-4BBC-969E-1E1E0EDEAA3B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00" creationId="{30EF1FE0-474F-4BA0-8993-CD356EC31CD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01" creationId="{A35BCD79-6FA2-42E6-86D0-9F53703CA59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02" creationId="{9D292F2D-930A-4ADF-8382-F5871DD41F1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03" creationId="{73B57D87-CE00-4724-99B2-FC1B3730267E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04" creationId="{FB6C6C37-ECF1-4F51-9C53-F546A92621A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05" creationId="{4C0F40B0-E928-4FF3-B779-245BCEC2A513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06" creationId="{5B6E1B34-06F7-4FAA-B759-ECA46C7D455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07" creationId="{6B7BBA46-D064-4D51-BB3F-CF25579D4CC3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08" creationId="{2FD952E7-A793-4BAD-94AE-614426904FD4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09" creationId="{78D7CF88-D868-4451-80F6-2CFA852458F2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10" creationId="{7B70D9DC-D880-4176-8BAF-A5CEBADF6B1B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11" creationId="{99443DE3-F4D5-459F-8172-B753CC22242B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12" creationId="{1A9797DD-D10D-4676-9FAF-F3A6053001AD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13" creationId="{9CC780E7-CBB7-4FF5-AC90-B0A7DAEA600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14" creationId="{EE95F9D4-B87A-4555-B918-FB22BF5A7A5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15" creationId="{B5940DCB-05AB-4D4A-A51F-03E912EFDB90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17" creationId="{B43F126D-D469-4FA6-84B9-251D76C383A3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18" creationId="{1B83B031-F1FC-4A09-9EB4-C0786D1A133F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19" creationId="{76EDBC36-C251-4BAA-865F-00EFED02787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20" creationId="{B7BFC69B-3804-4F96-9795-5C5D7A3E899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21" creationId="{EE122A67-EE2C-4367-A1BE-DF2AA0D7D6C2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22" creationId="{2F79F771-0706-44CB-B758-F372B0F5608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23" creationId="{6A60AD7C-1C2F-4BEC-A9FD-99C96F1E40F8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24" creationId="{429B9AB3-63D8-4869-A837-BA313BEE8280}"/>
          </ac:inkMkLst>
        </pc:inkChg>
        <pc:inkChg chg="add del">
          <ac:chgData name="VIkram Goyal" userId="4529b0165c9307b1" providerId="LiveId" clId="{697E15A4-21D4-47E2-9C79-C70DAE4A1DFB}" dt="2021-09-25T05:03:40.486" v="4296" actId="478"/>
          <ac:inkMkLst>
            <pc:docMk/>
            <pc:sldMk cId="0" sldId="259"/>
            <ac:inkMk id="125" creationId="{4DCC5A90-B497-4172-9972-BF15CA1D131C}"/>
          </ac:inkMkLst>
        </pc:inkChg>
        <pc:inkChg chg="add del mod">
          <ac:chgData name="VIkram Goyal" userId="4529b0165c9307b1" providerId="LiveId" clId="{697E15A4-21D4-47E2-9C79-C70DAE4A1DFB}" dt="2021-09-25T05:03:54.426" v="4302" actId="478"/>
          <ac:inkMkLst>
            <pc:docMk/>
            <pc:sldMk cId="0" sldId="259"/>
            <ac:inkMk id="126" creationId="{237C3EEE-EB58-4932-9A6D-AC8178838A42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27" creationId="{CE40E7DE-DEFA-41A7-8DFB-4E8FDF3E2516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28" creationId="{70E87781-3124-4316-8B45-006023ED336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29" creationId="{77EBDE93-B803-4E7D-AD74-DD350B8A20DF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30" creationId="{C28437B2-8F7C-40A5-ADF9-49802A7C7DD3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31" creationId="{9EAE825B-E950-4AE9-8F04-ABEA1A3CE721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32" creationId="{0DC5BD62-56AE-419A-959D-56B81E8687B3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33" creationId="{F93914B6-9707-436F-AE6E-47C8A7757B48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34" creationId="{5AFA66F8-3163-4458-9F5E-3C6BB62E92D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35" creationId="{A12CD669-FAB0-4F75-BBE3-068924652C5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36" creationId="{AEEADB82-2FA0-4363-964B-669D71833B4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37" creationId="{F4F563B1-F8AD-41B0-B47C-8AA7BB2D408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38" creationId="{74ED147C-636C-4F2D-8AAE-02CC981CC98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39" creationId="{2934F954-EC41-4225-A59B-E298A37FE2E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40" creationId="{5D76A53B-D6FA-4479-BCD4-6635FA71FE52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41" creationId="{B6DBA57E-ECF2-4A2D-BCB9-8A911AD91092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42" creationId="{D8340240-C33E-40CA-A5EC-81A55C6A442A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43" creationId="{999BF52F-6109-41CD-B9F8-2D097CE8B0D0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44" creationId="{4F032B55-181E-4DBE-B381-CFD72E55DB9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45" creationId="{7E5FBD46-2428-4B73-BE35-DD3520CF97B1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46" creationId="{EA766080-C47C-48D9-98C3-A8A51D556AE0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47" creationId="{89DD1C22-25BE-4955-96F9-E24F098A5248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48" creationId="{F8451D02-CEC1-4654-848D-95179DEF451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49" creationId="{20D2F565-E73E-49CF-8DC9-C949AFB2089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50" creationId="{DAAE245B-3296-4C78-A5C0-9D918CA039DD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51" creationId="{1147BB63-C974-4B1F-9A2B-D116E35A3A9E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52" creationId="{D6F8B1F7-C421-42EC-B034-D02FF96557BC}"/>
          </ac:inkMkLst>
        </pc:inkChg>
        <pc:inkChg chg="add del">
          <ac:chgData name="VIkram Goyal" userId="4529b0165c9307b1" providerId="LiveId" clId="{697E15A4-21D4-47E2-9C79-C70DAE4A1DFB}" dt="2021-09-25T05:03:44.376" v="4298" actId="478"/>
          <ac:inkMkLst>
            <pc:docMk/>
            <pc:sldMk cId="0" sldId="259"/>
            <ac:inkMk id="153" creationId="{F490779C-3579-49DA-9FD6-3D00555A1E58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54" creationId="{35334DF7-DFA0-4968-B877-801A3B1DD3EF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55" creationId="{7A8A5E9D-2830-4408-991B-7E6155A9B28F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56" creationId="{F4D654A3-2F3C-4C3C-A08C-DD5FA38743DD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57" creationId="{D8E942E2-EFC6-4732-841E-51F7395FBAF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58" creationId="{92DDCA81-1001-4767-878F-34C0897A4A9D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59" creationId="{EF3C0858-7B8A-42A3-AC53-103A36F5DB88}"/>
          </ac:inkMkLst>
        </pc:inkChg>
        <pc:inkChg chg="add del mod">
          <ac:chgData name="VIkram Goyal" userId="4529b0165c9307b1" providerId="LiveId" clId="{697E15A4-21D4-47E2-9C79-C70DAE4A1DFB}" dt="2021-09-25T05:03:46.191" v="4299" actId="478"/>
          <ac:inkMkLst>
            <pc:docMk/>
            <pc:sldMk cId="0" sldId="259"/>
            <ac:inkMk id="160" creationId="{31007B0F-E894-4943-A5B3-FC18607F1E75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61" creationId="{B38E017D-3B9B-4477-9097-A288CCF743E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62" creationId="{C9C696F6-89C9-4AED-9325-72AF6B09503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63" creationId="{AEDE1BD3-14A8-47F5-B549-507CFBD07023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64" creationId="{CF3EF5DE-DE55-4A38-9BBF-D9F5E644FAE8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65" creationId="{C32E8EAE-35C7-4284-A6CA-9F483472B22F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66" creationId="{21E56573-329E-4743-9438-D4A7A49D2EA8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67" creationId="{BCDA9E89-B1C6-4142-9A87-C03E5A36EE33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68" creationId="{28BF4B2E-610B-4A25-8C66-8F38FD75CAA0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69" creationId="{D41579C6-C907-47A9-A29A-EAA9F65EAD63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70" creationId="{FC89EC86-4FF7-40AC-9917-DDFBBE7CB24C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71" creationId="{42A51B95-5303-424D-A391-1811D831925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72" creationId="{21F7EFE3-69A6-4219-92B1-24E881849D7F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73" creationId="{2F76B9DA-CF9B-4FBD-93E6-EA5321891026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74" creationId="{B4A2614E-C635-4ECA-A26A-23F736E5D9E0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75" creationId="{2E0FF3A8-ACB9-4C4B-99E6-849023F8CBF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76" creationId="{6762393A-ED54-417E-9FF2-C401BC8F25A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77" creationId="{77ED9929-191D-48E3-8D1B-18A12BAC986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78" creationId="{A90AC535-D9B5-433C-B548-AA4699BEEAC8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79" creationId="{AEF4C106-448B-4272-AADA-3E1D18B7D02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80" creationId="{CE053AA7-0540-45A2-97F0-B9F08656407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81" creationId="{95215FFF-CA2D-4DC9-BC40-9240DD2FE6BB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82" creationId="{D06D7316-3230-4251-9514-FDEFCF9C617D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83" creationId="{0D17A823-3650-4F37-81CF-7C10F0277B7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84" creationId="{F37CA587-AEEF-4A43-B70C-AE37D42A25B6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85" creationId="{68BAAD50-0C0B-4A06-A311-25C53C6E798F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86" creationId="{214553C2-28CC-424A-8BBC-D51822EDE3FD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87" creationId="{60D76210-A266-4CAF-AC00-AD485717C56B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88" creationId="{C0C925BE-B7AC-474E-909B-F094EECCBED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89" creationId="{CA882E15-AA2B-4995-9A88-E1E3C0842BCA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90" creationId="{6AECF934-4F39-4F5B-BA68-00B7670B24CE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91" creationId="{17203A4B-F18C-4CD3-AB57-E72AF875C49F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92" creationId="{8244CEAB-CE30-4208-B901-267251CA43A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93" creationId="{57F16948-0206-4D7D-AD1A-3B4EB0A0774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94" creationId="{DFE3C982-69AF-40B1-A4C2-9AE0C48D17A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95" creationId="{88E38F01-9C9E-46FC-95DC-8FBA954B39C7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196" creationId="{E534DF19-258F-46B4-9EBB-FC732B5C0CC6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97" creationId="{CD8F8CB6-A481-4D10-A7F8-3618084AADA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98" creationId="{DFAF4BFB-196C-43AE-9557-B06A67EC560D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199" creationId="{AF90EEE0-7958-4B88-ABD9-4EE43C48F391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00" creationId="{1E0E3BD2-DDA5-4C70-A1A8-B6E502F62B8D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01" creationId="{B67D7C04-9B2E-4CF6-BBCF-AED0169EA00B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02" creationId="{90F815D9-5FD1-4399-8358-98BA3D9BFE91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03" creationId="{6AA426E0-2BD0-4999-A0D4-1E65830DBBC1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04" creationId="{12F59F6B-9B7C-43A0-9D74-57DC7A03BE0B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05" creationId="{78AD0AA8-ADD6-425B-9475-4C402213E43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06" creationId="{EF81F61C-CDD5-48F7-BC25-45E72F4191EF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07" creationId="{E95F16FA-34EF-493F-8D39-74D3386D3A9B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08" creationId="{62C76054-540B-4DEE-8F60-5BC1BC335313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09" creationId="{79F7A298-6DE7-471D-A219-B72E90197D32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10" creationId="{487EF12E-4375-43D4-A026-EF17C6DBCB7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11" creationId="{F164C974-D532-4351-8B6C-99BD4C30F9D6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12" creationId="{2C50D932-4DF8-408A-868C-9038729F15B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13" creationId="{1E318A00-DBE5-49DC-B183-4E4CA562D68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14" creationId="{B1F08D37-C332-45C1-80DC-4999820261F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15" creationId="{93E0A035-398F-4785-88E4-2851403D483C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16" creationId="{3887CBEA-0749-4510-8759-6A8DE97F3B2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17" creationId="{63B03F72-ECC3-4FD2-AF0C-1F989261FC04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18" creationId="{A89DA4F9-C310-4571-910D-934EFCC2EEE2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19" creationId="{76661242-D520-4542-962F-0F9310A33DE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20" creationId="{48DD2908-FAA8-49BA-90A9-70B249A79FB1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21" creationId="{3948D119-2B51-44A8-B6DC-C69ABAAE5528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22" creationId="{CB8D6B01-45A5-4B30-B0F5-8C2B1788CF20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23" creationId="{8968189F-8234-4104-A5FA-F27AFE1AB1D3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24" creationId="{1C66D327-876A-41CA-AB65-6574529E1C9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25" creationId="{351DF3A9-C86D-41A2-9898-CC99E6D806E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26" creationId="{68F3D47B-D2A6-4F9E-8B54-18C7FCA291FD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27" creationId="{8D5A2418-3614-4BCD-AC1B-058DA2E78929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28" creationId="{877E6145-CA8B-4764-A823-46E323485747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29" creationId="{43DF05A0-251B-4118-88AE-56EC8CA4D8C8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30" creationId="{8EA2A125-0DCF-4378-84C3-37F66228A287}"/>
          </ac:inkMkLst>
        </pc:inkChg>
        <pc:inkChg chg="add del mod">
          <ac:chgData name="VIkram Goyal" userId="4529b0165c9307b1" providerId="LiveId" clId="{697E15A4-21D4-47E2-9C79-C70DAE4A1DFB}" dt="2021-09-25T05:03:42.811" v="4297" actId="478"/>
          <ac:inkMkLst>
            <pc:docMk/>
            <pc:sldMk cId="0" sldId="259"/>
            <ac:inkMk id="231" creationId="{8DB44E9F-F487-4009-A1CE-889C79735A27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32" creationId="{27D56CF2-5F4E-44F5-A9A7-6185F3CEC4DE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33" creationId="{E63DBD6E-2FF5-4A03-989A-450D3167F2CD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34" creationId="{7E376867-7BCF-4BF6-9211-34E44157D40F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35" creationId="{60C8868E-F4E0-40C3-A87C-0D5E23512F85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36" creationId="{53CEC92A-8900-43FB-BCE2-00CB676AAFEC}"/>
          </ac:inkMkLst>
        </pc:inkChg>
        <pc:inkChg chg="add mod">
          <ac:chgData name="VIkram Goyal" userId="4529b0165c9307b1" providerId="LiveId" clId="{697E15A4-21D4-47E2-9C79-C70DAE4A1DFB}" dt="2021-01-15T06:58:16.476" v="1158"/>
          <ac:inkMkLst>
            <pc:docMk/>
            <pc:sldMk cId="0" sldId="259"/>
            <ac:inkMk id="237" creationId="{BA14DC4B-664C-4F22-B2C1-9DBDB2A3C6D6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39" creationId="{7349016F-7DDC-403F-A371-5F5A1F05D690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40" creationId="{6062336D-1BBF-481E-B9A9-DEC4B90A5338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41" creationId="{FEC7128B-EE51-4A6B-BEE1-00564D9842BA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44" creationId="{E9F01943-AEAF-4F07-8EE8-35CE59DD4699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45" creationId="{0BC41702-4D10-46D9-BBB6-D29975FA9D22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47" creationId="{3F287541-C2A5-48F5-A58C-0F0BF4DFD076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48" creationId="{79AEBD47-365D-41F4-AD51-307AB84AF286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49" creationId="{1244DB06-C30C-4366-84F8-717855BF0847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51" creationId="{B52E7C13-F0BD-4ED9-8B28-0E3283BAD796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52" creationId="{6E37091F-4DA0-4075-BEA9-B4BD967B06EA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54" creationId="{78C7509C-C270-4F7E-BBDC-0F6153074A4A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56" creationId="{6C465040-50FE-4628-A509-8F5FF840ABFA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57" creationId="{9DEC2A1F-8B73-4B18-B321-3EDAEE298EAB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59" creationId="{007A9316-A3B6-4682-97AC-E1A1215C8A1A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60" creationId="{BD712782-05C9-445C-BFC6-E4EB2DBC15FE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61" creationId="{87E9CB99-0C71-4A7E-8977-3ECBF245413F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62" creationId="{1CD34DE1-DF51-4A06-A279-C1CCB99D2D10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63" creationId="{EC2676D8-BAF4-4B8C-8F38-D2320DC8F7EB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64" creationId="{7F49B34B-DF36-40FC-A02A-2BDEF728991C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65" creationId="{C545BA84-CC20-4ADB-BC64-1ADF87B36B3C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66" creationId="{18558315-0F8A-4974-8403-77F0D7BAA2E6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67" creationId="{9799DB5F-EBC8-4518-898D-B9BB64A5E88E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69" creationId="{B01FA821-A19F-4EF5-A9A2-C9B35EA0F799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70" creationId="{C728E53A-A84C-47F7-A9DA-1783E776BF0B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71" creationId="{11345313-D169-4E1B-AB4E-F80BB184FB54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72" creationId="{B6E3C9B1-3491-4F46-979D-E961FDED2E59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73" creationId="{5F4E7AC8-E568-4ACF-9085-DD6AD0939D51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74" creationId="{2B37EFEE-884D-4E5E-ACE7-DCE03C1A5C7B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75" creationId="{4D48CFAF-C20C-4ADB-9171-10D51C782989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76" creationId="{C94FBE9E-A3AD-48C4-A8A2-C97304FB26B2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77" creationId="{AC49CA8B-2014-46C5-82C8-5CAEF5565815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78" creationId="{294D2472-F15B-4417-8DEF-838052D43C8E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79" creationId="{63D183E7-8898-4F88-92C9-4008DCA829A6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80" creationId="{7A7E2E97-E4A5-44BD-B2E3-7736666FF8B6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81" creationId="{CF6685AF-A2B3-4A22-B5D0-2047B87557FA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83" creationId="{80C3E19A-EAF7-48E0-914D-5253A9F37091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84" creationId="{3FAEAF90-F1E7-4ECD-AD06-23B07319DDFE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85" creationId="{1D507546-AF06-4FEF-B5A2-CE028D64CF34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87" creationId="{C52DE7D1-1575-495C-924A-09D3DB333B5F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88" creationId="{CCCE7AE8-7917-4BD8-A481-75C98F90BB29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89" creationId="{B22D522E-45CF-42AB-B00E-0E2C73261F10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90" creationId="{DB6BD701-3FCC-485D-A142-3E797DBAFD31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92" creationId="{3086A9FB-D966-441F-BAC6-40DC2769B13C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93" creationId="{51ED8ABD-F726-426E-9633-8671EFB6F68E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94" creationId="{2D601CA0-86F1-41FB-AFF4-6409041AFCD3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95" creationId="{9EE5B326-36FD-4457-85EB-3CA0C73EFA95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96" creationId="{686500A4-6B1A-4A3C-BB38-D0EEA745071C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97" creationId="{34C920DA-0060-4CA1-9DC3-413F492659CB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98" creationId="{A8FF68F2-2E4C-4BEA-8E52-CEECF957E750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299" creationId="{634AA3D0-0FF7-4972-B9F8-48A340B7F227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00" creationId="{51916AD2-4C5A-4E63-B807-3380E7C93948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02" creationId="{617F777F-4DAE-4A26-9719-3917BC38927C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03" creationId="{4386554A-ECE1-4838-863A-5AA02B61BFE6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04" creationId="{964822F2-2E4B-4693-87E4-CD0F0E746876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05" creationId="{03B2D8BD-12DC-4BA7-BEF6-EA3D49FF27B6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07" creationId="{B958FF5C-728B-4DE7-A37E-EF48D253D4AE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09" creationId="{4CB273D6-008E-40CB-AC64-82A1CB69A4CF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10" creationId="{08372536-C55D-440A-A364-664221B98337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12" creationId="{40EE0538-4A3B-4E7C-91AA-9556504FADDE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13" creationId="{2E368735-EF02-4C86-AE48-B6C3333706C8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14" creationId="{CD0FFA18-88CA-4F27-90F1-0448E7C2F870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15" creationId="{CEDB6BCD-D55C-40F1-899F-A0E00E960568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16" creationId="{4770105A-59EF-495E-ABBA-CFDEBA191688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17" creationId="{301844A7-849A-459F-984E-04AC84CA2EDC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18" creationId="{5F090F53-D1C1-48F8-8720-7B07F3EE6E20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19" creationId="{97AD9B64-38B4-4CF7-A46D-0A0C55151C73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21" creationId="{1A35306C-D029-4CF5-9F99-E5896FAE4A10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23" creationId="{EFA73521-C418-436B-91B6-484286D97078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24" creationId="{021DC71C-B494-4583-B4CA-2B18EA407CCF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25" creationId="{AF59E4F4-C8EB-4D26-9546-82967592529D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26" creationId="{18667465-7777-4536-AD00-5FE3C8354F8C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27" creationId="{878EEB56-F2CF-41D9-A20C-56D701C36C9C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29" creationId="{9FB05B3B-9F32-4C72-8D91-C0B5DC9138E2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30" creationId="{5C40F571-E9B8-478B-AAA5-BFF8E6B8B0FB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31" creationId="{5380DFEE-28CA-4284-BFD0-C8498385CDBB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33" creationId="{6603AA4E-C2C6-4193-A659-3071B9DABE27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35" creationId="{E9B88411-F295-4501-AE3B-0D9BB65B853F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36" creationId="{6CBB49CC-0208-46D0-A841-364861F384DD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37" creationId="{FDBE52EF-81F0-4962-8D1E-F013F96602B8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39" creationId="{880B74C6-2E28-4F5D-9B10-9C060A28BB13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40" creationId="{8C30FDD1-1052-4570-B3B3-B11CA45CEC9D}"/>
          </ac:inkMkLst>
        </pc:inkChg>
        <pc:inkChg chg="add mod">
          <ac:chgData name="VIkram Goyal" userId="4529b0165c9307b1" providerId="LiveId" clId="{697E15A4-21D4-47E2-9C79-C70DAE4A1DFB}" dt="2021-09-25T06:50:32.806" v="5447"/>
          <ac:inkMkLst>
            <pc:docMk/>
            <pc:sldMk cId="0" sldId="259"/>
            <ac:inkMk id="341" creationId="{4D7783DE-ABDD-4EA4-AEF1-3CEE25EB97B5}"/>
          </ac:inkMkLst>
        </pc:inkChg>
        <pc:inkChg chg="add mod">
          <ac:chgData name="VIkram Goyal" userId="4529b0165c9307b1" providerId="LiveId" clId="{697E15A4-21D4-47E2-9C79-C70DAE4A1DFB}" dt="2021-09-25T06:50:38.152" v="5450"/>
          <ac:inkMkLst>
            <pc:docMk/>
            <pc:sldMk cId="0" sldId="259"/>
            <ac:inkMk id="343" creationId="{28DB6B9B-1B4C-4840-8083-6E7E1A977FEE}"/>
          </ac:inkMkLst>
        </pc:inkChg>
        <pc:inkChg chg="add mod">
          <ac:chgData name="VIkram Goyal" userId="4529b0165c9307b1" providerId="LiveId" clId="{697E15A4-21D4-47E2-9C79-C70DAE4A1DFB}" dt="2021-09-25T06:50:38.152" v="5450"/>
          <ac:inkMkLst>
            <pc:docMk/>
            <pc:sldMk cId="0" sldId="259"/>
            <ac:inkMk id="344" creationId="{0673F72D-34DA-4AE2-8275-3C200C57EA1F}"/>
          </ac:inkMkLst>
        </pc:inkChg>
        <pc:inkChg chg="add mod">
          <ac:chgData name="VIkram Goyal" userId="4529b0165c9307b1" providerId="LiveId" clId="{697E15A4-21D4-47E2-9C79-C70DAE4A1DFB}" dt="2021-09-25T06:50:40.598" v="5455"/>
          <ac:inkMkLst>
            <pc:docMk/>
            <pc:sldMk cId="0" sldId="259"/>
            <ac:inkMk id="346" creationId="{58D02ECE-E9F4-437D-876B-FC5D06A16979}"/>
          </ac:inkMkLst>
        </pc:inkChg>
        <pc:inkChg chg="add mod">
          <ac:chgData name="VIkram Goyal" userId="4529b0165c9307b1" providerId="LiveId" clId="{697E15A4-21D4-47E2-9C79-C70DAE4A1DFB}" dt="2021-09-25T06:50:40.598" v="5455"/>
          <ac:inkMkLst>
            <pc:docMk/>
            <pc:sldMk cId="0" sldId="259"/>
            <ac:inkMk id="347" creationId="{5DCB8105-2CB5-4FBB-B027-3379C6914F58}"/>
          </ac:inkMkLst>
        </pc:inkChg>
        <pc:inkChg chg="add mod">
          <ac:chgData name="VIkram Goyal" userId="4529b0165c9307b1" providerId="LiveId" clId="{697E15A4-21D4-47E2-9C79-C70DAE4A1DFB}" dt="2021-09-25T06:50:40.598" v="5455"/>
          <ac:inkMkLst>
            <pc:docMk/>
            <pc:sldMk cId="0" sldId="259"/>
            <ac:inkMk id="348" creationId="{44697A68-15AE-4D3E-B0CE-D04A4C6E1927}"/>
          </ac:inkMkLst>
        </pc:inkChg>
        <pc:inkChg chg="add mod">
          <ac:chgData name="VIkram Goyal" userId="4529b0165c9307b1" providerId="LiveId" clId="{697E15A4-21D4-47E2-9C79-C70DAE4A1DFB}" dt="2021-09-25T06:50:40.598" v="5455"/>
          <ac:inkMkLst>
            <pc:docMk/>
            <pc:sldMk cId="0" sldId="259"/>
            <ac:inkMk id="349" creationId="{CBCAA4EF-8C1B-4019-8E19-E3BA69009395}"/>
          </ac:inkMkLst>
        </pc:inkChg>
      </pc:sldChg>
      <pc:sldChg chg="addSp delSp modSp mod">
        <pc:chgData name="VIkram Goyal" userId="4529b0165c9307b1" providerId="LiveId" clId="{697E15A4-21D4-47E2-9C79-C70DAE4A1DFB}" dt="2022-01-20T03:55:03.273" v="6620"/>
        <pc:sldMkLst>
          <pc:docMk/>
          <pc:sldMk cId="0" sldId="260"/>
        </pc:sldMkLst>
        <pc:spChg chg="mod">
          <ac:chgData name="VIkram Goyal" userId="4529b0165c9307b1" providerId="LiveId" clId="{697E15A4-21D4-47E2-9C79-C70DAE4A1DFB}" dt="2021-09-25T05:13:06.003" v="4509" actId="20577"/>
          <ac:spMkLst>
            <pc:docMk/>
            <pc:sldMk cId="0" sldId="260"/>
            <ac:spMk id="85" creationId="{00000000-0000-0000-0000-000000000000}"/>
          </ac:spMkLst>
        </pc:spChg>
        <pc:spChg chg="mod">
          <ac:chgData name="VIkram Goyal" userId="4529b0165c9307b1" providerId="LiveId" clId="{697E15A4-21D4-47E2-9C79-C70DAE4A1DFB}" dt="2022-01-19T06:29:29.687" v="6485" actId="20577"/>
          <ac:spMkLst>
            <pc:docMk/>
            <pc:sldMk cId="0" sldId="260"/>
            <ac:spMk id="86" creationId="{00000000-0000-0000-0000-000000000000}"/>
          </ac:spMkLst>
        </pc:spChg>
        <pc:grpChg chg="del mod">
          <ac:chgData name="VIkram Goyal" userId="4529b0165c9307b1" providerId="LiveId" clId="{697E15A4-21D4-47E2-9C79-C70DAE4A1DFB}" dt="2022-01-20T03:54:47.737" v="6597"/>
          <ac:grpSpMkLst>
            <pc:docMk/>
            <pc:sldMk cId="0" sldId="260"/>
            <ac:grpSpMk id="6" creationId="{BC9167C9-7BF1-4742-9856-8726E602F7EE}"/>
          </ac:grpSpMkLst>
        </pc:grpChg>
        <pc:grpChg chg="del mod">
          <ac:chgData name="VIkram Goyal" userId="4529b0165c9307b1" providerId="LiveId" clId="{697E15A4-21D4-47E2-9C79-C70DAE4A1DFB}" dt="2021-09-25T05:04:17.008" v="4311" actId="478"/>
          <ac:grpSpMkLst>
            <pc:docMk/>
            <pc:sldMk cId="0" sldId="260"/>
            <ac:grpSpMk id="9" creationId="{247764CE-5B59-4270-A27C-EC540C4DE977}"/>
          </ac:grpSpMkLst>
        </pc:grpChg>
        <pc:grpChg chg="del mod">
          <ac:chgData name="VIkram Goyal" userId="4529b0165c9307b1" providerId="LiveId" clId="{697E15A4-21D4-47E2-9C79-C70DAE4A1DFB}" dt="2022-01-20T03:54:48.260" v="6599"/>
          <ac:grpSpMkLst>
            <pc:docMk/>
            <pc:sldMk cId="0" sldId="260"/>
            <ac:grpSpMk id="9" creationId="{32FF7D24-A600-4904-9653-AB788C140580}"/>
          </ac:grpSpMkLst>
        </pc:grpChg>
        <pc:grpChg chg="mod">
          <ac:chgData name="VIkram Goyal" userId="4529b0165c9307b1" providerId="LiveId" clId="{697E15A4-21D4-47E2-9C79-C70DAE4A1DFB}" dt="2022-01-20T03:54:48.260" v="6599"/>
          <ac:grpSpMkLst>
            <pc:docMk/>
            <pc:sldMk cId="0" sldId="260"/>
            <ac:grpSpMk id="11" creationId="{AE036A46-51AA-4C57-81C5-8B40B35205E6}"/>
          </ac:grpSpMkLst>
        </pc:grpChg>
        <pc:grpChg chg="del mod">
          <ac:chgData name="VIkram Goyal" userId="4529b0165c9307b1" providerId="LiveId" clId="{697E15A4-21D4-47E2-9C79-C70DAE4A1DFB}" dt="2021-09-25T05:04:07.519" v="4308" actId="478"/>
          <ac:grpSpMkLst>
            <pc:docMk/>
            <pc:sldMk cId="0" sldId="260"/>
            <ac:grpSpMk id="12" creationId="{A5CB19BA-FF3C-4E52-B8BE-6DE7219E6E1B}"/>
          </ac:grpSpMkLst>
        </pc:grpChg>
        <pc:grpChg chg="mod">
          <ac:chgData name="VIkram Goyal" userId="4529b0165c9307b1" providerId="LiveId" clId="{697E15A4-21D4-47E2-9C79-C70DAE4A1DFB}" dt="2022-01-20T03:54:54.838" v="6604"/>
          <ac:grpSpMkLst>
            <pc:docMk/>
            <pc:sldMk cId="0" sldId="260"/>
            <ac:grpSpMk id="16" creationId="{67B7CCD5-BCD9-4AE1-B4FF-C8DCC593D526}"/>
          </ac:grpSpMkLst>
        </pc:grpChg>
        <pc:grpChg chg="del mod">
          <ac:chgData name="VIkram Goyal" userId="4529b0165c9307b1" providerId="LiveId" clId="{697E15A4-21D4-47E2-9C79-C70DAE4A1DFB}" dt="2021-09-25T05:04:42.217" v="4322" actId="478"/>
          <ac:grpSpMkLst>
            <pc:docMk/>
            <pc:sldMk cId="0" sldId="260"/>
            <ac:grpSpMk id="20" creationId="{481662DF-E2F7-4A57-87AE-C58C071AEB59}"/>
          </ac:grpSpMkLst>
        </pc:grpChg>
        <pc:grpChg chg="mod">
          <ac:chgData name="VIkram Goyal" userId="4529b0165c9307b1" providerId="LiveId" clId="{697E15A4-21D4-47E2-9C79-C70DAE4A1DFB}" dt="2022-01-20T03:55:03.273" v="6620"/>
          <ac:grpSpMkLst>
            <pc:docMk/>
            <pc:sldMk cId="0" sldId="260"/>
            <ac:grpSpMk id="33" creationId="{DADF0848-EC10-487F-B5B4-55E31391975B}"/>
          </ac:grpSpMkLst>
        </pc:grpChg>
        <pc:grpChg chg="del mod">
          <ac:chgData name="VIkram Goyal" userId="4529b0165c9307b1" providerId="LiveId" clId="{697E15A4-21D4-47E2-9C79-C70DAE4A1DFB}" dt="2021-09-25T05:04:00.878" v="4305" actId="478"/>
          <ac:grpSpMkLst>
            <pc:docMk/>
            <pc:sldMk cId="0" sldId="260"/>
            <ac:grpSpMk id="35" creationId="{607132D0-62B5-45A1-A90C-DF1018CADD07}"/>
          </ac:grpSpMkLst>
        </pc:grpChg>
        <pc:inkChg chg="add del">
          <ac:chgData name="VIkram Goyal" userId="4529b0165c9307b1" providerId="LiveId" clId="{697E15A4-21D4-47E2-9C79-C70DAE4A1DFB}" dt="2021-09-25T05:04:11.037" v="4309" actId="478"/>
          <ac:inkMkLst>
            <pc:docMk/>
            <pc:sldMk cId="0" sldId="260"/>
            <ac:inkMk id="2" creationId="{BC626FB2-E9F1-4619-BA3C-5855E9EC0D7D}"/>
          </ac:inkMkLst>
        </pc:inkChg>
        <pc:inkChg chg="add">
          <ac:chgData name="VIkram Goyal" userId="4529b0165c9307b1" providerId="LiveId" clId="{697E15A4-21D4-47E2-9C79-C70DAE4A1DFB}" dt="2022-01-20T03:52:54.247" v="6499"/>
          <ac:inkMkLst>
            <pc:docMk/>
            <pc:sldMk cId="0" sldId="260"/>
            <ac:inkMk id="2" creationId="{EDB14EAC-6D3D-4E4F-99CA-A49080BA9476}"/>
          </ac:inkMkLst>
        </pc:inkChg>
        <pc:inkChg chg="add del">
          <ac:chgData name="VIkram Goyal" userId="4529b0165c9307b1" providerId="LiveId" clId="{697E15A4-21D4-47E2-9C79-C70DAE4A1DFB}" dt="2021-09-25T05:04:14.309" v="4310" actId="478"/>
          <ac:inkMkLst>
            <pc:docMk/>
            <pc:sldMk cId="0" sldId="260"/>
            <ac:inkMk id="3" creationId="{19EF4DC8-1ECC-44F5-9F29-9FAE879275F0}"/>
          </ac:inkMkLst>
        </pc:inkChg>
        <pc:inkChg chg="add mod">
          <ac:chgData name="VIkram Goyal" userId="4529b0165c9307b1" providerId="LiveId" clId="{697E15A4-21D4-47E2-9C79-C70DAE4A1DFB}" dt="2022-01-20T03:54:48.260" v="6599"/>
          <ac:inkMkLst>
            <pc:docMk/>
            <pc:sldMk cId="0" sldId="260"/>
            <ac:inkMk id="3" creationId="{611E57A7-7D77-42D5-99CE-9D74681842C7}"/>
          </ac:inkMkLst>
        </pc:inkChg>
        <pc:inkChg chg="add mod">
          <ac:chgData name="VIkram Goyal" userId="4529b0165c9307b1" providerId="LiveId" clId="{697E15A4-21D4-47E2-9C79-C70DAE4A1DFB}" dt="2022-01-20T03:54:48.260" v="6599"/>
          <ac:inkMkLst>
            <pc:docMk/>
            <pc:sldMk cId="0" sldId="260"/>
            <ac:inkMk id="4" creationId="{3A9DC057-0479-4FD3-B081-321E2A8CAC44}"/>
          </ac:inkMkLst>
        </pc:inkChg>
        <pc:inkChg chg="add mod">
          <ac:chgData name="VIkram Goyal" userId="4529b0165c9307b1" providerId="LiveId" clId="{697E15A4-21D4-47E2-9C79-C70DAE4A1DFB}" dt="2021-01-15T06:58:49.937" v="1166"/>
          <ac:inkMkLst>
            <pc:docMk/>
            <pc:sldMk cId="0" sldId="260"/>
            <ac:inkMk id="4" creationId="{A9A1509C-7B4C-46A5-B048-11ECFCCF5B29}"/>
          </ac:inkMkLst>
        </pc:inkChg>
        <pc:inkChg chg="add mod">
          <ac:chgData name="VIkram Goyal" userId="4529b0165c9307b1" providerId="LiveId" clId="{697E15A4-21D4-47E2-9C79-C70DAE4A1DFB}" dt="2022-01-20T03:54:48.260" v="6599"/>
          <ac:inkMkLst>
            <pc:docMk/>
            <pc:sldMk cId="0" sldId="260"/>
            <ac:inkMk id="5" creationId="{10C84A1F-C03D-407C-822F-86A839AACE50}"/>
          </ac:inkMkLst>
        </pc:inkChg>
        <pc:inkChg chg="add mod">
          <ac:chgData name="VIkram Goyal" userId="4529b0165c9307b1" providerId="LiveId" clId="{697E15A4-21D4-47E2-9C79-C70DAE4A1DFB}" dt="2021-01-15T06:58:49.937" v="1166"/>
          <ac:inkMkLst>
            <pc:docMk/>
            <pc:sldMk cId="0" sldId="260"/>
            <ac:inkMk id="5" creationId="{C84A90F6-896E-4F99-B36D-A0FB61BAB911}"/>
          </ac:inkMkLst>
        </pc:inkChg>
        <pc:inkChg chg="add del">
          <ac:chgData name="VIkram Goyal" userId="4529b0165c9307b1" providerId="LiveId" clId="{697E15A4-21D4-47E2-9C79-C70DAE4A1DFB}" dt="2021-09-25T05:04:03.243" v="4306" actId="478"/>
          <ac:inkMkLst>
            <pc:docMk/>
            <pc:sldMk cId="0" sldId="260"/>
            <ac:inkMk id="6" creationId="{3A407CBF-3766-46B9-8FFE-20DB676264C8}"/>
          </ac:inkMkLst>
        </pc:inkChg>
        <pc:inkChg chg="add del">
          <ac:chgData name="VIkram Goyal" userId="4529b0165c9307b1" providerId="LiveId" clId="{697E15A4-21D4-47E2-9C79-C70DAE4A1DFB}" dt="2021-09-25T05:04:05.484" v="4307" actId="478"/>
          <ac:inkMkLst>
            <pc:docMk/>
            <pc:sldMk cId="0" sldId="260"/>
            <ac:inkMk id="7" creationId="{5867606E-AB49-42E8-BFBB-96A8016FAD15}"/>
          </ac:inkMkLst>
        </pc:inkChg>
        <pc:inkChg chg="add mod">
          <ac:chgData name="VIkram Goyal" userId="4529b0165c9307b1" providerId="LiveId" clId="{697E15A4-21D4-47E2-9C79-C70DAE4A1DFB}" dt="2022-01-20T03:54:48.260" v="6599"/>
          <ac:inkMkLst>
            <pc:docMk/>
            <pc:sldMk cId="0" sldId="260"/>
            <ac:inkMk id="7" creationId="{A4D409CC-4A9D-48B4-8E80-10635BA4B289}"/>
          </ac:inkMkLst>
        </pc:inkChg>
        <pc:inkChg chg="add mod">
          <ac:chgData name="VIkram Goyal" userId="4529b0165c9307b1" providerId="LiveId" clId="{697E15A4-21D4-47E2-9C79-C70DAE4A1DFB}" dt="2022-01-20T03:54:48.260" v="6599"/>
          <ac:inkMkLst>
            <pc:docMk/>
            <pc:sldMk cId="0" sldId="260"/>
            <ac:inkMk id="8" creationId="{B3E84596-FC92-40AD-978F-5BFE448656DA}"/>
          </ac:inkMkLst>
        </pc:inkChg>
        <pc:inkChg chg="add mod">
          <ac:chgData name="VIkram Goyal" userId="4529b0165c9307b1" providerId="LiveId" clId="{697E15A4-21D4-47E2-9C79-C70DAE4A1DFB}" dt="2021-01-15T06:58:49.937" v="1166"/>
          <ac:inkMkLst>
            <pc:docMk/>
            <pc:sldMk cId="0" sldId="260"/>
            <ac:inkMk id="8" creationId="{CFB30671-F232-4763-A151-2B67FB142B17}"/>
          </ac:inkMkLst>
        </pc:inkChg>
        <pc:inkChg chg="add mod">
          <ac:chgData name="VIkram Goyal" userId="4529b0165c9307b1" providerId="LiveId" clId="{697E15A4-21D4-47E2-9C79-C70DAE4A1DFB}" dt="2021-01-15T06:59:37.600" v="1169"/>
          <ac:inkMkLst>
            <pc:docMk/>
            <pc:sldMk cId="0" sldId="260"/>
            <ac:inkMk id="10" creationId="{23BF1E31-F85D-4AAE-B994-685E5FB6F2C4}"/>
          </ac:inkMkLst>
        </pc:inkChg>
        <pc:inkChg chg="add mod">
          <ac:chgData name="VIkram Goyal" userId="4529b0165c9307b1" providerId="LiveId" clId="{697E15A4-21D4-47E2-9C79-C70DAE4A1DFB}" dt="2022-01-20T03:54:48.260" v="6599"/>
          <ac:inkMkLst>
            <pc:docMk/>
            <pc:sldMk cId="0" sldId="260"/>
            <ac:inkMk id="10" creationId="{5DFD16C0-3998-4E0A-A82F-64BCB4E1A337}"/>
          </ac:inkMkLst>
        </pc:inkChg>
        <pc:inkChg chg="add mod">
          <ac:chgData name="VIkram Goyal" userId="4529b0165c9307b1" providerId="LiveId" clId="{697E15A4-21D4-47E2-9C79-C70DAE4A1DFB}" dt="2021-01-15T06:59:37.600" v="1169"/>
          <ac:inkMkLst>
            <pc:docMk/>
            <pc:sldMk cId="0" sldId="260"/>
            <ac:inkMk id="11" creationId="{0BC302B1-E6A3-4C07-8BFD-636FB8EDBCDE}"/>
          </ac:inkMkLst>
        </pc:inkChg>
        <pc:inkChg chg="add mod">
          <ac:chgData name="VIkram Goyal" userId="4529b0165c9307b1" providerId="LiveId" clId="{697E15A4-21D4-47E2-9C79-C70DAE4A1DFB}" dt="2022-01-20T03:54:54.838" v="6604"/>
          <ac:inkMkLst>
            <pc:docMk/>
            <pc:sldMk cId="0" sldId="260"/>
            <ac:inkMk id="12" creationId="{44167506-5E04-4372-8C87-1C85611FFF52}"/>
          </ac:inkMkLst>
        </pc:inkChg>
        <pc:inkChg chg="add mod">
          <ac:chgData name="VIkram Goyal" userId="4529b0165c9307b1" providerId="LiveId" clId="{697E15A4-21D4-47E2-9C79-C70DAE4A1DFB}" dt="2022-01-20T03:54:54.838" v="6604"/>
          <ac:inkMkLst>
            <pc:docMk/>
            <pc:sldMk cId="0" sldId="260"/>
            <ac:inkMk id="13" creationId="{1310770E-D3E4-4B2A-BD53-9F732979466E}"/>
          </ac:inkMkLst>
        </pc:inkChg>
        <pc:inkChg chg="add del">
          <ac:chgData name="VIkram Goyal" userId="4529b0165c9307b1" providerId="LiveId" clId="{697E15A4-21D4-47E2-9C79-C70DAE4A1DFB}" dt="2021-09-25T05:04:37.689" v="4320" actId="478"/>
          <ac:inkMkLst>
            <pc:docMk/>
            <pc:sldMk cId="0" sldId="260"/>
            <ac:inkMk id="13" creationId="{9741DF47-1569-4D78-84F0-4329CD06701A}"/>
          </ac:inkMkLst>
        </pc:inkChg>
        <pc:inkChg chg="add del">
          <ac:chgData name="VIkram Goyal" userId="4529b0165c9307b1" providerId="LiveId" clId="{697E15A4-21D4-47E2-9C79-C70DAE4A1DFB}" dt="2021-09-25T05:04:21.438" v="4313" actId="478"/>
          <ac:inkMkLst>
            <pc:docMk/>
            <pc:sldMk cId="0" sldId="260"/>
            <ac:inkMk id="14" creationId="{538A3FF9-0F1C-4A0B-8F37-23FF7C4A3B71}"/>
          </ac:inkMkLst>
        </pc:inkChg>
        <pc:inkChg chg="add mod">
          <ac:chgData name="VIkram Goyal" userId="4529b0165c9307b1" providerId="LiveId" clId="{697E15A4-21D4-47E2-9C79-C70DAE4A1DFB}" dt="2022-01-20T03:54:54.838" v="6604"/>
          <ac:inkMkLst>
            <pc:docMk/>
            <pc:sldMk cId="0" sldId="260"/>
            <ac:inkMk id="14" creationId="{EEB0ABE1-F9B2-4455-909C-0D633507D4E0}"/>
          </ac:inkMkLst>
        </pc:inkChg>
        <pc:inkChg chg="add del">
          <ac:chgData name="VIkram Goyal" userId="4529b0165c9307b1" providerId="LiveId" clId="{697E15A4-21D4-47E2-9C79-C70DAE4A1DFB}" dt="2021-09-25T05:04:33.427" v="4318" actId="478"/>
          <ac:inkMkLst>
            <pc:docMk/>
            <pc:sldMk cId="0" sldId="260"/>
            <ac:inkMk id="15" creationId="{0CB7C8D8-B972-48E3-95F6-0C868408C32B}"/>
          </ac:inkMkLst>
        </pc:inkChg>
        <pc:inkChg chg="add mod">
          <ac:chgData name="VIkram Goyal" userId="4529b0165c9307b1" providerId="LiveId" clId="{697E15A4-21D4-47E2-9C79-C70DAE4A1DFB}" dt="2022-01-20T03:54:54.838" v="6604"/>
          <ac:inkMkLst>
            <pc:docMk/>
            <pc:sldMk cId="0" sldId="260"/>
            <ac:inkMk id="15" creationId="{257EEC39-22A6-4422-9CFD-98521A78592D}"/>
          </ac:inkMkLst>
        </pc:inkChg>
        <pc:inkChg chg="add del">
          <ac:chgData name="VIkram Goyal" userId="4529b0165c9307b1" providerId="LiveId" clId="{697E15A4-21D4-47E2-9C79-C70DAE4A1DFB}" dt="2021-09-25T05:04:28.023" v="4315" actId="478"/>
          <ac:inkMkLst>
            <pc:docMk/>
            <pc:sldMk cId="0" sldId="260"/>
            <ac:inkMk id="16" creationId="{EEB9E9C3-39DE-4E42-B9BD-589307AC05E0}"/>
          </ac:inkMkLst>
        </pc:inkChg>
        <pc:inkChg chg="add">
          <ac:chgData name="VIkram Goyal" userId="4529b0165c9307b1" providerId="LiveId" clId="{697E15A4-21D4-47E2-9C79-C70DAE4A1DFB}" dt="2021-01-15T07:00:16.301" v="1174" actId="9405"/>
          <ac:inkMkLst>
            <pc:docMk/>
            <pc:sldMk cId="0" sldId="260"/>
            <ac:inkMk id="17" creationId="{771C9F90-161E-4EE5-BAD1-55074520A43B}"/>
          </ac:inkMkLst>
        </pc:inkChg>
        <pc:inkChg chg="add mod">
          <ac:chgData name="VIkram Goyal" userId="4529b0165c9307b1" providerId="LiveId" clId="{697E15A4-21D4-47E2-9C79-C70DAE4A1DFB}" dt="2021-01-15T07:00:18.253" v="1177"/>
          <ac:inkMkLst>
            <pc:docMk/>
            <pc:sldMk cId="0" sldId="260"/>
            <ac:inkMk id="18" creationId="{22A02B1D-5EBE-41D4-835C-DA08466FCC89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18" creationId="{F2039D21-E408-476E-976A-4AFE1EB87415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19" creationId="{8EAA9367-69E9-412B-8AC1-6C68B5BF9399}"/>
          </ac:inkMkLst>
        </pc:inkChg>
        <pc:inkChg chg="add mod">
          <ac:chgData name="VIkram Goyal" userId="4529b0165c9307b1" providerId="LiveId" clId="{697E15A4-21D4-47E2-9C79-C70DAE4A1DFB}" dt="2021-01-15T07:00:18.253" v="1177"/>
          <ac:inkMkLst>
            <pc:docMk/>
            <pc:sldMk cId="0" sldId="260"/>
            <ac:inkMk id="19" creationId="{C677E9E6-D159-4BFD-BEB1-0C365F7F5857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20" creationId="{05826306-732F-4CED-8094-A8C495762A9E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21" creationId="{7F8F5CB1-D9DD-4D20-AB2C-DE9BEA7BB320}"/>
          </ac:inkMkLst>
        </pc:inkChg>
        <pc:inkChg chg="add del">
          <ac:chgData name="VIkram Goyal" userId="4529b0165c9307b1" providerId="LiveId" clId="{697E15A4-21D4-47E2-9C79-C70DAE4A1DFB}" dt="2021-09-25T05:04:19.429" v="4312" actId="478"/>
          <ac:inkMkLst>
            <pc:docMk/>
            <pc:sldMk cId="0" sldId="260"/>
            <ac:inkMk id="21" creationId="{C5C557E5-B2C0-456C-A8BB-9646D8F83869}"/>
          </ac:inkMkLst>
        </pc:inkChg>
        <pc:inkChg chg="add del">
          <ac:chgData name="VIkram Goyal" userId="4529b0165c9307b1" providerId="LiveId" clId="{697E15A4-21D4-47E2-9C79-C70DAE4A1DFB}" dt="2021-09-25T05:04:35.734" v="4319" actId="478"/>
          <ac:inkMkLst>
            <pc:docMk/>
            <pc:sldMk cId="0" sldId="260"/>
            <ac:inkMk id="22" creationId="{45335B67-59B5-4C90-A329-B1EE2E2C5E0A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22" creationId="{BAA88917-CB17-4C08-BC1C-551E47C2CFFE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23" creationId="{50707D37-6CBA-4808-BE71-133BE23BB231}"/>
          </ac:inkMkLst>
        </pc:inkChg>
        <pc:inkChg chg="add del mod">
          <ac:chgData name="VIkram Goyal" userId="4529b0165c9307b1" providerId="LiveId" clId="{697E15A4-21D4-47E2-9C79-C70DAE4A1DFB}" dt="2021-09-25T05:04:30.448" v="4317" actId="478"/>
          <ac:inkMkLst>
            <pc:docMk/>
            <pc:sldMk cId="0" sldId="260"/>
            <ac:inkMk id="23" creationId="{9ADCAEB2-0881-4037-AD72-62ED34B0E4A7}"/>
          </ac:inkMkLst>
        </pc:inkChg>
        <pc:inkChg chg="add del">
          <ac:chgData name="VIkram Goyal" userId="4529b0165c9307b1" providerId="LiveId" clId="{697E15A4-21D4-47E2-9C79-C70DAE4A1DFB}" dt="2021-09-25T05:04:23.319" v="4314" actId="478"/>
          <ac:inkMkLst>
            <pc:docMk/>
            <pc:sldMk cId="0" sldId="260"/>
            <ac:inkMk id="24" creationId="{C518D3CD-AC8F-45F2-8B4D-11BAF048FF4A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24" creationId="{E0DD0227-78FC-479A-8724-509D71D22590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25" creationId="{2E6839ED-B494-40FD-A8D1-93B1D79D0CC9}"/>
          </ac:inkMkLst>
        </pc:inkChg>
        <pc:inkChg chg="add del">
          <ac:chgData name="VIkram Goyal" userId="4529b0165c9307b1" providerId="LiveId" clId="{697E15A4-21D4-47E2-9C79-C70DAE4A1DFB}" dt="2021-09-25T05:04:39.734" v="4321" actId="478"/>
          <ac:inkMkLst>
            <pc:docMk/>
            <pc:sldMk cId="0" sldId="260"/>
            <ac:inkMk id="25" creationId="{95C0DDD6-00DC-467F-B68C-7E750454616B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26" creationId="{6CE904D6-E985-4A18-A6C5-1D23BD19B5E3}"/>
          </ac:inkMkLst>
        </pc:inkChg>
        <pc:inkChg chg="add del">
          <ac:chgData name="VIkram Goyal" userId="4529b0165c9307b1" providerId="LiveId" clId="{697E15A4-21D4-47E2-9C79-C70DAE4A1DFB}" dt="2021-09-25T05:04:47.768" v="4324" actId="478"/>
          <ac:inkMkLst>
            <pc:docMk/>
            <pc:sldMk cId="0" sldId="260"/>
            <ac:inkMk id="26" creationId="{BCBD54D6-0EB6-41E4-AE76-E4D790D049A9}"/>
          </ac:inkMkLst>
        </pc:inkChg>
        <pc:inkChg chg="add del">
          <ac:chgData name="VIkram Goyal" userId="4529b0165c9307b1" providerId="LiveId" clId="{697E15A4-21D4-47E2-9C79-C70DAE4A1DFB}" dt="2021-09-25T05:04:45.327" v="4323" actId="478"/>
          <ac:inkMkLst>
            <pc:docMk/>
            <pc:sldMk cId="0" sldId="260"/>
            <ac:inkMk id="27" creationId="{86183174-ED08-4232-A8D1-EEB782DCDEB7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27" creationId="{C1829545-4493-4683-AFEA-09A98E184176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28" creationId="{83815712-F6D6-4C2B-83B7-7432F0BBEDAC}"/>
          </ac:inkMkLst>
        </pc:inkChg>
        <pc:inkChg chg="add mod">
          <ac:chgData name="VIkram Goyal" userId="4529b0165c9307b1" providerId="LiveId" clId="{697E15A4-21D4-47E2-9C79-C70DAE4A1DFB}" dt="2021-01-15T07:01:49.410" v="1195"/>
          <ac:inkMkLst>
            <pc:docMk/>
            <pc:sldMk cId="0" sldId="260"/>
            <ac:inkMk id="28" creationId="{E031BBDF-6B10-4EEE-AE18-B747ACAD9DDE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29" creationId="{75A4E9A1-A3EB-4EFA-81BE-7FE277EB0AE7}"/>
          </ac:inkMkLst>
        </pc:inkChg>
        <pc:inkChg chg="add mod">
          <ac:chgData name="VIkram Goyal" userId="4529b0165c9307b1" providerId="LiveId" clId="{697E15A4-21D4-47E2-9C79-C70DAE4A1DFB}" dt="2021-01-15T07:01:49.410" v="1195"/>
          <ac:inkMkLst>
            <pc:docMk/>
            <pc:sldMk cId="0" sldId="260"/>
            <ac:inkMk id="29" creationId="{E12606ED-F983-4F34-A52C-2B86F843F168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30" creationId="{122B9E96-E0DC-4642-A121-05C08F607EA9}"/>
          </ac:inkMkLst>
        </pc:inkChg>
        <pc:inkChg chg="add mod">
          <ac:chgData name="VIkram Goyal" userId="4529b0165c9307b1" providerId="LiveId" clId="{697E15A4-21D4-47E2-9C79-C70DAE4A1DFB}" dt="2021-01-15T07:01:49.410" v="1195"/>
          <ac:inkMkLst>
            <pc:docMk/>
            <pc:sldMk cId="0" sldId="260"/>
            <ac:inkMk id="30" creationId="{9320AF5F-70A0-4C77-B091-F5F1533FAA1C}"/>
          </ac:inkMkLst>
        </pc:inkChg>
        <pc:inkChg chg="add mod">
          <ac:chgData name="VIkram Goyal" userId="4529b0165c9307b1" providerId="LiveId" clId="{697E15A4-21D4-47E2-9C79-C70DAE4A1DFB}" dt="2021-01-15T07:01:49.410" v="1195"/>
          <ac:inkMkLst>
            <pc:docMk/>
            <pc:sldMk cId="0" sldId="260"/>
            <ac:inkMk id="31" creationId="{0454E37B-324D-4A19-8C1F-AF00591B1B14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31" creationId="{90BB1246-E7DC-45EF-B30B-9F0BC38657E4}"/>
          </ac:inkMkLst>
        </pc:inkChg>
        <pc:inkChg chg="add mod">
          <ac:chgData name="VIkram Goyal" userId="4529b0165c9307b1" providerId="LiveId" clId="{697E15A4-21D4-47E2-9C79-C70DAE4A1DFB}" dt="2022-01-20T03:55:03.273" v="6620"/>
          <ac:inkMkLst>
            <pc:docMk/>
            <pc:sldMk cId="0" sldId="260"/>
            <ac:inkMk id="32" creationId="{06FF5B84-40E8-4154-9897-937C60F8EB70}"/>
          </ac:inkMkLst>
        </pc:inkChg>
        <pc:inkChg chg="add mod">
          <ac:chgData name="VIkram Goyal" userId="4529b0165c9307b1" providerId="LiveId" clId="{697E15A4-21D4-47E2-9C79-C70DAE4A1DFB}" dt="2021-01-15T07:01:49.410" v="1195"/>
          <ac:inkMkLst>
            <pc:docMk/>
            <pc:sldMk cId="0" sldId="260"/>
            <ac:inkMk id="32" creationId="{6B16BBCD-7002-4B66-9AB0-5DC0B4FFFE60}"/>
          </ac:inkMkLst>
        </pc:inkChg>
        <pc:inkChg chg="add mod">
          <ac:chgData name="VIkram Goyal" userId="4529b0165c9307b1" providerId="LiveId" clId="{697E15A4-21D4-47E2-9C79-C70DAE4A1DFB}" dt="2021-01-15T07:01:49.410" v="1195"/>
          <ac:inkMkLst>
            <pc:docMk/>
            <pc:sldMk cId="0" sldId="260"/>
            <ac:inkMk id="33" creationId="{92626AD6-EE84-4872-A1D7-B0F62022CBC9}"/>
          </ac:inkMkLst>
        </pc:inkChg>
        <pc:inkChg chg="add mod">
          <ac:chgData name="VIkram Goyal" userId="4529b0165c9307b1" providerId="LiveId" clId="{697E15A4-21D4-47E2-9C79-C70DAE4A1DFB}" dt="2021-01-15T07:01:49.410" v="1195"/>
          <ac:inkMkLst>
            <pc:docMk/>
            <pc:sldMk cId="0" sldId="260"/>
            <ac:inkMk id="34" creationId="{5D97284A-B6B2-4FD7-85F9-2718BB7B933B}"/>
          </ac:inkMkLst>
        </pc:inkChg>
      </pc:sldChg>
      <pc:sldChg chg="addSp delSp modSp mod">
        <pc:chgData name="VIkram Goyal" userId="4529b0165c9307b1" providerId="LiveId" clId="{697E15A4-21D4-47E2-9C79-C70DAE4A1DFB}" dt="2022-01-25T05:27:16.422" v="8236"/>
        <pc:sldMkLst>
          <pc:docMk/>
          <pc:sldMk cId="0" sldId="261"/>
        </pc:sldMkLst>
        <pc:spChg chg="mod">
          <ac:chgData name="VIkram Goyal" userId="4529b0165c9307b1" providerId="LiveId" clId="{697E15A4-21D4-47E2-9C79-C70DAE4A1DFB}" dt="2021-09-25T05:14:32.870" v="4580" actId="20577"/>
          <ac:spMkLst>
            <pc:docMk/>
            <pc:sldMk cId="0" sldId="261"/>
            <ac:spMk id="91" creationId="{00000000-0000-0000-0000-000000000000}"/>
          </ac:spMkLst>
        </pc:spChg>
        <pc:spChg chg="mod">
          <ac:chgData name="VIkram Goyal" userId="4529b0165c9307b1" providerId="LiveId" clId="{697E15A4-21D4-47E2-9C79-C70DAE4A1DFB}" dt="2021-09-25T05:14:42.684" v="4593" actId="20577"/>
          <ac:spMkLst>
            <pc:docMk/>
            <pc:sldMk cId="0" sldId="261"/>
            <ac:spMk id="92" creationId="{00000000-0000-0000-0000-000000000000}"/>
          </ac:spMkLst>
        </pc:spChg>
        <pc:grpChg chg="del mod">
          <ac:chgData name="VIkram Goyal" userId="4529b0165c9307b1" providerId="LiveId" clId="{697E15A4-21D4-47E2-9C79-C70DAE4A1DFB}" dt="2022-01-20T04:03:26.171" v="6646"/>
          <ac:grpSpMkLst>
            <pc:docMk/>
            <pc:sldMk cId="0" sldId="261"/>
            <ac:grpSpMk id="5" creationId="{14CF94FE-AE1D-432F-A962-ED99D355BD78}"/>
          </ac:grpSpMkLst>
        </pc:grpChg>
        <pc:grpChg chg="del mod">
          <ac:chgData name="VIkram Goyal" userId="4529b0165c9307b1" providerId="LiveId" clId="{697E15A4-21D4-47E2-9C79-C70DAE4A1DFB}" dt="2022-01-20T04:03:26.687" v="6648"/>
          <ac:grpSpMkLst>
            <pc:docMk/>
            <pc:sldMk cId="0" sldId="261"/>
            <ac:grpSpMk id="11" creationId="{F3664519-C680-4E46-BD1F-87B6BC7B7187}"/>
          </ac:grpSpMkLst>
        </pc:grpChg>
        <pc:grpChg chg="del mod">
          <ac:chgData name="VIkram Goyal" userId="4529b0165c9307b1" providerId="LiveId" clId="{697E15A4-21D4-47E2-9C79-C70DAE4A1DFB}" dt="2022-01-20T04:03:29.288" v="6651"/>
          <ac:grpSpMkLst>
            <pc:docMk/>
            <pc:sldMk cId="0" sldId="261"/>
            <ac:grpSpMk id="13" creationId="{9979AB49-2EBE-49CD-B06F-6C7BCD4CA682}"/>
          </ac:grpSpMkLst>
        </pc:grpChg>
        <pc:grpChg chg="del mod">
          <ac:chgData name="VIkram Goyal" userId="4529b0165c9307b1" providerId="LiveId" clId="{697E15A4-21D4-47E2-9C79-C70DAE4A1DFB}" dt="2022-01-20T04:03:43.016" v="6667"/>
          <ac:grpSpMkLst>
            <pc:docMk/>
            <pc:sldMk cId="0" sldId="261"/>
            <ac:grpSpMk id="16" creationId="{A50F0118-4195-43C0-A68A-3649135DBFA1}"/>
          </ac:grpSpMkLst>
        </pc:grpChg>
        <pc:grpChg chg="del mod">
          <ac:chgData name="VIkram Goyal" userId="4529b0165c9307b1" providerId="LiveId" clId="{697E15A4-21D4-47E2-9C79-C70DAE4A1DFB}" dt="2021-01-15T07:09:24.739" v="1258"/>
          <ac:grpSpMkLst>
            <pc:docMk/>
            <pc:sldMk cId="0" sldId="261"/>
            <ac:grpSpMk id="18" creationId="{51509B01-024D-41C9-AA07-5F8C7D1B7217}"/>
          </ac:grpSpMkLst>
        </pc:grpChg>
        <pc:grpChg chg="del mod">
          <ac:chgData name="VIkram Goyal" userId="4529b0165c9307b1" providerId="LiveId" clId="{697E15A4-21D4-47E2-9C79-C70DAE4A1DFB}" dt="2021-01-15T07:09:24.739" v="1259"/>
          <ac:grpSpMkLst>
            <pc:docMk/>
            <pc:sldMk cId="0" sldId="261"/>
            <ac:grpSpMk id="19" creationId="{E81782A0-6B58-4A8C-9F9C-A22FBE7D17D9}"/>
          </ac:grpSpMkLst>
        </pc:grpChg>
        <pc:grpChg chg="del mod">
          <ac:chgData name="VIkram Goyal" userId="4529b0165c9307b1" providerId="LiveId" clId="{697E15A4-21D4-47E2-9C79-C70DAE4A1DFB}" dt="2021-09-25T05:04:52.709" v="4325" actId="478"/>
          <ac:grpSpMkLst>
            <pc:docMk/>
            <pc:sldMk cId="0" sldId="261"/>
            <ac:grpSpMk id="26" creationId="{5702DA32-7532-4859-A7B1-72B4C4B7E463}"/>
          </ac:grpSpMkLst>
        </pc:grpChg>
        <pc:grpChg chg="del mod">
          <ac:chgData name="VIkram Goyal" userId="4529b0165c9307b1" providerId="LiveId" clId="{697E15A4-21D4-47E2-9C79-C70DAE4A1DFB}" dt="2022-01-20T04:03:59.145" v="6682"/>
          <ac:grpSpMkLst>
            <pc:docMk/>
            <pc:sldMk cId="0" sldId="261"/>
            <ac:grpSpMk id="32" creationId="{F3AF7B26-0469-46E6-8665-3C29E0A5BF10}"/>
          </ac:grpSpMkLst>
        </pc:grpChg>
        <pc:grpChg chg="del mod">
          <ac:chgData name="VIkram Goyal" userId="4529b0165c9307b1" providerId="LiveId" clId="{697E15A4-21D4-47E2-9C79-C70DAE4A1DFB}" dt="2021-01-15T07:11:13.975" v="1277"/>
          <ac:grpSpMkLst>
            <pc:docMk/>
            <pc:sldMk cId="0" sldId="261"/>
            <ac:grpSpMk id="35" creationId="{8FD2E52F-D9A8-46B3-A91D-8BA32F915907}"/>
          </ac:grpSpMkLst>
        </pc:grpChg>
        <pc:grpChg chg="del mod">
          <ac:chgData name="VIkram Goyal" userId="4529b0165c9307b1" providerId="LiveId" clId="{697E15A4-21D4-47E2-9C79-C70DAE4A1DFB}" dt="2022-01-20T04:03:59.145" v="6682"/>
          <ac:grpSpMkLst>
            <pc:docMk/>
            <pc:sldMk cId="0" sldId="261"/>
            <ac:grpSpMk id="37" creationId="{3189B68C-0DB1-47C6-8F53-CA75A517A260}"/>
          </ac:grpSpMkLst>
        </pc:grpChg>
        <pc:grpChg chg="del mod">
          <ac:chgData name="VIkram Goyal" userId="4529b0165c9307b1" providerId="LiveId" clId="{697E15A4-21D4-47E2-9C79-C70DAE4A1DFB}" dt="2021-09-25T05:04:54.336" v="4327" actId="478"/>
          <ac:grpSpMkLst>
            <pc:docMk/>
            <pc:sldMk cId="0" sldId="261"/>
            <ac:grpSpMk id="37" creationId="{67D25D2A-EF81-4A1A-BE9A-1C1A23ABB101}"/>
          </ac:grpSpMkLst>
        </pc:grpChg>
        <pc:grpChg chg="del mod">
          <ac:chgData name="VIkram Goyal" userId="4529b0165c9307b1" providerId="LiveId" clId="{697E15A4-21D4-47E2-9C79-C70DAE4A1DFB}" dt="2021-01-15T07:14:50.660" v="1301"/>
          <ac:grpSpMkLst>
            <pc:docMk/>
            <pc:sldMk cId="0" sldId="261"/>
            <ac:grpSpMk id="43" creationId="{9B3739DE-6240-4292-B81A-F79E23C0B0CE}"/>
          </ac:grpSpMkLst>
        </pc:grpChg>
        <pc:grpChg chg="del mod">
          <ac:chgData name="VIkram Goyal" userId="4529b0165c9307b1" providerId="LiveId" clId="{697E15A4-21D4-47E2-9C79-C70DAE4A1DFB}" dt="2021-01-15T07:14:50.660" v="1301"/>
          <ac:grpSpMkLst>
            <pc:docMk/>
            <pc:sldMk cId="0" sldId="261"/>
            <ac:grpSpMk id="46" creationId="{781E303B-F76B-41B2-B863-6E27341ADD82}"/>
          </ac:grpSpMkLst>
        </pc:grpChg>
        <pc:grpChg chg="del mod">
          <ac:chgData name="VIkram Goyal" userId="4529b0165c9307b1" providerId="LiveId" clId="{697E15A4-21D4-47E2-9C79-C70DAE4A1DFB}" dt="2022-01-25T04:47:50.725" v="7058"/>
          <ac:grpSpMkLst>
            <pc:docMk/>
            <pc:sldMk cId="0" sldId="261"/>
            <ac:grpSpMk id="47" creationId="{92960636-1006-457D-BEA8-983D611825B6}"/>
          </ac:grpSpMkLst>
        </pc:grpChg>
        <pc:grpChg chg="del mod">
          <ac:chgData name="VIkram Goyal" userId="4529b0165c9307b1" providerId="LiveId" clId="{697E15A4-21D4-47E2-9C79-C70DAE4A1DFB}" dt="2022-01-20T04:04:04.435" v="6689"/>
          <ac:grpSpMkLst>
            <pc:docMk/>
            <pc:sldMk cId="0" sldId="261"/>
            <ac:grpSpMk id="47" creationId="{B6A61DAE-5577-430A-8832-51549836EE31}"/>
          </ac:grpSpMkLst>
        </pc:grpChg>
        <pc:grpChg chg="del mod">
          <ac:chgData name="VIkram Goyal" userId="4529b0165c9307b1" providerId="LiveId" clId="{697E15A4-21D4-47E2-9C79-C70DAE4A1DFB}" dt="2021-01-15T07:14:50.660" v="1301"/>
          <ac:grpSpMkLst>
            <pc:docMk/>
            <pc:sldMk cId="0" sldId="261"/>
            <ac:grpSpMk id="49" creationId="{2206EBC7-8938-41E3-934A-8DBD737417AF}"/>
          </ac:grpSpMkLst>
        </pc:grpChg>
        <pc:grpChg chg="del mod">
          <ac:chgData name="VIkram Goyal" userId="4529b0165c9307b1" providerId="LiveId" clId="{697E15A4-21D4-47E2-9C79-C70DAE4A1DFB}" dt="2022-01-20T04:04:04.435" v="6689"/>
          <ac:grpSpMkLst>
            <pc:docMk/>
            <pc:sldMk cId="0" sldId="261"/>
            <ac:grpSpMk id="51" creationId="{D1F4EDDA-CD74-4C91-80C8-093260AFC161}"/>
          </ac:grpSpMkLst>
        </pc:grpChg>
        <pc:grpChg chg="del mod">
          <ac:chgData name="VIkram Goyal" userId="4529b0165c9307b1" providerId="LiveId" clId="{697E15A4-21D4-47E2-9C79-C70DAE4A1DFB}" dt="2022-01-25T04:47:55.094" v="7063"/>
          <ac:grpSpMkLst>
            <pc:docMk/>
            <pc:sldMk cId="0" sldId="261"/>
            <ac:grpSpMk id="54" creationId="{86964A83-72E1-4992-9089-ABBC12705798}"/>
          </ac:grpSpMkLst>
        </pc:grpChg>
        <pc:grpChg chg="del mod">
          <ac:chgData name="VIkram Goyal" userId="4529b0165c9307b1" providerId="LiveId" clId="{697E15A4-21D4-47E2-9C79-C70DAE4A1DFB}" dt="2022-01-20T04:04:10.131" v="6696"/>
          <ac:grpSpMkLst>
            <pc:docMk/>
            <pc:sldMk cId="0" sldId="261"/>
            <ac:grpSpMk id="54" creationId="{982F3479-620E-41F3-8A8E-1705EC18CA4A}"/>
          </ac:grpSpMkLst>
        </pc:grpChg>
        <pc:grpChg chg="del mod">
          <ac:chgData name="VIkram Goyal" userId="4529b0165c9307b1" providerId="LiveId" clId="{697E15A4-21D4-47E2-9C79-C70DAE4A1DFB}" dt="2021-01-15T07:14:53.614" v="1303"/>
          <ac:grpSpMkLst>
            <pc:docMk/>
            <pc:sldMk cId="0" sldId="261"/>
            <ac:grpSpMk id="61" creationId="{B4A19FB0-E124-4A3E-B8BC-A3DC085E3042}"/>
          </ac:grpSpMkLst>
        </pc:grpChg>
        <pc:grpChg chg="del mod">
          <ac:chgData name="VIkram Goyal" userId="4529b0165c9307b1" providerId="LiveId" clId="{697E15A4-21D4-47E2-9C79-C70DAE4A1DFB}" dt="2022-01-20T04:04:13.814" v="6704"/>
          <ac:grpSpMkLst>
            <pc:docMk/>
            <pc:sldMk cId="0" sldId="261"/>
            <ac:grpSpMk id="61" creationId="{C09115D8-A59B-4471-8AE6-D81A52023EC3}"/>
          </ac:grpSpMkLst>
        </pc:grpChg>
        <pc:grpChg chg="del mod">
          <ac:chgData name="VIkram Goyal" userId="4529b0165c9307b1" providerId="LiveId" clId="{697E15A4-21D4-47E2-9C79-C70DAE4A1DFB}" dt="2021-01-15T07:14:55.462" v="1305"/>
          <ac:grpSpMkLst>
            <pc:docMk/>
            <pc:sldMk cId="0" sldId="261"/>
            <ac:grpSpMk id="63" creationId="{B5FB7CB5-8866-452E-8FEA-79E4066F3E06}"/>
          </ac:grpSpMkLst>
        </pc:grpChg>
        <pc:grpChg chg="del mod">
          <ac:chgData name="VIkram Goyal" userId="4529b0165c9307b1" providerId="LiveId" clId="{697E15A4-21D4-47E2-9C79-C70DAE4A1DFB}" dt="2021-01-15T07:14:56.807" v="1307"/>
          <ac:grpSpMkLst>
            <pc:docMk/>
            <pc:sldMk cId="0" sldId="261"/>
            <ac:grpSpMk id="65" creationId="{8169B74D-B4BA-4F3B-B73B-4F26C271CFBB}"/>
          </ac:grpSpMkLst>
        </pc:grpChg>
        <pc:grpChg chg="del mod">
          <ac:chgData name="VIkram Goyal" userId="4529b0165c9307b1" providerId="LiveId" clId="{697E15A4-21D4-47E2-9C79-C70DAE4A1DFB}" dt="2021-01-15T07:14:58.100" v="1309"/>
          <ac:grpSpMkLst>
            <pc:docMk/>
            <pc:sldMk cId="0" sldId="261"/>
            <ac:grpSpMk id="67" creationId="{EF068DED-CFD1-41C8-9CA5-DA4EAEA40FEB}"/>
          </ac:grpSpMkLst>
        </pc:grpChg>
        <pc:grpChg chg="del mod">
          <ac:chgData name="VIkram Goyal" userId="4529b0165c9307b1" providerId="LiveId" clId="{697E15A4-21D4-47E2-9C79-C70DAE4A1DFB}" dt="2022-01-20T04:04:14.808" v="6706"/>
          <ac:grpSpMkLst>
            <pc:docMk/>
            <pc:sldMk cId="0" sldId="261"/>
            <ac:grpSpMk id="69" creationId="{20BC1F80-CA19-443F-9123-BA350A58F9E2}"/>
          </ac:grpSpMkLst>
        </pc:grpChg>
        <pc:grpChg chg="del mod">
          <ac:chgData name="VIkram Goyal" userId="4529b0165c9307b1" providerId="LiveId" clId="{697E15A4-21D4-47E2-9C79-C70DAE4A1DFB}" dt="2021-09-25T05:05:26.197" v="4342" actId="478"/>
          <ac:grpSpMkLst>
            <pc:docMk/>
            <pc:sldMk cId="0" sldId="261"/>
            <ac:grpSpMk id="69" creationId="{32429B3C-532B-4F52-9A0C-AFB7B4D947C7}"/>
          </ac:grpSpMkLst>
        </pc:grpChg>
        <pc:grpChg chg="del mod">
          <ac:chgData name="VIkram Goyal" userId="4529b0165c9307b1" providerId="LiveId" clId="{697E15A4-21D4-47E2-9C79-C70DAE4A1DFB}" dt="2022-01-20T04:04:37.413" v="6711"/>
          <ac:grpSpMkLst>
            <pc:docMk/>
            <pc:sldMk cId="0" sldId="261"/>
            <ac:grpSpMk id="71" creationId="{F2308C9F-1F53-4461-A676-8B733A361BC3}"/>
          </ac:grpSpMkLst>
        </pc:grpChg>
        <pc:grpChg chg="del mod">
          <ac:chgData name="VIkram Goyal" userId="4529b0165c9307b1" providerId="LiveId" clId="{697E15A4-21D4-47E2-9C79-C70DAE4A1DFB}" dt="2021-09-25T05:05:46.478" v="4349" actId="478"/>
          <ac:grpSpMkLst>
            <pc:docMk/>
            <pc:sldMk cId="0" sldId="261"/>
            <ac:grpSpMk id="72" creationId="{3F6C197C-CBE8-4F29-9B5F-03A50067B390}"/>
          </ac:grpSpMkLst>
        </pc:grpChg>
        <pc:grpChg chg="del mod">
          <ac:chgData name="VIkram Goyal" userId="4529b0165c9307b1" providerId="LiveId" clId="{697E15A4-21D4-47E2-9C79-C70DAE4A1DFB}" dt="2021-01-15T07:35:07.809" v="2242"/>
          <ac:grpSpMkLst>
            <pc:docMk/>
            <pc:sldMk cId="0" sldId="261"/>
            <ac:grpSpMk id="76" creationId="{A65A4C36-B35E-4F4A-B99C-83DB11BB71A5}"/>
          </ac:grpSpMkLst>
        </pc:grpChg>
        <pc:grpChg chg="del mod">
          <ac:chgData name="VIkram Goyal" userId="4529b0165c9307b1" providerId="LiveId" clId="{697E15A4-21D4-47E2-9C79-C70DAE4A1DFB}" dt="2022-01-20T04:05:14.417" v="6715"/>
          <ac:grpSpMkLst>
            <pc:docMk/>
            <pc:sldMk cId="0" sldId="261"/>
            <ac:grpSpMk id="76" creationId="{D3794657-9940-4DF1-A484-0A8B13A678E2}"/>
          </ac:grpSpMkLst>
        </pc:grpChg>
        <pc:grpChg chg="del mod">
          <ac:chgData name="VIkram Goyal" userId="4529b0165c9307b1" providerId="LiveId" clId="{697E15A4-21D4-47E2-9C79-C70DAE4A1DFB}" dt="2022-01-25T04:30:39.074" v="6919" actId="478"/>
          <ac:grpSpMkLst>
            <pc:docMk/>
            <pc:sldMk cId="0" sldId="261"/>
            <ac:grpSpMk id="80" creationId="{75E8AAF8-7612-4579-A6B0-7C245B0DD34B}"/>
          </ac:grpSpMkLst>
        </pc:grpChg>
        <pc:grpChg chg="del mod">
          <ac:chgData name="VIkram Goyal" userId="4529b0165c9307b1" providerId="LiveId" clId="{697E15A4-21D4-47E2-9C79-C70DAE4A1DFB}" dt="2021-09-25T05:05:43.907" v="4348" actId="478"/>
          <ac:grpSpMkLst>
            <pc:docMk/>
            <pc:sldMk cId="0" sldId="261"/>
            <ac:grpSpMk id="84" creationId="{599E4A2E-EABA-4084-938A-10F8EC4660C8}"/>
          </ac:grpSpMkLst>
        </pc:grpChg>
        <pc:grpChg chg="del mod">
          <ac:chgData name="VIkram Goyal" userId="4529b0165c9307b1" providerId="LiveId" clId="{697E15A4-21D4-47E2-9C79-C70DAE4A1DFB}" dt="2022-01-25T04:47:56.258" v="7065"/>
          <ac:grpSpMkLst>
            <pc:docMk/>
            <pc:sldMk cId="0" sldId="261"/>
            <ac:grpSpMk id="84" creationId="{8538AEDB-0AB4-43FF-812E-5E70598D8A51}"/>
          </ac:grpSpMkLst>
        </pc:grpChg>
        <pc:grpChg chg="del mod">
          <ac:chgData name="VIkram Goyal" userId="4529b0165c9307b1" providerId="LiveId" clId="{697E15A4-21D4-47E2-9C79-C70DAE4A1DFB}" dt="2022-01-25T04:49:20.884" v="7125"/>
          <ac:grpSpMkLst>
            <pc:docMk/>
            <pc:sldMk cId="0" sldId="261"/>
            <ac:grpSpMk id="86" creationId="{A72E4E23-8600-4BC4-A099-8C68BE7006D1}"/>
          </ac:grpSpMkLst>
        </pc:grpChg>
        <pc:grpChg chg="del mod">
          <ac:chgData name="VIkram Goyal" userId="4529b0165c9307b1" providerId="LiveId" clId="{697E15A4-21D4-47E2-9C79-C70DAE4A1DFB}" dt="2022-01-25T04:48:05.760" v="7076"/>
          <ac:grpSpMkLst>
            <pc:docMk/>
            <pc:sldMk cId="0" sldId="261"/>
            <ac:grpSpMk id="94" creationId="{CC95BB3C-A759-437B-ACA6-F2ED852F4855}"/>
          </ac:grpSpMkLst>
        </pc:grpChg>
        <pc:grpChg chg="del mod">
          <ac:chgData name="VIkram Goyal" userId="4529b0165c9307b1" providerId="LiveId" clId="{697E15A4-21D4-47E2-9C79-C70DAE4A1DFB}" dt="2022-01-25T04:48:08.406" v="7081"/>
          <ac:grpSpMkLst>
            <pc:docMk/>
            <pc:sldMk cId="0" sldId="261"/>
            <ac:grpSpMk id="99" creationId="{CD69C499-8404-4F9C-AF96-2AA014001DB4}"/>
          </ac:grpSpMkLst>
        </pc:grpChg>
        <pc:grpChg chg="del mod">
          <ac:chgData name="VIkram Goyal" userId="4529b0165c9307b1" providerId="LiveId" clId="{697E15A4-21D4-47E2-9C79-C70DAE4A1DFB}" dt="2022-01-25T04:48:15.077" v="7085"/>
          <ac:grpSpMkLst>
            <pc:docMk/>
            <pc:sldMk cId="0" sldId="261"/>
            <ac:grpSpMk id="104" creationId="{8A9700E2-7A13-4BBF-B723-2BC9C86D1A16}"/>
          </ac:grpSpMkLst>
        </pc:grpChg>
        <pc:grpChg chg="del mod">
          <ac:chgData name="VIkram Goyal" userId="4529b0165c9307b1" providerId="LiveId" clId="{697E15A4-21D4-47E2-9C79-C70DAE4A1DFB}" dt="2022-01-25T04:48:19.353" v="7090"/>
          <ac:grpSpMkLst>
            <pc:docMk/>
            <pc:sldMk cId="0" sldId="261"/>
            <ac:grpSpMk id="108" creationId="{D21A0D98-A92F-4D76-9EE5-25D625AC5A92}"/>
          </ac:grpSpMkLst>
        </pc:grpChg>
        <pc:grpChg chg="del mod">
          <ac:chgData name="VIkram Goyal" userId="4529b0165c9307b1" providerId="LiveId" clId="{697E15A4-21D4-47E2-9C79-C70DAE4A1DFB}" dt="2022-01-25T04:48:23.169" v="7096"/>
          <ac:grpSpMkLst>
            <pc:docMk/>
            <pc:sldMk cId="0" sldId="261"/>
            <ac:grpSpMk id="113" creationId="{DE9D1C3A-3685-48F6-8470-77CDE2AB708B}"/>
          </ac:grpSpMkLst>
        </pc:grpChg>
        <pc:grpChg chg="del mod">
          <ac:chgData name="VIkram Goyal" userId="4529b0165c9307b1" providerId="LiveId" clId="{697E15A4-21D4-47E2-9C79-C70DAE4A1DFB}" dt="2022-01-25T04:48:54.041" v="7099"/>
          <ac:grpSpMkLst>
            <pc:docMk/>
            <pc:sldMk cId="0" sldId="261"/>
            <ac:grpSpMk id="119" creationId="{2F025D6C-780D-4DF4-8A26-F77453D2AC7A}"/>
          </ac:grpSpMkLst>
        </pc:grpChg>
        <pc:grpChg chg="del mod">
          <ac:chgData name="VIkram Goyal" userId="4529b0165c9307b1" providerId="LiveId" clId="{697E15A4-21D4-47E2-9C79-C70DAE4A1DFB}" dt="2022-01-25T04:49:01.285" v="7103"/>
          <ac:grpSpMkLst>
            <pc:docMk/>
            <pc:sldMk cId="0" sldId="261"/>
            <ac:grpSpMk id="122" creationId="{02B593AE-5AED-4484-ADA9-08589276D722}"/>
          </ac:grpSpMkLst>
        </pc:grpChg>
        <pc:grpChg chg="del mod">
          <ac:chgData name="VIkram Goyal" userId="4529b0165c9307b1" providerId="LiveId" clId="{697E15A4-21D4-47E2-9C79-C70DAE4A1DFB}" dt="2022-01-25T04:49:07.696" v="7106"/>
          <ac:grpSpMkLst>
            <pc:docMk/>
            <pc:sldMk cId="0" sldId="261"/>
            <ac:grpSpMk id="126" creationId="{9CA2E2E2-3C9B-4790-9398-082531B13A80}"/>
          </ac:grpSpMkLst>
        </pc:grpChg>
        <pc:grpChg chg="del mod">
          <ac:chgData name="VIkram Goyal" userId="4529b0165c9307b1" providerId="LiveId" clId="{697E15A4-21D4-47E2-9C79-C70DAE4A1DFB}" dt="2022-01-25T04:49:09.027" v="7108"/>
          <ac:grpSpMkLst>
            <pc:docMk/>
            <pc:sldMk cId="0" sldId="261"/>
            <ac:grpSpMk id="129" creationId="{49D4AD14-41A3-485E-AE21-B51D7F137FD1}"/>
          </ac:grpSpMkLst>
        </pc:grpChg>
        <pc:grpChg chg="del mod">
          <ac:chgData name="VIkram Goyal" userId="4529b0165c9307b1" providerId="LiveId" clId="{697E15A4-21D4-47E2-9C79-C70DAE4A1DFB}" dt="2022-01-25T04:49:11.073" v="7111"/>
          <ac:grpSpMkLst>
            <pc:docMk/>
            <pc:sldMk cId="0" sldId="261"/>
            <ac:grpSpMk id="131" creationId="{DB77B322-5721-4209-B652-F3BCD454B743}"/>
          </ac:grpSpMkLst>
        </pc:grpChg>
        <pc:grpChg chg="del mod">
          <ac:chgData name="VIkram Goyal" userId="4529b0165c9307b1" providerId="LiveId" clId="{697E15A4-21D4-47E2-9C79-C70DAE4A1DFB}" dt="2022-01-25T04:49:14.636" v="7117"/>
          <ac:grpSpMkLst>
            <pc:docMk/>
            <pc:sldMk cId="0" sldId="261"/>
            <ac:grpSpMk id="134" creationId="{1D670238-1B48-4C29-B39E-13325D53D16A}"/>
          </ac:grpSpMkLst>
        </pc:grpChg>
        <pc:grpChg chg="del mod">
          <ac:chgData name="VIkram Goyal" userId="4529b0165c9307b1" providerId="LiveId" clId="{697E15A4-21D4-47E2-9C79-C70DAE4A1DFB}" dt="2022-01-25T04:49:29.349" v="7140"/>
          <ac:grpSpMkLst>
            <pc:docMk/>
            <pc:sldMk cId="0" sldId="261"/>
            <ac:grpSpMk id="140" creationId="{B7871EEC-89A1-455E-9E4B-6E1553235CAE}"/>
          </ac:grpSpMkLst>
        </pc:grpChg>
        <pc:grpChg chg="del mod">
          <ac:chgData name="VIkram Goyal" userId="4529b0165c9307b1" providerId="LiveId" clId="{697E15A4-21D4-47E2-9C79-C70DAE4A1DFB}" dt="2022-01-25T04:49:22.457" v="7128"/>
          <ac:grpSpMkLst>
            <pc:docMk/>
            <pc:sldMk cId="0" sldId="261"/>
            <ac:grpSpMk id="148" creationId="{F8A00312-A1BE-4F57-B707-88C825521BBF}"/>
          </ac:grpSpMkLst>
        </pc:grpChg>
        <pc:grpChg chg="del mod">
          <ac:chgData name="VIkram Goyal" userId="4529b0165c9307b1" providerId="LiveId" clId="{697E15A4-21D4-47E2-9C79-C70DAE4A1DFB}" dt="2022-01-25T04:49:24.296" v="7132"/>
          <ac:grpSpMkLst>
            <pc:docMk/>
            <pc:sldMk cId="0" sldId="261"/>
            <ac:grpSpMk id="151" creationId="{BCE72862-4903-4451-97FC-C93AC9709A67}"/>
          </ac:grpSpMkLst>
        </pc:grpChg>
        <pc:grpChg chg="del mod">
          <ac:chgData name="VIkram Goyal" userId="4529b0165c9307b1" providerId="LiveId" clId="{697E15A4-21D4-47E2-9C79-C70DAE4A1DFB}" dt="2022-01-25T04:49:25.732" v="7135"/>
          <ac:grpSpMkLst>
            <pc:docMk/>
            <pc:sldMk cId="0" sldId="261"/>
            <ac:grpSpMk id="155" creationId="{E36FE861-3FDB-480C-807F-3759A0A7ED6F}"/>
          </ac:grpSpMkLst>
        </pc:grpChg>
        <pc:grpChg chg="del mod">
          <ac:chgData name="VIkram Goyal" userId="4529b0165c9307b1" providerId="LiveId" clId="{697E15A4-21D4-47E2-9C79-C70DAE4A1DFB}" dt="2022-01-25T04:49:30.432" v="7142"/>
          <ac:grpSpMkLst>
            <pc:docMk/>
            <pc:sldMk cId="0" sldId="261"/>
            <ac:grpSpMk id="158" creationId="{DA978E13-0725-4468-A1D2-DBE556CED7DC}"/>
          </ac:grpSpMkLst>
        </pc:grpChg>
        <pc:grpChg chg="del mod">
          <ac:chgData name="VIkram Goyal" userId="4529b0165c9307b1" providerId="LiveId" clId="{697E15A4-21D4-47E2-9C79-C70DAE4A1DFB}" dt="2022-01-25T04:49:39.605" v="7146"/>
          <ac:grpSpMkLst>
            <pc:docMk/>
            <pc:sldMk cId="0" sldId="261"/>
            <ac:grpSpMk id="163" creationId="{01367E06-3EFB-4820-8614-142D7684855E}"/>
          </ac:grpSpMkLst>
        </pc:grpChg>
        <pc:grpChg chg="del mod">
          <ac:chgData name="VIkram Goyal" userId="4529b0165c9307b1" providerId="LiveId" clId="{697E15A4-21D4-47E2-9C79-C70DAE4A1DFB}" dt="2022-01-25T04:49:37.576" v="7144"/>
          <ac:grpSpMkLst>
            <pc:docMk/>
            <pc:sldMk cId="0" sldId="261"/>
            <ac:grpSpMk id="165" creationId="{CD85D9C3-4797-4FCE-89E3-E8FEFA591878}"/>
          </ac:grpSpMkLst>
        </pc:grpChg>
        <pc:grpChg chg="del mod">
          <ac:chgData name="VIkram Goyal" userId="4529b0165c9307b1" providerId="LiveId" clId="{697E15A4-21D4-47E2-9C79-C70DAE4A1DFB}" dt="2022-01-25T05:16:55.147" v="8133" actId="478"/>
          <ac:grpSpMkLst>
            <pc:docMk/>
            <pc:sldMk cId="0" sldId="261"/>
            <ac:grpSpMk id="167" creationId="{80C8B1BE-C8DB-428D-BCAB-D6399BF1E4B5}"/>
          </ac:grpSpMkLst>
        </pc:grpChg>
        <pc:grpChg chg="del mod">
          <ac:chgData name="VIkram Goyal" userId="4529b0165c9307b1" providerId="LiveId" clId="{697E15A4-21D4-47E2-9C79-C70DAE4A1DFB}" dt="2022-01-25T04:50:06.710" v="7149"/>
          <ac:grpSpMkLst>
            <pc:docMk/>
            <pc:sldMk cId="0" sldId="261"/>
            <ac:grpSpMk id="169" creationId="{F6BDA33E-4A38-4901-BF1B-482C09AD1513}"/>
          </ac:grpSpMkLst>
        </pc:grpChg>
        <pc:grpChg chg="del mod">
          <ac:chgData name="VIkram Goyal" userId="4529b0165c9307b1" providerId="LiveId" clId="{697E15A4-21D4-47E2-9C79-C70DAE4A1DFB}" dt="2022-01-25T05:16:57.278" v="8134" actId="478"/>
          <ac:grpSpMkLst>
            <pc:docMk/>
            <pc:sldMk cId="0" sldId="261"/>
            <ac:grpSpMk id="172" creationId="{F4010398-BB1A-4C60-A482-A81ACB88D0E3}"/>
          </ac:grpSpMkLst>
        </pc:grpChg>
        <pc:grpChg chg="del mod">
          <ac:chgData name="VIkram Goyal" userId="4529b0165c9307b1" providerId="LiveId" clId="{697E15A4-21D4-47E2-9C79-C70DAE4A1DFB}" dt="2022-01-25T05:23:00.387" v="8179"/>
          <ac:grpSpMkLst>
            <pc:docMk/>
            <pc:sldMk cId="0" sldId="261"/>
            <ac:grpSpMk id="177" creationId="{A8D391B2-1CA1-4C7F-8BB4-9BCCA6D0FD47}"/>
          </ac:grpSpMkLst>
        </pc:grpChg>
        <pc:grpChg chg="del mod">
          <ac:chgData name="VIkram Goyal" userId="4529b0165c9307b1" providerId="LiveId" clId="{697E15A4-21D4-47E2-9C79-C70DAE4A1DFB}" dt="2022-01-25T05:22:27.679" v="8177"/>
          <ac:grpSpMkLst>
            <pc:docMk/>
            <pc:sldMk cId="0" sldId="261"/>
            <ac:grpSpMk id="198" creationId="{21228886-AB36-421F-BD44-DBC1A642FA51}"/>
          </ac:grpSpMkLst>
        </pc:grpChg>
        <pc:grpChg chg="del mod">
          <ac:chgData name="VIkram Goyal" userId="4529b0165c9307b1" providerId="LiveId" clId="{697E15A4-21D4-47E2-9C79-C70DAE4A1DFB}" dt="2022-01-25T05:23:40.934" v="8201"/>
          <ac:grpSpMkLst>
            <pc:docMk/>
            <pc:sldMk cId="0" sldId="261"/>
            <ac:grpSpMk id="216" creationId="{6AFF5E31-A76C-4E63-B7C5-E39504903DD5}"/>
          </ac:grpSpMkLst>
        </pc:grpChg>
        <pc:grpChg chg="mod">
          <ac:chgData name="VIkram Goyal" userId="4529b0165c9307b1" providerId="LiveId" clId="{697E15A4-21D4-47E2-9C79-C70DAE4A1DFB}" dt="2022-01-25T05:23:00.387" v="8179"/>
          <ac:grpSpMkLst>
            <pc:docMk/>
            <pc:sldMk cId="0" sldId="261"/>
            <ac:grpSpMk id="218" creationId="{A9E4D409-A8E8-4FBA-B769-EB66DE065437}"/>
          </ac:grpSpMkLst>
        </pc:grpChg>
        <pc:grpChg chg="del mod">
          <ac:chgData name="VIkram Goyal" userId="4529b0165c9307b1" providerId="LiveId" clId="{697E15A4-21D4-47E2-9C79-C70DAE4A1DFB}" dt="2022-01-25T05:23:22.906" v="8188"/>
          <ac:grpSpMkLst>
            <pc:docMk/>
            <pc:sldMk cId="0" sldId="261"/>
            <ac:grpSpMk id="224" creationId="{66FAFE45-C5A5-4278-AAF6-79B88620FA36}"/>
          </ac:grpSpMkLst>
        </pc:grpChg>
        <pc:grpChg chg="del mod">
          <ac:chgData name="VIkram Goyal" userId="4529b0165c9307b1" providerId="LiveId" clId="{697E15A4-21D4-47E2-9C79-C70DAE4A1DFB}" dt="2022-01-25T05:23:34.006" v="8191"/>
          <ac:grpSpMkLst>
            <pc:docMk/>
            <pc:sldMk cId="0" sldId="261"/>
            <ac:grpSpMk id="227" creationId="{DEA113F5-5374-4CDB-8407-0B72C46D1DFB}"/>
          </ac:grpSpMkLst>
        </pc:grpChg>
        <pc:grpChg chg="del mod">
          <ac:chgData name="VIkram Goyal" userId="4529b0165c9307b1" providerId="LiveId" clId="{697E15A4-21D4-47E2-9C79-C70DAE4A1DFB}" dt="2022-01-25T05:23:38.485" v="8196"/>
          <ac:grpSpMkLst>
            <pc:docMk/>
            <pc:sldMk cId="0" sldId="261"/>
            <ac:grpSpMk id="230" creationId="{9F4303C2-92E2-4D66-B9D5-90681C6DEE1A}"/>
          </ac:grpSpMkLst>
        </pc:grpChg>
        <pc:grpChg chg="del mod">
          <ac:chgData name="VIkram Goyal" userId="4529b0165c9307b1" providerId="LiveId" clId="{697E15A4-21D4-47E2-9C79-C70DAE4A1DFB}" dt="2022-01-25T05:23:40.934" v="8201"/>
          <ac:grpSpMkLst>
            <pc:docMk/>
            <pc:sldMk cId="0" sldId="261"/>
            <ac:grpSpMk id="235" creationId="{822B4D63-F41A-4AEC-B3B7-8EA80E8B5029}"/>
          </ac:grpSpMkLst>
        </pc:grpChg>
        <pc:grpChg chg="del mod">
          <ac:chgData name="VIkram Goyal" userId="4529b0165c9307b1" providerId="LiveId" clId="{697E15A4-21D4-47E2-9C79-C70DAE4A1DFB}" dt="2022-01-25T05:24:23.676" v="8219"/>
          <ac:grpSpMkLst>
            <pc:docMk/>
            <pc:sldMk cId="0" sldId="261"/>
            <ac:grpSpMk id="240" creationId="{AF1561F4-ECDF-42B0-95ED-115787BB18BA}"/>
          </ac:grpSpMkLst>
        </pc:grpChg>
        <pc:grpChg chg="del mod">
          <ac:chgData name="VIkram Goyal" userId="4529b0165c9307b1" providerId="LiveId" clId="{697E15A4-21D4-47E2-9C79-C70DAE4A1DFB}" dt="2022-01-25T05:23:58.231" v="8216"/>
          <ac:grpSpMkLst>
            <pc:docMk/>
            <pc:sldMk cId="0" sldId="261"/>
            <ac:grpSpMk id="243" creationId="{ADD77C28-63E1-4FA4-A0EE-FCDC6280CCEE}"/>
          </ac:grpSpMkLst>
        </pc:grpChg>
        <pc:grpChg chg="del mod">
          <ac:chgData name="VIkram Goyal" userId="4529b0165c9307b1" providerId="LiveId" clId="{697E15A4-21D4-47E2-9C79-C70DAE4A1DFB}" dt="2022-01-25T05:24:23.676" v="8219"/>
          <ac:grpSpMkLst>
            <pc:docMk/>
            <pc:sldMk cId="0" sldId="261"/>
            <ac:grpSpMk id="252" creationId="{5CE52ECA-9AF0-4E24-9C36-881F557F09F4}"/>
          </ac:grpSpMkLst>
        </pc:grpChg>
        <pc:grpChg chg="del mod">
          <ac:chgData name="VIkram Goyal" userId="4529b0165c9307b1" providerId="LiveId" clId="{697E15A4-21D4-47E2-9C79-C70DAE4A1DFB}" dt="2022-01-25T05:24:23.676" v="8219"/>
          <ac:grpSpMkLst>
            <pc:docMk/>
            <pc:sldMk cId="0" sldId="261"/>
            <ac:grpSpMk id="253" creationId="{563079B1-7B05-4AC2-96A8-8B0062304A74}"/>
          </ac:grpSpMkLst>
        </pc:grpChg>
        <pc:grpChg chg="del mod">
          <ac:chgData name="VIkram Goyal" userId="4529b0165c9307b1" providerId="LiveId" clId="{697E15A4-21D4-47E2-9C79-C70DAE4A1DFB}" dt="2022-01-25T05:24:23.676" v="8219"/>
          <ac:grpSpMkLst>
            <pc:docMk/>
            <pc:sldMk cId="0" sldId="261"/>
            <ac:grpSpMk id="256" creationId="{0575FF7B-14D3-41EA-9CF1-E9F6BE6270D8}"/>
          </ac:grpSpMkLst>
        </pc:grpChg>
        <pc:grpChg chg="del mod">
          <ac:chgData name="VIkram Goyal" userId="4529b0165c9307b1" providerId="LiveId" clId="{697E15A4-21D4-47E2-9C79-C70DAE4A1DFB}" dt="2022-01-25T05:24:38.548" v="8230"/>
          <ac:grpSpMkLst>
            <pc:docMk/>
            <pc:sldMk cId="0" sldId="261"/>
            <ac:grpSpMk id="259" creationId="{7EB21EAD-EA50-4DC2-8D15-C74781A9FFC2}"/>
          </ac:grpSpMkLst>
        </pc:grpChg>
        <pc:grpChg chg="del mod">
          <ac:chgData name="VIkram Goyal" userId="4529b0165c9307b1" providerId="LiveId" clId="{697E15A4-21D4-47E2-9C79-C70DAE4A1DFB}" dt="2022-01-25T05:27:08.545" v="8233"/>
          <ac:grpSpMkLst>
            <pc:docMk/>
            <pc:sldMk cId="0" sldId="261"/>
            <ac:grpSpMk id="270" creationId="{41E9DC6B-6AF3-4EF6-A89E-6F017382A10F}"/>
          </ac:grpSpMkLst>
        </pc:grpChg>
        <pc:grpChg chg="del mod">
          <ac:chgData name="VIkram Goyal" userId="4529b0165c9307b1" providerId="LiveId" clId="{697E15A4-21D4-47E2-9C79-C70DAE4A1DFB}" dt="2022-01-25T05:27:16.422" v="8236"/>
          <ac:grpSpMkLst>
            <pc:docMk/>
            <pc:sldMk cId="0" sldId="261"/>
            <ac:grpSpMk id="273" creationId="{EA37FD16-6ECD-47C5-9F8F-2C4C8C806880}"/>
          </ac:grpSpMkLst>
        </pc:grpChg>
        <pc:grpChg chg="mod">
          <ac:chgData name="VIkram Goyal" userId="4529b0165c9307b1" providerId="LiveId" clId="{697E15A4-21D4-47E2-9C79-C70DAE4A1DFB}" dt="2022-01-25T05:27:16.422" v="8236"/>
          <ac:grpSpMkLst>
            <pc:docMk/>
            <pc:sldMk cId="0" sldId="261"/>
            <ac:grpSpMk id="276" creationId="{93862752-A15D-4365-BCE8-CAA7991EE6AE}"/>
          </ac:grpSpMkLst>
        </pc:grp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2" creationId="{4B957FFA-DF85-4096-97CF-E71C5E2FE979}"/>
          </ac:inkMkLst>
        </pc:inkChg>
        <pc:inkChg chg="add del">
          <ac:chgData name="VIkram Goyal" userId="4529b0165c9307b1" providerId="LiveId" clId="{697E15A4-21D4-47E2-9C79-C70DAE4A1DFB}" dt="2021-09-25T05:05:41.326" v="4347" actId="478"/>
          <ac:inkMkLst>
            <pc:docMk/>
            <pc:sldMk cId="0" sldId="261"/>
            <ac:inkMk id="2" creationId="{9BDD3E63-C4F4-4887-8359-F36F1E593DF4}"/>
          </ac:inkMkLst>
        </pc:inkChg>
        <pc:inkChg chg="add del">
          <ac:chgData name="VIkram Goyal" userId="4529b0165c9307b1" providerId="LiveId" clId="{697E15A4-21D4-47E2-9C79-C70DAE4A1DFB}" dt="2021-09-25T05:05:39.170" v="4346" actId="478"/>
          <ac:inkMkLst>
            <pc:docMk/>
            <pc:sldMk cId="0" sldId="261"/>
            <ac:inkMk id="3" creationId="{BDE86857-8CE6-4797-83B3-3CB6795D9082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3" creationId="{FFEDED29-A177-4DD7-B2A2-AC246B77BF51}"/>
          </ac:inkMkLst>
        </pc:inkChg>
        <pc:inkChg chg="add del mod">
          <ac:chgData name="VIkram Goyal" userId="4529b0165c9307b1" providerId="LiveId" clId="{697E15A4-21D4-47E2-9C79-C70DAE4A1DFB}" dt="2021-01-15T07:09:24.731" v="1247"/>
          <ac:inkMkLst>
            <pc:docMk/>
            <pc:sldMk cId="0" sldId="261"/>
            <ac:inkMk id="4" creationId="{0F275C2C-E5F7-4F2B-BBE8-CA74F84BA6FF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4" creationId="{0FCFFA36-8BF7-4D4C-B723-67CB39013143}"/>
          </ac:inkMkLst>
        </pc:inkChg>
        <pc:inkChg chg="add">
          <ac:chgData name="VIkram Goyal" userId="4529b0165c9307b1" providerId="LiveId" clId="{697E15A4-21D4-47E2-9C79-C70DAE4A1DFB}" dt="2022-01-25T04:47:29.330" v="7050" actId="9405"/>
          <ac:inkMkLst>
            <pc:docMk/>
            <pc:sldMk cId="0" sldId="261"/>
            <ac:inkMk id="5" creationId="{19FD0DCB-C68D-43C6-A3A4-CF8E9DF97D47}"/>
          </ac:inkMkLst>
        </pc:inkChg>
        <pc:inkChg chg="add del mod">
          <ac:chgData name="VIkram Goyal" userId="4529b0165c9307b1" providerId="LiveId" clId="{697E15A4-21D4-47E2-9C79-C70DAE4A1DFB}" dt="2021-01-15T07:09:24.740" v="1261"/>
          <ac:inkMkLst>
            <pc:docMk/>
            <pc:sldMk cId="0" sldId="261"/>
            <ac:inkMk id="5" creationId="{58B84FE8-4E0D-45A4-815A-89F8849F3562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6" creationId="{3E1389C2-6884-47C7-9D0E-5D0F5C3DF599}"/>
          </ac:inkMkLst>
        </pc:inkChg>
        <pc:inkChg chg="add del mod">
          <ac:chgData name="VIkram Goyal" userId="4529b0165c9307b1" providerId="LiveId" clId="{697E15A4-21D4-47E2-9C79-C70DAE4A1DFB}" dt="2021-01-15T07:09:24.734" v="1253"/>
          <ac:inkMkLst>
            <pc:docMk/>
            <pc:sldMk cId="0" sldId="261"/>
            <ac:inkMk id="6" creationId="{9A855D2F-BB49-4BB2-BFCF-97ADD708DCC8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7" creationId="{73155D37-CFF1-4E43-AA63-8C56923A24BB}"/>
          </ac:inkMkLst>
        </pc:inkChg>
        <pc:inkChg chg="add del mod">
          <ac:chgData name="VIkram Goyal" userId="4529b0165c9307b1" providerId="LiveId" clId="{697E15A4-21D4-47E2-9C79-C70DAE4A1DFB}" dt="2021-01-15T07:09:24.733" v="1251"/>
          <ac:inkMkLst>
            <pc:docMk/>
            <pc:sldMk cId="0" sldId="261"/>
            <ac:inkMk id="7" creationId="{D55F2AC7-A7CA-45C3-9D6F-4CF1EEF5EF28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8" creationId="{66DCD855-5578-4619-A512-D8E5B2E67182}"/>
          </ac:inkMkLst>
        </pc:inkChg>
        <pc:inkChg chg="add del mod">
          <ac:chgData name="VIkram Goyal" userId="4529b0165c9307b1" providerId="LiveId" clId="{697E15A4-21D4-47E2-9C79-C70DAE4A1DFB}" dt="2021-01-15T07:09:24.739" v="1259"/>
          <ac:inkMkLst>
            <pc:docMk/>
            <pc:sldMk cId="0" sldId="261"/>
            <ac:inkMk id="8" creationId="{E0CD6EC1-43F4-4E15-AE69-9A03E31AB6F9}"/>
          </ac:inkMkLst>
        </pc:inkChg>
        <pc:inkChg chg="add del mod">
          <ac:chgData name="VIkram Goyal" userId="4529b0165c9307b1" providerId="LiveId" clId="{697E15A4-21D4-47E2-9C79-C70DAE4A1DFB}" dt="2021-01-15T07:09:24.736" v="1255"/>
          <ac:inkMkLst>
            <pc:docMk/>
            <pc:sldMk cId="0" sldId="261"/>
            <ac:inkMk id="9" creationId="{37492F06-E276-41EB-A2BE-015A584EBA9F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9" creationId="{F19847C3-D4BB-49A6-AADC-9A0E490B7F83}"/>
          </ac:inkMkLst>
        </pc:inkChg>
        <pc:inkChg chg="add del mod">
          <ac:chgData name="VIkram Goyal" userId="4529b0165c9307b1" providerId="LiveId" clId="{697E15A4-21D4-47E2-9C79-C70DAE4A1DFB}" dt="2021-01-15T07:09:24.740" v="1260"/>
          <ac:inkMkLst>
            <pc:docMk/>
            <pc:sldMk cId="0" sldId="261"/>
            <ac:inkMk id="10" creationId="{01E1691C-7774-43EC-BED6-2003E981D858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10" creationId="{835BD9BA-0303-4E8C-A2F5-1FBE0348E22E}"/>
          </ac:inkMkLst>
        </pc:inkChg>
        <pc:inkChg chg="add del mod">
          <ac:chgData name="VIkram Goyal" userId="4529b0165c9307b1" providerId="LiveId" clId="{697E15A4-21D4-47E2-9C79-C70DAE4A1DFB}" dt="2021-01-15T07:09:24.733" v="1250"/>
          <ac:inkMkLst>
            <pc:docMk/>
            <pc:sldMk cId="0" sldId="261"/>
            <ac:inkMk id="11" creationId="{276895A5-8B48-4D03-BACF-94E1BC1149F6}"/>
          </ac:inkMkLst>
        </pc:inkChg>
        <pc:inkChg chg="add">
          <ac:chgData name="VIkram Goyal" userId="4529b0165c9307b1" providerId="LiveId" clId="{697E15A4-21D4-47E2-9C79-C70DAE4A1DFB}" dt="2022-01-25T04:47:30.104" v="7051" actId="9405"/>
          <ac:inkMkLst>
            <pc:docMk/>
            <pc:sldMk cId="0" sldId="261"/>
            <ac:inkMk id="11" creationId="{34512555-BB0A-44FA-9484-0565E00CFFC4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12" creationId="{1B0B7A55-4E30-4C43-8896-8952B83894B4}"/>
          </ac:inkMkLst>
        </pc:inkChg>
        <pc:inkChg chg="add del mod">
          <ac:chgData name="VIkram Goyal" userId="4529b0165c9307b1" providerId="LiveId" clId="{697E15A4-21D4-47E2-9C79-C70DAE4A1DFB}" dt="2021-01-15T07:09:24.738" v="1257"/>
          <ac:inkMkLst>
            <pc:docMk/>
            <pc:sldMk cId="0" sldId="261"/>
            <ac:inkMk id="12" creationId="{62050361-2BE4-4F75-BD40-52B1A8058DF6}"/>
          </ac:inkMkLst>
        </pc:inkChg>
        <pc:inkChg chg="add del mod">
          <ac:chgData name="VIkram Goyal" userId="4529b0165c9307b1" providerId="LiveId" clId="{697E15A4-21D4-47E2-9C79-C70DAE4A1DFB}" dt="2021-01-15T07:09:24.736" v="1256"/>
          <ac:inkMkLst>
            <pc:docMk/>
            <pc:sldMk cId="0" sldId="261"/>
            <ac:inkMk id="13" creationId="{61FC0BEC-CCAE-4E5A-BAB1-285E77696050}"/>
          </ac:inkMkLst>
        </pc:inkChg>
        <pc:inkChg chg="add">
          <ac:chgData name="VIkram Goyal" userId="4529b0165c9307b1" providerId="LiveId" clId="{697E15A4-21D4-47E2-9C79-C70DAE4A1DFB}" dt="2022-01-25T04:47:33.047" v="7052" actId="9405"/>
          <ac:inkMkLst>
            <pc:docMk/>
            <pc:sldMk cId="0" sldId="261"/>
            <ac:inkMk id="13" creationId="{EA35F9EC-2A51-4BE2-9573-0B24F7E271AE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14" creationId="{19D55DF5-1D46-479C-9D87-47DDA58CA27B}"/>
          </ac:inkMkLst>
        </pc:inkChg>
        <pc:inkChg chg="add del mod">
          <ac:chgData name="VIkram Goyal" userId="4529b0165c9307b1" providerId="LiveId" clId="{697E15A4-21D4-47E2-9C79-C70DAE4A1DFB}" dt="2021-01-15T07:09:24.732" v="1249"/>
          <ac:inkMkLst>
            <pc:docMk/>
            <pc:sldMk cId="0" sldId="261"/>
            <ac:inkMk id="14" creationId="{393C3801-85E4-40FF-987C-47098FD4E9D7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15" creationId="{0AFBF6CF-6143-47F7-A491-866B19C38571}"/>
          </ac:inkMkLst>
        </pc:inkChg>
        <pc:inkChg chg="add del mod">
          <ac:chgData name="VIkram Goyal" userId="4529b0165c9307b1" providerId="LiveId" clId="{697E15A4-21D4-47E2-9C79-C70DAE4A1DFB}" dt="2021-01-15T07:09:24.733" v="1252"/>
          <ac:inkMkLst>
            <pc:docMk/>
            <pc:sldMk cId="0" sldId="261"/>
            <ac:inkMk id="15" creationId="{20F7E873-1D82-4F88-AA5E-C2DDD8792695}"/>
          </ac:inkMkLst>
        </pc:inkChg>
        <pc:inkChg chg="add del mod">
          <ac:chgData name="VIkram Goyal" userId="4529b0165c9307b1" providerId="LiveId" clId="{697E15A4-21D4-47E2-9C79-C70DAE4A1DFB}" dt="2021-01-15T07:09:24.739" v="1258"/>
          <ac:inkMkLst>
            <pc:docMk/>
            <pc:sldMk cId="0" sldId="261"/>
            <ac:inkMk id="16" creationId="{6B361945-39FE-4F73-B4AD-97A730EB8B55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6" creationId="{EC0C39E7-D7AF-4AF8-8EA2-D0544F805256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17" creationId="{5CECC9FA-BCAF-4EEC-BC25-F7D3684DEF4F}"/>
          </ac:inkMkLst>
        </pc:inkChg>
        <pc:inkChg chg="add del mod">
          <ac:chgData name="VIkram Goyal" userId="4529b0165c9307b1" providerId="LiveId" clId="{697E15A4-21D4-47E2-9C79-C70DAE4A1DFB}" dt="2021-01-15T07:09:24.735" v="1254"/>
          <ac:inkMkLst>
            <pc:docMk/>
            <pc:sldMk cId="0" sldId="261"/>
            <ac:inkMk id="17" creationId="{5E59F92B-A0C4-4E08-88FD-99E3FAE4FD3C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18" creationId="{6B7B433E-CC1F-4682-AF7F-B6D34F2C4DD4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19" creationId="{14745AB9-865F-4788-9608-AB6A298A4A00}"/>
          </ac:inkMkLst>
        </pc:inkChg>
        <pc:inkChg chg="add del">
          <ac:chgData name="VIkram Goyal" userId="4529b0165c9307b1" providerId="LiveId" clId="{697E15A4-21D4-47E2-9C79-C70DAE4A1DFB}" dt="2021-09-25T05:05:32.180" v="4344" actId="478"/>
          <ac:inkMkLst>
            <pc:docMk/>
            <pc:sldMk cId="0" sldId="261"/>
            <ac:inkMk id="20" creationId="{6E910477-36D2-466F-B2BD-820F6A6F0C7A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20" creationId="{9F736379-9FB3-490D-8946-4E9449E0726F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21" creationId="{782D061D-9416-4EE1-A260-FB2EEBC157A4}"/>
          </ac:inkMkLst>
        </pc:inkChg>
        <pc:inkChg chg="add del">
          <ac:chgData name="VIkram Goyal" userId="4529b0165c9307b1" providerId="LiveId" clId="{697E15A4-21D4-47E2-9C79-C70DAE4A1DFB}" dt="2021-01-15T07:09:24.732" v="1248"/>
          <ac:inkMkLst>
            <pc:docMk/>
            <pc:sldMk cId="0" sldId="261"/>
            <ac:inkMk id="21" creationId="{96E306F1-7A53-4225-940A-D30137DA0213}"/>
          </ac:inkMkLst>
        </pc:inkChg>
        <pc:inkChg chg="add mod">
          <ac:chgData name="VIkram Goyal" userId="4529b0165c9307b1" providerId="LiveId" clId="{697E15A4-21D4-47E2-9C79-C70DAE4A1DFB}" dt="2021-01-15T07:11:04.001" v="1266"/>
          <ac:inkMkLst>
            <pc:docMk/>
            <pc:sldMk cId="0" sldId="261"/>
            <ac:inkMk id="22" creationId="{3E723C75-6CAA-4D74-9C15-528980CADDAD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22" creationId="{7DC7F65F-0432-4548-8775-3C82F8042708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23" creationId="{69799888-31CB-4F60-B4C5-01E86A3B0C38}"/>
          </ac:inkMkLst>
        </pc:inkChg>
        <pc:inkChg chg="add mod">
          <ac:chgData name="VIkram Goyal" userId="4529b0165c9307b1" providerId="LiveId" clId="{697E15A4-21D4-47E2-9C79-C70DAE4A1DFB}" dt="2021-01-15T07:11:04.001" v="1266"/>
          <ac:inkMkLst>
            <pc:docMk/>
            <pc:sldMk cId="0" sldId="261"/>
            <ac:inkMk id="23" creationId="{9293EA98-6D5B-4D7D-847F-A78C5257C747}"/>
          </ac:inkMkLst>
        </pc:inkChg>
        <pc:inkChg chg="add mod">
          <ac:chgData name="VIkram Goyal" userId="4529b0165c9307b1" providerId="LiveId" clId="{697E15A4-21D4-47E2-9C79-C70DAE4A1DFB}" dt="2021-01-15T07:11:04.001" v="1266"/>
          <ac:inkMkLst>
            <pc:docMk/>
            <pc:sldMk cId="0" sldId="261"/>
            <ac:inkMk id="24" creationId="{3CB5511B-2F32-4C71-A17E-6861433DCB46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24" creationId="{EE421CBE-D5CF-4BB9-8D1D-5B17D2D37047}"/>
          </ac:inkMkLst>
        </pc:inkChg>
        <pc:inkChg chg="add mod">
          <ac:chgData name="VIkram Goyal" userId="4529b0165c9307b1" providerId="LiveId" clId="{697E15A4-21D4-47E2-9C79-C70DAE4A1DFB}" dt="2021-01-15T07:11:04.001" v="1266"/>
          <ac:inkMkLst>
            <pc:docMk/>
            <pc:sldMk cId="0" sldId="261"/>
            <ac:inkMk id="25" creationId="{B732B09A-9CBE-4093-B593-90E0F8EC128D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25" creationId="{B75EF88D-7E9D-4C55-AA7D-DD838E2D9664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26" creationId="{1AFC55CE-B137-4B33-ADB7-59F4FBF08313}"/>
          </ac:inkMkLst>
        </pc:inkChg>
        <pc:inkChg chg="add del mod">
          <ac:chgData name="VIkram Goyal" userId="4529b0165c9307b1" providerId="LiveId" clId="{697E15A4-21D4-47E2-9C79-C70DAE4A1DFB}" dt="2021-09-25T05:04:55.911" v="4329" actId="478"/>
          <ac:inkMkLst>
            <pc:docMk/>
            <pc:sldMk cId="0" sldId="261"/>
            <ac:inkMk id="27" creationId="{8D600ADA-64D9-4E0D-AB37-183A0C88C29D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27" creationId="{CF11D114-AA78-452A-9993-1EEAD3F64BD4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28" creationId="{3D2098E0-CD24-4CB5-AB3D-F5A5558E870B}"/>
          </ac:inkMkLst>
        </pc:inkChg>
        <pc:inkChg chg="add mod">
          <ac:chgData name="VIkram Goyal" userId="4529b0165c9307b1" providerId="LiveId" clId="{697E15A4-21D4-47E2-9C79-C70DAE4A1DFB}" dt="2021-01-15T07:11:13.975" v="1277"/>
          <ac:inkMkLst>
            <pc:docMk/>
            <pc:sldMk cId="0" sldId="261"/>
            <ac:inkMk id="28" creationId="{6D15BD7C-5F51-4213-881B-C9982766AABA}"/>
          </ac:inkMkLst>
        </pc:inkChg>
        <pc:inkChg chg="add mod">
          <ac:chgData name="VIkram Goyal" userId="4529b0165c9307b1" providerId="LiveId" clId="{697E15A4-21D4-47E2-9C79-C70DAE4A1DFB}" dt="2021-01-15T07:11:13.975" v="1277"/>
          <ac:inkMkLst>
            <pc:docMk/>
            <pc:sldMk cId="0" sldId="261"/>
            <ac:inkMk id="29" creationId="{00AE40C4-4A0E-4860-9A7C-A62861033D21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29" creationId="{DA4FA63D-265F-4707-8375-7864AB922402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30" creationId="{6E29F39C-8074-43A7-93D5-3D7695CC024E}"/>
          </ac:inkMkLst>
        </pc:inkChg>
        <pc:inkChg chg="add mod">
          <ac:chgData name="VIkram Goyal" userId="4529b0165c9307b1" providerId="LiveId" clId="{697E15A4-21D4-47E2-9C79-C70DAE4A1DFB}" dt="2021-01-15T07:11:13.975" v="1277"/>
          <ac:inkMkLst>
            <pc:docMk/>
            <pc:sldMk cId="0" sldId="261"/>
            <ac:inkMk id="30" creationId="{6F2899B2-EC8F-4A21-A263-B8EB46A0E9E5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31" creationId="{AD552B0A-9305-40A7-820E-9876D2BBEB0F}"/>
          </ac:inkMkLst>
        </pc:inkChg>
        <pc:inkChg chg="add mod">
          <ac:chgData name="VIkram Goyal" userId="4529b0165c9307b1" providerId="LiveId" clId="{697E15A4-21D4-47E2-9C79-C70DAE4A1DFB}" dt="2021-01-15T07:11:13.975" v="1277"/>
          <ac:inkMkLst>
            <pc:docMk/>
            <pc:sldMk cId="0" sldId="261"/>
            <ac:inkMk id="31" creationId="{AE208935-996B-4C6C-A385-1AE90DADD0F3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32" creationId="{A7C818F7-9338-4A45-9B2E-A7EDC855D4B3}"/>
          </ac:inkMkLst>
        </pc:inkChg>
        <pc:inkChg chg="add mod">
          <ac:chgData name="VIkram Goyal" userId="4529b0165c9307b1" providerId="LiveId" clId="{697E15A4-21D4-47E2-9C79-C70DAE4A1DFB}" dt="2021-01-15T07:11:13.975" v="1277"/>
          <ac:inkMkLst>
            <pc:docMk/>
            <pc:sldMk cId="0" sldId="261"/>
            <ac:inkMk id="32" creationId="{EF9A6555-F334-405C-B1C5-D3286E46FCCF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33" creationId="{36BAE951-2D88-4780-9F93-BC448990E4AB}"/>
          </ac:inkMkLst>
        </pc:inkChg>
        <pc:inkChg chg="add mod">
          <ac:chgData name="VIkram Goyal" userId="4529b0165c9307b1" providerId="LiveId" clId="{697E15A4-21D4-47E2-9C79-C70DAE4A1DFB}" dt="2021-01-15T07:11:13.975" v="1277"/>
          <ac:inkMkLst>
            <pc:docMk/>
            <pc:sldMk cId="0" sldId="261"/>
            <ac:inkMk id="33" creationId="{68D43E49-D63B-4507-8581-1E152DF4CAB8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34" creationId="{9DE2FE81-1784-4F15-BCC6-2A99C1324688}"/>
          </ac:inkMkLst>
        </pc:inkChg>
        <pc:inkChg chg="add mod">
          <ac:chgData name="VIkram Goyal" userId="4529b0165c9307b1" providerId="LiveId" clId="{697E15A4-21D4-47E2-9C79-C70DAE4A1DFB}" dt="2021-01-15T07:11:13.975" v="1277"/>
          <ac:inkMkLst>
            <pc:docMk/>
            <pc:sldMk cId="0" sldId="261"/>
            <ac:inkMk id="34" creationId="{B4E106ED-8689-4054-8F56-1F0B3CC1260E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35" creationId="{9755EADF-46FD-42D9-B822-47ED027F7055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36" creationId="{16BE5F6D-C003-4F98-BC7F-367CF012683E}"/>
          </ac:inkMkLst>
        </pc:inkChg>
        <pc:inkChg chg="add mod">
          <ac:chgData name="VIkram Goyal" userId="4529b0165c9307b1" providerId="LiveId" clId="{697E15A4-21D4-47E2-9C79-C70DAE4A1DFB}" dt="2021-01-15T07:11:13.975" v="1277"/>
          <ac:inkMkLst>
            <pc:docMk/>
            <pc:sldMk cId="0" sldId="261"/>
            <ac:inkMk id="36" creationId="{AA1E2517-5E65-4855-95EF-B4C7C37EB5FA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37" creationId="{1E4AF636-6B98-4A32-932B-0D94C30A2D54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38" creationId="{A568B804-EA81-4567-A677-62CEF1719B81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38" creationId="{B4D71939-250E-4221-A620-5F52CD2F4A5B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39" creationId="{584C5826-6388-41A8-A499-7CC8CE633586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39" creationId="{8FFEA6FD-DD90-4EAD-981E-3059BD5F6F52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40" creationId="{595C5EAA-58C6-41B1-8599-32954FFD2775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40" creationId="{E98EA298-2E80-48B0-8B04-709A66F7786C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41" creationId="{1A5DE5DC-7FE2-4316-B1C0-2D84C8FA223C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41" creationId="{C4E046D1-5765-4B2D-B429-55AFC3E1B9BF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42" creationId="{A83B740B-405D-42B2-A3C6-81E9F38337D7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42" creationId="{E3287065-24A5-4BF1-86C8-A78A44A67543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43" creationId="{254C4441-06B5-4CAE-9196-9B7D66B7FE02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44" creationId="{840F03DF-2A42-4BAD-BEAF-6D962346A1D3}"/>
          </ac:inkMkLst>
        </pc:inkChg>
        <pc:inkChg chg="add mod">
          <ac:chgData name="VIkram Goyal" userId="4529b0165c9307b1" providerId="LiveId" clId="{697E15A4-21D4-47E2-9C79-C70DAE4A1DFB}" dt="2021-01-15T07:14:58.100" v="1309"/>
          <ac:inkMkLst>
            <pc:docMk/>
            <pc:sldMk cId="0" sldId="261"/>
            <ac:inkMk id="44" creationId="{85012DBC-ED77-47F9-BC2D-B6C223097269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45" creationId="{055D6A29-DFCB-40B6-94D4-F005D8147637}"/>
          </ac:inkMkLst>
        </pc:inkChg>
        <pc:inkChg chg="add mod">
          <ac:chgData name="VIkram Goyal" userId="4529b0165c9307b1" providerId="LiveId" clId="{697E15A4-21D4-47E2-9C79-C70DAE4A1DFB}" dt="2021-01-15T07:14:58.100" v="1309"/>
          <ac:inkMkLst>
            <pc:docMk/>
            <pc:sldMk cId="0" sldId="261"/>
            <ac:inkMk id="45" creationId="{D69FB470-2534-4247-9CE7-C127ACA388E4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46" creationId="{D25F4225-F005-4DAD-9C2A-41BC010DA015}"/>
          </ac:inkMkLst>
        </pc:inkChg>
        <pc:inkChg chg="add del mod">
          <ac:chgData name="VIkram Goyal" userId="4529b0165c9307b1" providerId="LiveId" clId="{697E15A4-21D4-47E2-9C79-C70DAE4A1DFB}" dt="2021-09-25T05:05:02.574" v="4332" actId="478"/>
          <ac:inkMkLst>
            <pc:docMk/>
            <pc:sldMk cId="0" sldId="261"/>
            <ac:inkMk id="47" creationId="{AF2145CD-7120-4BE7-9CE4-340C5B1C5DEA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48" creationId="{0D6B8158-89EF-498E-A070-190A9E24EE62}"/>
          </ac:inkMkLst>
        </pc:inkChg>
        <pc:inkChg chg="add del mod">
          <ac:chgData name="VIkram Goyal" userId="4529b0165c9307b1" providerId="LiveId" clId="{697E15A4-21D4-47E2-9C79-C70DAE4A1DFB}" dt="2021-09-25T05:05:24.299" v="4341" actId="478"/>
          <ac:inkMkLst>
            <pc:docMk/>
            <pc:sldMk cId="0" sldId="261"/>
            <ac:inkMk id="48" creationId="{48964974-A420-4428-AC74-81E3F645A7C5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49" creationId="{FFE12395-3648-4211-AE0B-64709B82E4C8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50" creationId="{539C8B14-C75F-4AE9-BF12-2F70F5D03F23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50" creationId="{E11C76AA-FEDA-442B-8251-886EE3C18D69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51" creationId="{5B315092-DA64-47A0-9B8B-E01FF1573EBA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51" creationId="{6DFE0720-0ACD-4725-90C1-A8B831EF4655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52" creationId="{16F46A40-B1E5-4828-8D03-C4B7CA7A3031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52" creationId="{BBBE153E-1E34-4F23-BC26-7CD51E5011EE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53" creationId="{4B56713C-F948-4E51-8662-62ACA7159196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53" creationId="{6F1C5F25-E219-4C87-A76C-82C87655E45E}"/>
          </ac:inkMkLst>
        </pc:inkChg>
        <pc:inkChg chg="add del mod">
          <ac:chgData name="VIkram Goyal" userId="4529b0165c9307b1" providerId="LiveId" clId="{697E15A4-21D4-47E2-9C79-C70DAE4A1DFB}" dt="2021-09-25T05:05:04.299" v="4333" actId="478"/>
          <ac:inkMkLst>
            <pc:docMk/>
            <pc:sldMk cId="0" sldId="261"/>
            <ac:inkMk id="54" creationId="{1B7B69B9-55FD-43AE-B813-D9CEC62816A0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55" creationId="{0B0CCE55-5413-4C6B-AACB-E8E036642F71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55" creationId="{8D791D9A-6B3E-4E41-ACE5-2E93CCE605F2}"/>
          </ac:inkMkLst>
        </pc:inkChg>
        <pc:inkChg chg="add del mod">
          <ac:chgData name="VIkram Goyal" userId="4529b0165c9307b1" providerId="LiveId" clId="{697E15A4-21D4-47E2-9C79-C70DAE4A1DFB}" dt="2021-09-25T05:04:57.685" v="4330" actId="478"/>
          <ac:inkMkLst>
            <pc:docMk/>
            <pc:sldMk cId="0" sldId="261"/>
            <ac:inkMk id="56" creationId="{3464BEFB-5DF0-4501-AD7F-7F96498084AF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56" creationId="{CBB910B4-FFA0-496D-B85C-7D670F07600F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57" creationId="{5E957DA4-0984-40E0-9FC2-CF895F4D6108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57" creationId="{E369B3C2-5389-4033-8158-F72927AE25C9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58" creationId="{B42C4336-B102-4085-AFAD-0490DF38BEFF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58" creationId="{CEE98E2A-3225-4FCB-8E40-5F29364A4909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59" creationId="{7C8C7FAC-BCAE-468E-830E-47AF3829464F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59" creationId="{F90D44E9-0A91-4C2D-ACE1-E5FFA0A44E71}"/>
          </ac:inkMkLst>
        </pc:inkChg>
        <pc:inkChg chg="add del mod">
          <ac:chgData name="VIkram Goyal" userId="4529b0165c9307b1" providerId="LiveId" clId="{697E15A4-21D4-47E2-9C79-C70DAE4A1DFB}" dt="2021-09-25T05:05:00.608" v="4331" actId="478"/>
          <ac:inkMkLst>
            <pc:docMk/>
            <pc:sldMk cId="0" sldId="261"/>
            <ac:inkMk id="60" creationId="{24330F4B-D9BB-4836-AD51-38FD0EFBC901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60" creationId="{9B5BB248-B73E-4ADC-B32B-1BC9D7037568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61" creationId="{93DA0F0B-3879-437B-BA1B-A2E2B3BF10B9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62" creationId="{02DC30CE-0971-4362-B122-FCB77E251B87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62" creationId="{A6F9BB05-766B-426B-9557-9A82A80EBF89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63" creationId="{B51D3C61-E2EA-4964-8668-5FDD0095D39F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64" creationId="{523C34EC-18D6-42CD-88D9-E0393345D801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64" creationId="{71DECE12-1B19-446D-9110-50AFD12F3B50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65" creationId="{CD637D52-B7BE-495A-892C-27CFCFCEF0EA}"/>
          </ac:inkMkLst>
        </pc:inkChg>
        <pc:inkChg chg="add del mod">
          <ac:chgData name="VIkram Goyal" userId="4529b0165c9307b1" providerId="LiveId" clId="{697E15A4-21D4-47E2-9C79-C70DAE4A1DFB}" dt="2021-09-25T05:05:22.445" v="4340" actId="478"/>
          <ac:inkMkLst>
            <pc:docMk/>
            <pc:sldMk cId="0" sldId="261"/>
            <ac:inkMk id="66" creationId="{10352483-F583-48C2-92C0-D3A923772AE5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66" creationId="{32FF10BB-6C1E-46B8-AB1C-20EF0EAD68EF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67" creationId="{505F7FAC-92AD-46C5-BA5D-1A316B8BB732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68" creationId="{2A0C2D95-9CC2-49FC-99DD-5149DDC6730C}"/>
          </ac:inkMkLst>
        </pc:inkChg>
        <pc:inkChg chg="add mod">
          <ac:chgData name="VIkram Goyal" userId="4529b0165c9307b1" providerId="LiveId" clId="{697E15A4-21D4-47E2-9C79-C70DAE4A1DFB}" dt="2021-01-15T07:14:58.100" v="1309"/>
          <ac:inkMkLst>
            <pc:docMk/>
            <pc:sldMk cId="0" sldId="261"/>
            <ac:inkMk id="68" creationId="{D7DB0660-0411-4EB5-983C-178720E6E3C8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69" creationId="{EA6363DB-67E1-486A-BF4E-27077FCE1EC8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70" creationId="{55EC553C-D96B-47FA-98C1-666B9522F1B1}"/>
          </ac:inkMkLst>
        </pc:inkChg>
        <pc:inkChg chg="add mod">
          <ac:chgData name="VIkram Goyal" userId="4529b0165c9307b1" providerId="LiveId" clId="{697E15A4-21D4-47E2-9C79-C70DAE4A1DFB}" dt="2021-01-15T07:15:29.673" v="1312"/>
          <ac:inkMkLst>
            <pc:docMk/>
            <pc:sldMk cId="0" sldId="261"/>
            <ac:inkMk id="70" creationId="{8FE6002A-DD4A-41A4-AE4F-DDA73C509C4E}"/>
          </ac:inkMkLst>
        </pc:inkChg>
        <pc:inkChg chg="add mod">
          <ac:chgData name="VIkram Goyal" userId="4529b0165c9307b1" providerId="LiveId" clId="{697E15A4-21D4-47E2-9C79-C70DAE4A1DFB}" dt="2021-01-15T07:15:29.673" v="1312"/>
          <ac:inkMkLst>
            <pc:docMk/>
            <pc:sldMk cId="0" sldId="261"/>
            <ac:inkMk id="71" creationId="{9F94EC69-31B2-4155-8ABE-334454B1775C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71" creationId="{C8764BC3-5B73-4ECD-A357-102AD4BCC631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72" creationId="{2CEAC287-A752-4786-B4A9-C4E15CB1DBE5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73" creationId="{AFEBC64B-2988-44F3-A869-6979F570C4DE}"/>
          </ac:inkMkLst>
        </pc:inkChg>
        <pc:inkChg chg="add del">
          <ac:chgData name="VIkram Goyal" userId="4529b0165c9307b1" providerId="LiveId" clId="{697E15A4-21D4-47E2-9C79-C70DAE4A1DFB}" dt="2021-09-25T05:05:33.945" v="4345" actId="478"/>
          <ac:inkMkLst>
            <pc:docMk/>
            <pc:sldMk cId="0" sldId="261"/>
            <ac:inkMk id="73" creationId="{BFE83823-1805-46C8-BA88-BE4E01D4210C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74" creationId="{79BC27AF-A0F3-4C53-AA45-47F7DD48BA23}"/>
          </ac:inkMkLst>
        </pc:inkChg>
        <pc:inkChg chg="add mod">
          <ac:chgData name="VIkram Goyal" userId="4529b0165c9307b1" providerId="LiveId" clId="{697E15A4-21D4-47E2-9C79-C70DAE4A1DFB}" dt="2021-01-15T07:35:07.809" v="2242"/>
          <ac:inkMkLst>
            <pc:docMk/>
            <pc:sldMk cId="0" sldId="261"/>
            <ac:inkMk id="74" creationId="{7A33576A-3583-4C25-9040-B3A38CA2C666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75" creationId="{E76810AE-2161-4D28-A3FD-059DDD144223}"/>
          </ac:inkMkLst>
        </pc:inkChg>
        <pc:inkChg chg="add mod">
          <ac:chgData name="VIkram Goyal" userId="4529b0165c9307b1" providerId="LiveId" clId="{697E15A4-21D4-47E2-9C79-C70DAE4A1DFB}" dt="2021-01-15T07:35:07.809" v="2242"/>
          <ac:inkMkLst>
            <pc:docMk/>
            <pc:sldMk cId="0" sldId="261"/>
            <ac:inkMk id="75" creationId="{F12EECFF-648E-45BD-A714-2C0CD51FBBBF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76" creationId="{8535CC17-83E2-4149-BF69-01246272B61F}"/>
          </ac:inkMkLst>
        </pc:inkChg>
        <pc:inkChg chg="add del">
          <ac:chgData name="VIkram Goyal" userId="4529b0165c9307b1" providerId="LiveId" clId="{697E15A4-21D4-47E2-9C79-C70DAE4A1DFB}" dt="2021-09-25T05:05:30.739" v="4343" actId="478"/>
          <ac:inkMkLst>
            <pc:docMk/>
            <pc:sldMk cId="0" sldId="261"/>
            <ac:inkMk id="77" creationId="{1346BE80-EF61-41C9-A7DB-6EEC3C858269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77" creationId="{28193002-7BBA-48D5-8565-BE1C56F7C788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78" creationId="{A7FDF851-B1C1-4E1F-8040-754BF519B053}"/>
          </ac:inkMkLst>
        </pc:inkChg>
        <pc:inkChg chg="add mod">
          <ac:chgData name="VIkram Goyal" userId="4529b0165c9307b1" providerId="LiveId" clId="{697E15A4-21D4-47E2-9C79-C70DAE4A1DFB}" dt="2021-01-15T07:35:07.809" v="2242"/>
          <ac:inkMkLst>
            <pc:docMk/>
            <pc:sldMk cId="0" sldId="261"/>
            <ac:inkMk id="78" creationId="{BC219E29-1FAF-4C3E-A28F-88B15428A4F4}"/>
          </ac:inkMkLst>
        </pc:inkChg>
        <pc:inkChg chg="add mod">
          <ac:chgData name="VIkram Goyal" userId="4529b0165c9307b1" providerId="LiveId" clId="{697E15A4-21D4-47E2-9C79-C70DAE4A1DFB}" dt="2021-01-15T07:35:07.809" v="2242"/>
          <ac:inkMkLst>
            <pc:docMk/>
            <pc:sldMk cId="0" sldId="261"/>
            <ac:inkMk id="79" creationId="{67A74616-AE35-4763-B3BD-14550DFA4AD3}"/>
          </ac:inkMkLst>
        </pc:inkChg>
        <pc:inkChg chg="add mod">
          <ac:chgData name="VIkram Goyal" userId="4529b0165c9307b1" providerId="LiveId" clId="{697E15A4-21D4-47E2-9C79-C70DAE4A1DFB}" dt="2022-01-20T04:05:14.417" v="6715"/>
          <ac:inkMkLst>
            <pc:docMk/>
            <pc:sldMk cId="0" sldId="261"/>
            <ac:inkMk id="79" creationId="{AC451893-27DB-4C0A-AA40-AF1096E340E9}"/>
          </ac:inkMkLst>
        </pc:inkChg>
        <pc:inkChg chg="add mod">
          <ac:chgData name="VIkram Goyal" userId="4529b0165c9307b1" providerId="LiveId" clId="{697E15A4-21D4-47E2-9C79-C70DAE4A1DFB}" dt="2021-01-15T07:35:07.809" v="2242"/>
          <ac:inkMkLst>
            <pc:docMk/>
            <pc:sldMk cId="0" sldId="261"/>
            <ac:inkMk id="80" creationId="{4FD44F74-BFE0-4CCA-958D-B525F560E3A7}"/>
          </ac:inkMkLst>
        </pc:inkChg>
        <pc:inkChg chg="add">
          <ac:chgData name="VIkram Goyal" userId="4529b0165c9307b1" providerId="LiveId" clId="{697E15A4-21D4-47E2-9C79-C70DAE4A1DFB}" dt="2022-01-20T04:05:49.119" v="6716" actId="9405"/>
          <ac:inkMkLst>
            <pc:docMk/>
            <pc:sldMk cId="0" sldId="261"/>
            <ac:inkMk id="81" creationId="{1F431E25-5C33-49D7-B8ED-D2C1BA3C0979}"/>
          </ac:inkMkLst>
        </pc:inkChg>
        <pc:inkChg chg="add mod">
          <ac:chgData name="VIkram Goyal" userId="4529b0165c9307b1" providerId="LiveId" clId="{697E15A4-21D4-47E2-9C79-C70DAE4A1DFB}" dt="2021-01-15T07:35:07.809" v="2242"/>
          <ac:inkMkLst>
            <pc:docMk/>
            <pc:sldMk cId="0" sldId="261"/>
            <ac:inkMk id="81" creationId="{4262A32C-521F-428D-854B-03744D99B42B}"/>
          </ac:inkMkLst>
        </pc:inkChg>
        <pc:inkChg chg="add">
          <ac:chgData name="VIkram Goyal" userId="4529b0165c9307b1" providerId="LiveId" clId="{697E15A4-21D4-47E2-9C79-C70DAE4A1DFB}" dt="2022-01-20T04:05:55.990" v="6717" actId="9405"/>
          <ac:inkMkLst>
            <pc:docMk/>
            <pc:sldMk cId="0" sldId="261"/>
            <ac:inkMk id="82" creationId="{2D00CEA7-4660-4EE1-8975-BDF19BD4A941}"/>
          </ac:inkMkLst>
        </pc:inkChg>
        <pc:inkChg chg="add mod">
          <ac:chgData name="VIkram Goyal" userId="4529b0165c9307b1" providerId="LiveId" clId="{697E15A4-21D4-47E2-9C79-C70DAE4A1DFB}" dt="2021-01-15T07:35:07.809" v="2242"/>
          <ac:inkMkLst>
            <pc:docMk/>
            <pc:sldMk cId="0" sldId="261"/>
            <ac:inkMk id="82" creationId="{7827DA83-C172-4E39-A5B1-EFEA6C052CFE}"/>
          </ac:inkMkLst>
        </pc:inkChg>
        <pc:inkChg chg="add mod">
          <ac:chgData name="VIkram Goyal" userId="4529b0165c9307b1" providerId="LiveId" clId="{697E15A4-21D4-47E2-9C79-C70DAE4A1DFB}" dt="2021-01-15T07:35:07.809" v="2242"/>
          <ac:inkMkLst>
            <pc:docMk/>
            <pc:sldMk cId="0" sldId="261"/>
            <ac:inkMk id="83" creationId="{3CA0899A-C800-4A12-92BD-16DFA7249B01}"/>
          </ac:inkMkLst>
        </pc:inkChg>
        <pc:inkChg chg="add">
          <ac:chgData name="VIkram Goyal" userId="4529b0165c9307b1" providerId="LiveId" clId="{697E15A4-21D4-47E2-9C79-C70DAE4A1DFB}" dt="2022-01-20T04:05:57.635" v="6718" actId="9405"/>
          <ac:inkMkLst>
            <pc:docMk/>
            <pc:sldMk cId="0" sldId="261"/>
            <ac:inkMk id="83" creationId="{8BB9A98F-4336-4198-9BDB-21D5DAC5B674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85" creationId="{B58B569A-EEEC-44C0-85ED-29203E0314C5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87" creationId="{F4910436-2147-4C52-AEE4-E7618837DFA3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88" creationId="{83A07DA4-0974-4E95-8A22-BA1FED3F9EB0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89" creationId="{5185EB42-8633-4336-A30F-728FC1C8471D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90" creationId="{E1AF88EA-6830-477A-BD4B-BD6F6028B651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93" creationId="{5C56D5C9-20FF-4F45-8071-58318063E109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95" creationId="{8F7CFF4C-9B6D-4D41-B90E-418E5F82746C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96" creationId="{25139910-0273-459E-9828-95C4E43932BE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97" creationId="{E2D03960-311B-4229-ABFA-47D88320F033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98" creationId="{67292029-910E-4A34-95D6-B7E09A2D29D0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00" creationId="{FD68215C-84AD-469C-ACA1-AEAC4F58C9C1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01" creationId="{BD99A07C-46B0-41AF-8FCD-E39B3783BBAE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02" creationId="{7FE860D5-823D-48B0-81B5-B8FC9F61BE9A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03" creationId="{02A2A10D-30B2-42C9-B58B-B6DC3F44AA04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05" creationId="{FFE8AC8B-5A2F-425A-B22D-D82F6E2D7261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06" creationId="{77F9ABEE-7EAC-4EFB-89BD-94CD412FAFAA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07" creationId="{4218363E-03A8-4FC4-BDD3-BBA0C91F32DA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09" creationId="{84CBC898-9EF6-4E7A-A34F-F99211D8420F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10" creationId="{F1C0DBEB-49C5-40FE-A95C-DBDC2037D4DB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11" creationId="{C61846C5-2B96-414E-A55D-5C17B72BC0DE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12" creationId="{07EFF9D0-B1BF-4ACA-8A9C-DFE990DAD478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14" creationId="{EFA6454A-E0BB-4F52-BCAB-247C7C3DF0F8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15" creationId="{88C067D7-B67A-4D65-93D3-220B5BCD9F15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16" creationId="{B64D06EB-DA04-4F6F-BF84-710AAA9DE49E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17" creationId="{9E639565-8BB4-4E42-ACA6-5EA0E63F0545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18" creationId="{1E662B2C-DC6D-4EF2-8F74-C1D00E6B65BF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20" creationId="{5C302555-5F54-4B5C-BCF3-CE17E6831D96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21" creationId="{F1B8251B-0091-42AE-9121-6A115B53AFE3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23" creationId="{2CB00FD3-7B08-44CD-BE5B-3A740039D8D0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24" creationId="{50BE717E-C692-4C0E-AD32-FF0679858298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25" creationId="{BE548633-07FA-465C-998E-CA70B54CDFBF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27" creationId="{8B55564B-7981-4A78-858B-7DF01DC4F041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28" creationId="{C5FFB581-5FD0-49CA-AF2C-D212615E5E9C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30" creationId="{034C605E-9856-496A-877A-EB17C086AA6B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32" creationId="{3B13B4C4-EE8B-4C1C-9349-D4D9C6C4F435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33" creationId="{BBC34E1B-C05B-4EA3-8F4D-AD84851D66B5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35" creationId="{02CA17A0-AC89-4DE9-B4F2-B70C2B2E61B7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36" creationId="{BB097CF4-2157-4F74-B98D-6C675AAB630A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37" creationId="{83F89585-3756-4FC5-9F8E-0338D085DEEC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38" creationId="{4B180EAA-1214-43DC-A24A-5B149C62655B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39" creationId="{2572F1F3-5261-4351-BBB9-A7E67A31AD80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41" creationId="{6C764AFB-7E32-4CF8-8552-3A099BFF64AD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42" creationId="{C368A499-418A-4DB5-B415-B1942E73DBB8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43" creationId="{187457C1-310B-433F-87BA-880358A454EE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44" creationId="{17815F78-3236-4819-8596-1CEC170A0E6C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45" creationId="{7BB39F6E-A629-4B00-858F-D2EAA6566EE2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46" creationId="{ED116C99-73E3-45BD-9F86-C8BDA5DEB83B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47" creationId="{9D8E7B3A-2BE4-42A2-B855-D46354A81712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49" creationId="{9F290272-9F60-4740-8136-3FB2CC79E95E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50" creationId="{72304C9A-F04B-4B35-837B-B12DE99E8CA4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52" creationId="{40930EDC-7ACA-4AFB-924E-0DD9D52C0177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53" creationId="{5A43E9C1-A7F3-484E-AB3B-C702C3E6226A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54" creationId="{BA6203B9-BB15-45B2-B68B-9F439DA118D1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56" creationId="{23558E16-49E8-4768-8F3E-94022971BA70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57" creationId="{6F02B1B7-A7C4-4708-9E54-B0F684531F5A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59" creationId="{0A9AC5EA-3724-443C-ABFC-9EE68213F270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60" creationId="{4DB9B59B-E0FA-49D4-A3F1-011BE7CBC9F6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61" creationId="{51772DD3-5DB4-42AB-B4D5-713B67224F3E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62" creationId="{7BCCF57E-F544-4D6F-99DE-C8DC73526DEA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64" creationId="{01C8C427-C910-4045-B532-FBE13043102E}"/>
          </ac:inkMkLst>
        </pc:inkChg>
        <pc:inkChg chg="add mod">
          <ac:chgData name="VIkram Goyal" userId="4529b0165c9307b1" providerId="LiveId" clId="{697E15A4-21D4-47E2-9C79-C70DAE4A1DFB}" dt="2022-01-25T04:49:37.576" v="7144"/>
          <ac:inkMkLst>
            <pc:docMk/>
            <pc:sldMk cId="0" sldId="261"/>
            <ac:inkMk id="166" creationId="{AC4B9390-EE0E-4F70-9CE8-C15AE8DB0C15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68" creationId="{F78CF001-0ED7-4E6A-BC27-B906001FA0EB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70" creationId="{50A55970-E8C6-40A0-B8C9-6F0B8C5D7D01}"/>
          </ac:inkMkLst>
        </pc:inkChg>
        <pc:inkChg chg="add mod">
          <ac:chgData name="VIkram Goyal" userId="4529b0165c9307b1" providerId="LiveId" clId="{697E15A4-21D4-47E2-9C79-C70DAE4A1DFB}" dt="2022-01-25T04:50:06.710" v="7149"/>
          <ac:inkMkLst>
            <pc:docMk/>
            <pc:sldMk cId="0" sldId="261"/>
            <ac:inkMk id="171" creationId="{D9B6CC94-09F0-440F-A245-4EAA3C0E34B9}"/>
          </ac:inkMkLst>
        </pc:inkChg>
        <pc:inkChg chg="add">
          <ac:chgData name="VIkram Goyal" userId="4529b0165c9307b1" providerId="LiveId" clId="{697E15A4-21D4-47E2-9C79-C70DAE4A1DFB}" dt="2022-01-25T04:50:22.812" v="7150" actId="9405"/>
          <ac:inkMkLst>
            <pc:docMk/>
            <pc:sldMk cId="0" sldId="261"/>
            <ac:inkMk id="173" creationId="{077B103B-BCC7-4162-94C5-7E9392D61327}"/>
          </ac:inkMkLst>
        </pc:inkChg>
        <pc:inkChg chg="add mod">
          <ac:chgData name="VIkram Goyal" userId="4529b0165c9307b1" providerId="LiveId" clId="{697E15A4-21D4-47E2-9C79-C70DAE4A1DFB}" dt="2022-01-25T05:23:00.387" v="8179"/>
          <ac:inkMkLst>
            <pc:docMk/>
            <pc:sldMk cId="0" sldId="261"/>
            <ac:inkMk id="174" creationId="{A0F40DBB-8525-4EDE-9C49-E652E0672609}"/>
          </ac:inkMkLst>
        </pc:inkChg>
        <pc:inkChg chg="add mod">
          <ac:chgData name="VIkram Goyal" userId="4529b0165c9307b1" providerId="LiveId" clId="{697E15A4-21D4-47E2-9C79-C70DAE4A1DFB}" dt="2022-01-25T05:23:00.387" v="8179"/>
          <ac:inkMkLst>
            <pc:docMk/>
            <pc:sldMk cId="0" sldId="261"/>
            <ac:inkMk id="175" creationId="{67D7256B-2287-4AEA-9BD9-9B19DDAB8C56}"/>
          </ac:inkMkLst>
        </pc:inkChg>
        <pc:inkChg chg="add mod">
          <ac:chgData name="VIkram Goyal" userId="4529b0165c9307b1" providerId="LiveId" clId="{697E15A4-21D4-47E2-9C79-C70DAE4A1DFB}" dt="2022-01-25T05:23:00.387" v="8179"/>
          <ac:inkMkLst>
            <pc:docMk/>
            <pc:sldMk cId="0" sldId="261"/>
            <ac:inkMk id="176" creationId="{0D499AB7-33F8-4EB3-BE38-A9DBBF0C9325}"/>
          </ac:inkMkLst>
        </pc:inkChg>
        <pc:inkChg chg="add">
          <ac:chgData name="VIkram Goyal" userId="4529b0165c9307b1" providerId="LiveId" clId="{697E15A4-21D4-47E2-9C79-C70DAE4A1DFB}" dt="2022-01-25T05:21:19.422" v="8139" actId="9405"/>
          <ac:inkMkLst>
            <pc:docMk/>
            <pc:sldMk cId="0" sldId="261"/>
            <ac:inkMk id="178" creationId="{444C8D90-C648-40D2-A883-16F98E19BD71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79" creationId="{16787761-7B39-46FB-9B12-D08B8D34584F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80" creationId="{345E0B62-75B6-4008-86D3-8BC82DE20583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81" creationId="{D128D093-88D7-44F7-B8DA-28319335E14B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82" creationId="{4FFCE9DB-11A6-45E8-B715-D35288CD7E69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83" creationId="{13533179-D0C9-40BB-9563-C15EBF662C18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84" creationId="{A748753B-ACA2-49EA-B793-A215BE994DE1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85" creationId="{753A0CB7-3DBF-44C9-81AF-4B470BEACF9A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86" creationId="{DB485908-38E1-4676-9FB1-C1BEC760C4E4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87" creationId="{A9E5238C-4292-414C-A4B8-AC5EA46F9224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88" creationId="{D7928F59-0C73-408A-88CA-CABB8CDF79D7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89" creationId="{CD98130A-2980-4700-A6BE-F2EE1EA69B83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90" creationId="{55E0E539-F9D1-4667-B99A-75520C2670DC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91" creationId="{80E4D2F3-9DC6-4CA5-B7EE-0397CF75D313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92" creationId="{A1B41EF7-7EFC-40D9-BAB7-901A4D5B1141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93" creationId="{28A5071E-1D16-4EEB-A928-F9755E4F4F6D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94" creationId="{30A258E1-6978-4CB4-908A-81821874CA48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95" creationId="{F31A5C95-8443-4695-9086-00978C07F2BD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96" creationId="{4F8CAECD-0D14-48B6-B8F5-8BE8F6544615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97" creationId="{BD55C9C1-2B25-4E9C-A7EA-31595364A3D3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199" creationId="{9FF2E37D-CAAB-49B7-8A6C-B2AF653CAF22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00" creationId="{1EDC3AD1-7D26-4952-9BDA-F13FAAE26056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01" creationId="{BE38DD69-3808-44EE-B6D0-F8871AD11B2B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02" creationId="{1F0A1D3E-D170-42E1-81FF-1075C44AE6F5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03" creationId="{E2D39E24-3D3E-4ECB-BDD6-5001138084CD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04" creationId="{A3996DA1-5D17-4CC3-9DA2-D4BD065F75E9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05" creationId="{7383C161-9D0D-45B5-B98B-105DC37F92D9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06" creationId="{8432EDF1-A5A6-4403-ABE1-39A8880D24E4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07" creationId="{D693C087-0062-43D2-9EEC-5194B34A0899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08" creationId="{0E73D85A-C4CD-4E73-A3E8-5CAF0162F6D3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09" creationId="{F93A515C-718C-41DC-A24C-94A5AB64796B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10" creationId="{F07637EA-6505-4BAA-B681-11C7102F367E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11" creationId="{70513030-71FE-4B53-9231-1183E5AE1F63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12" creationId="{EB4BFC8E-F438-4973-BAAF-C21C500007D4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13" creationId="{7AD0EFF7-424A-48B7-AE31-0B334D468CA4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14" creationId="{79726956-EB58-4428-BAE1-FB2D0E352920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15" creationId="{A82E36B1-F427-4DE8-AA3A-CA63E1126FF8}"/>
          </ac:inkMkLst>
        </pc:inkChg>
        <pc:inkChg chg="add mod">
          <ac:chgData name="VIkram Goyal" userId="4529b0165c9307b1" providerId="LiveId" clId="{697E15A4-21D4-47E2-9C79-C70DAE4A1DFB}" dt="2022-01-25T05:23:00.387" v="8179"/>
          <ac:inkMkLst>
            <pc:docMk/>
            <pc:sldMk cId="0" sldId="261"/>
            <ac:inkMk id="217" creationId="{EE01B1AD-E7AC-46E3-9244-738E4B68FB34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19" creationId="{0FB80EE8-015F-448F-ABEB-54036893D20A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20" creationId="{E3A29D8C-8048-4C89-A9EA-7952896B017F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21" creationId="{40455B82-01E3-441D-ACE1-E36A7F5270F3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22" creationId="{C575EA9C-2D62-40B1-8202-E6BBFDE3F6F7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23" creationId="{29CF0DEA-CF34-4FFA-846D-65933BDD08E5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25" creationId="{0CC63A1F-1B6B-4E60-BE74-490351F6A8E0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26" creationId="{0ABA5F4E-CBF4-46D5-8537-2FEB48FD1B29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28" creationId="{843CE6FC-B7FE-489D-B67E-24E10CE0192C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29" creationId="{53698079-9541-4C48-8D27-A1B0398DEA70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31" creationId="{9578C247-2771-4B50-83CD-D6B37A92BC45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32" creationId="{C6638785-C3AF-4BFC-B36E-513E1E10126A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33" creationId="{E05DD95C-E5FA-4D1C-95B4-A4962B873D83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34" creationId="{069DB718-CD57-49A1-AC18-60B446C4D3A1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36" creationId="{AD85E0FD-3E71-467E-9AC9-F26D931F2339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37" creationId="{55810B9D-3D99-4EFF-B5C9-3292E366DA6C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38" creationId="{B4110F28-949E-41D0-AC02-CB0AE1DC61D4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39" creationId="{80A9D5EB-BB0E-4470-8CE4-5446A40120EB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41" creationId="{0EC849C2-67D4-4B40-882F-0E7A2F1B82BB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42" creationId="{9A5251F6-76A2-4F4E-A8D3-5FACCAC3D1F1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44" creationId="{94F83360-2D5A-4679-8FD0-5C4BD2CFF3B2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45" creationId="{3B758D3B-820F-495D-AA5E-DB41F3B78355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46" creationId="{2E12E532-3598-4938-9251-ED863823AC47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47" creationId="{E0EE7EF9-0D62-4837-9DD3-6085BFD8ED1E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48" creationId="{A07D27CD-283D-4ACD-8CF8-2A2D5B6919A0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49" creationId="{EC4EA864-1118-4B5F-B316-6429CCB3A03B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50" creationId="{7BB602AC-917A-46CF-8B5C-E25B14E40A29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51" creationId="{A85A9FF7-E5AA-4B63-B510-75B37A342513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54" creationId="{F4154D7A-F436-433F-AEAC-57C0C9DC73BB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55" creationId="{2A1AF954-8B6B-4C97-B5BF-66AA9412C927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57" creationId="{3CCA7958-4388-4F77-A4FF-6D3518E69DF7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58" creationId="{DAF07F7F-09FF-49D7-BF8B-8576664972BC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60" creationId="{EC3FB714-FE35-491F-B19A-09E937DA5F8E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61" creationId="{5E67C448-1275-4BE5-B36D-A9FC3650C91C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62" creationId="{9797D4D9-68C6-4719-9BDF-F0B6960415FF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63" creationId="{8B5E6AA8-C929-4F56-B45B-7BB5134A2C2A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64" creationId="{6C38C5EF-1791-42DE-947F-A08E52097A96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65" creationId="{4376205C-DD43-4953-84F1-8F7A9C536BC0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66" creationId="{5B02FF81-9C9D-4E08-8A79-A7F933282DED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67" creationId="{C16BFB61-0C3C-462E-BC31-95BBF33B0A97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68" creationId="{A2A41502-7F67-4C6D-AFA0-79FD230170CB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69" creationId="{6E7CA1BA-7B53-4EA8-90B1-34E278383054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71" creationId="{E99FB7E9-1BDF-48AE-A80B-57A91696A50D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72" creationId="{5816559B-3EAD-4F30-9A77-256EAE9B3610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74" creationId="{CD78A712-C84A-403C-9C75-D7143066FD35}"/>
          </ac:inkMkLst>
        </pc:inkChg>
        <pc:inkChg chg="add mod">
          <ac:chgData name="VIkram Goyal" userId="4529b0165c9307b1" providerId="LiveId" clId="{697E15A4-21D4-47E2-9C79-C70DAE4A1DFB}" dt="2022-01-25T05:27:16.422" v="8236"/>
          <ac:inkMkLst>
            <pc:docMk/>
            <pc:sldMk cId="0" sldId="261"/>
            <ac:inkMk id="275" creationId="{95A3BF90-72E1-4FC8-B110-92601139F8CD}"/>
          </ac:inkMkLst>
        </pc:inkChg>
      </pc:sldChg>
      <pc:sldChg chg="addSp delSp modSp mod">
        <pc:chgData name="VIkram Goyal" userId="4529b0165c9307b1" providerId="LiveId" clId="{697E15A4-21D4-47E2-9C79-C70DAE4A1DFB}" dt="2022-01-25T05:30:46.590" v="8249" actId="9405"/>
        <pc:sldMkLst>
          <pc:docMk/>
          <pc:sldMk cId="0" sldId="262"/>
        </pc:sldMkLst>
        <pc:spChg chg="mod">
          <ac:chgData name="VIkram Goyal" userId="4529b0165c9307b1" providerId="LiveId" clId="{697E15A4-21D4-47E2-9C79-C70DAE4A1DFB}" dt="2021-09-25T05:08:16.906" v="4396" actId="255"/>
          <ac:spMkLst>
            <pc:docMk/>
            <pc:sldMk cId="0" sldId="262"/>
            <ac:spMk id="98" creationId="{00000000-0000-0000-0000-000000000000}"/>
          </ac:spMkLst>
        </pc:spChg>
        <pc:grpChg chg="del mod">
          <ac:chgData name="VIkram Goyal" userId="4529b0165c9307b1" providerId="LiveId" clId="{697E15A4-21D4-47E2-9C79-C70DAE4A1DFB}" dt="2021-01-20T06:40:02.918" v="2625"/>
          <ac:grpSpMkLst>
            <pc:docMk/>
            <pc:sldMk cId="0" sldId="262"/>
            <ac:grpSpMk id="6" creationId="{46FB7DED-4ED7-44E3-8FF9-137F048F9E91}"/>
          </ac:grpSpMkLst>
        </pc:grpChg>
        <pc:grpChg chg="del mod">
          <ac:chgData name="VIkram Goyal" userId="4529b0165c9307b1" providerId="LiveId" clId="{697E15A4-21D4-47E2-9C79-C70DAE4A1DFB}" dt="2022-01-25T05:28:39.403" v="8247"/>
          <ac:grpSpMkLst>
            <pc:docMk/>
            <pc:sldMk cId="0" sldId="262"/>
            <ac:grpSpMk id="10" creationId="{B5C69734-38B5-422A-ACE9-F6B739911559}"/>
          </ac:grpSpMkLst>
        </pc:grpChg>
        <pc:grpChg chg="del mod">
          <ac:chgData name="VIkram Goyal" userId="4529b0165c9307b1" providerId="LiveId" clId="{697E15A4-21D4-47E2-9C79-C70DAE4A1DFB}" dt="2021-01-20T06:40:04.895" v="2629"/>
          <ac:grpSpMkLst>
            <pc:docMk/>
            <pc:sldMk cId="0" sldId="262"/>
            <ac:grpSpMk id="11" creationId="{C5BA098D-183E-40C3-86A3-A09A1478553A}"/>
          </ac:grpSpMkLst>
        </pc:grpChg>
        <pc:grpChg chg="mod">
          <ac:chgData name="VIkram Goyal" userId="4529b0165c9307b1" providerId="LiveId" clId="{697E15A4-21D4-47E2-9C79-C70DAE4A1DFB}" dt="2022-01-25T05:28:39.403" v="8247"/>
          <ac:grpSpMkLst>
            <pc:docMk/>
            <pc:sldMk cId="0" sldId="262"/>
            <ac:grpSpMk id="12" creationId="{CA4F6286-2E1B-430F-ACE6-42B67F939E5F}"/>
          </ac:grpSpMkLst>
        </pc:grpChg>
        <pc:grpChg chg="del mod">
          <ac:chgData name="VIkram Goyal" userId="4529b0165c9307b1" providerId="LiveId" clId="{697E15A4-21D4-47E2-9C79-C70DAE4A1DFB}" dt="2021-01-20T06:40:07.624" v="2634"/>
          <ac:grpSpMkLst>
            <pc:docMk/>
            <pc:sldMk cId="0" sldId="262"/>
            <ac:grpSpMk id="15" creationId="{55922663-D8C0-40C6-ADF8-8DD26B27C8C9}"/>
          </ac:grpSpMkLst>
        </pc:grpChg>
        <pc:grpChg chg="del mod">
          <ac:chgData name="VIkram Goyal" userId="4529b0165c9307b1" providerId="LiveId" clId="{697E15A4-21D4-47E2-9C79-C70DAE4A1DFB}" dt="2021-01-20T06:40:11.219" v="2638"/>
          <ac:grpSpMkLst>
            <pc:docMk/>
            <pc:sldMk cId="0" sldId="262"/>
            <ac:grpSpMk id="20" creationId="{F7BE35DA-F217-473B-8828-3883BA4FF7E9}"/>
          </ac:grpSpMkLst>
        </pc:grpChg>
        <pc:grpChg chg="del mod">
          <ac:chgData name="VIkram Goyal" userId="4529b0165c9307b1" providerId="LiveId" clId="{697E15A4-21D4-47E2-9C79-C70DAE4A1DFB}" dt="2021-01-20T06:40:11.219" v="2638"/>
          <ac:grpSpMkLst>
            <pc:docMk/>
            <pc:sldMk cId="0" sldId="262"/>
            <ac:grpSpMk id="21" creationId="{F911AF44-2873-47E7-A837-A1C32FDB7781}"/>
          </ac:grpSpMkLst>
        </pc:grpChg>
        <pc:grpChg chg="del mod">
          <ac:chgData name="VIkram Goyal" userId="4529b0165c9307b1" providerId="LiveId" clId="{697E15A4-21D4-47E2-9C79-C70DAE4A1DFB}" dt="2021-01-20T06:40:12.593" v="2640"/>
          <ac:grpSpMkLst>
            <pc:docMk/>
            <pc:sldMk cId="0" sldId="262"/>
            <ac:grpSpMk id="25" creationId="{D3E8E2B5-2F5E-4A76-8E08-5E25F3EEBF08}"/>
          </ac:grpSpMkLst>
        </pc:grpChg>
        <pc:grpChg chg="del mod">
          <ac:chgData name="VIkram Goyal" userId="4529b0165c9307b1" providerId="LiveId" clId="{697E15A4-21D4-47E2-9C79-C70DAE4A1DFB}" dt="2021-01-20T06:40:16.572" v="2644"/>
          <ac:grpSpMkLst>
            <pc:docMk/>
            <pc:sldMk cId="0" sldId="262"/>
            <ac:grpSpMk id="27" creationId="{EA4AD52A-A256-4F56-8430-F23C7754F818}"/>
          </ac:grpSpMkLst>
        </pc:grpChg>
        <pc:grpChg chg="del mod">
          <ac:chgData name="VIkram Goyal" userId="4529b0165c9307b1" providerId="LiveId" clId="{697E15A4-21D4-47E2-9C79-C70DAE4A1DFB}" dt="2021-01-20T06:40:28.700" v="2648"/>
          <ac:grpSpMkLst>
            <pc:docMk/>
            <pc:sldMk cId="0" sldId="262"/>
            <ac:grpSpMk id="31" creationId="{1C9F622A-BB6E-44A1-A4FF-816B329FB180}"/>
          </ac:grpSpMkLst>
        </pc:grpChg>
        <pc:grpChg chg="del mod">
          <ac:chgData name="VIkram Goyal" userId="4529b0165c9307b1" providerId="LiveId" clId="{697E15A4-21D4-47E2-9C79-C70DAE4A1DFB}" dt="2021-01-20T06:40:39.494" v="2655"/>
          <ac:grpSpMkLst>
            <pc:docMk/>
            <pc:sldMk cId="0" sldId="262"/>
            <ac:grpSpMk id="35" creationId="{DF5B1A58-A472-427D-B095-C9A3FFF08B34}"/>
          </ac:grpSpMkLst>
        </pc:grpChg>
        <pc:grpChg chg="del mod">
          <ac:chgData name="VIkram Goyal" userId="4529b0165c9307b1" providerId="LiveId" clId="{697E15A4-21D4-47E2-9C79-C70DAE4A1DFB}" dt="2021-01-20T06:41:23.841" v="2657"/>
          <ac:grpSpMkLst>
            <pc:docMk/>
            <pc:sldMk cId="0" sldId="262"/>
            <ac:grpSpMk id="42" creationId="{B35D74AD-6EA8-48EB-A64B-B55B8970B120}"/>
          </ac:grpSpMkLst>
        </pc:grpChg>
        <pc:grpChg chg="del mod">
          <ac:chgData name="VIkram Goyal" userId="4529b0165c9307b1" providerId="LiveId" clId="{697E15A4-21D4-47E2-9C79-C70DAE4A1DFB}" dt="2021-01-20T06:41:49.454" v="2661"/>
          <ac:grpSpMkLst>
            <pc:docMk/>
            <pc:sldMk cId="0" sldId="262"/>
            <ac:grpSpMk id="44" creationId="{01B0724B-D76E-45FE-845A-3CC134B856B7}"/>
          </ac:grpSpMkLst>
        </pc:grpChg>
        <pc:grpChg chg="del mod">
          <ac:chgData name="VIkram Goyal" userId="4529b0165c9307b1" providerId="LiveId" clId="{697E15A4-21D4-47E2-9C79-C70DAE4A1DFB}" dt="2021-09-25T05:06:11.358" v="4358" actId="478"/>
          <ac:grpSpMkLst>
            <pc:docMk/>
            <pc:sldMk cId="0" sldId="262"/>
            <ac:grpSpMk id="48" creationId="{3E37D0A5-F65B-483A-A1FE-7292DA64DB15}"/>
          </ac:grpSpMkLst>
        </pc:grpChg>
        <pc:grpChg chg="del mod">
          <ac:chgData name="VIkram Goyal" userId="4529b0165c9307b1" providerId="LiveId" clId="{697E15A4-21D4-47E2-9C79-C70DAE4A1DFB}" dt="2021-09-25T05:06:32.609" v="4366" actId="478"/>
          <ac:grpSpMkLst>
            <pc:docMk/>
            <pc:sldMk cId="0" sldId="262"/>
            <ac:grpSpMk id="58" creationId="{A6763013-C37A-4BC8-B719-C3F0B6639F05}"/>
          </ac:grpSpMkLst>
        </pc:grpChg>
        <pc:grpChg chg="del mod">
          <ac:chgData name="VIkram Goyal" userId="4529b0165c9307b1" providerId="LiveId" clId="{697E15A4-21D4-47E2-9C79-C70DAE4A1DFB}" dt="2021-01-20T06:57:50.013" v="3303"/>
          <ac:grpSpMkLst>
            <pc:docMk/>
            <pc:sldMk cId="0" sldId="262"/>
            <ac:grpSpMk id="61" creationId="{FA8D55C1-A225-47CE-A6F5-1621BF978FC6}"/>
          </ac:grpSpMkLst>
        </pc:grpChg>
        <pc:grpChg chg="del mod">
          <ac:chgData name="VIkram Goyal" userId="4529b0165c9307b1" providerId="LiveId" clId="{697E15A4-21D4-47E2-9C79-C70DAE4A1DFB}" dt="2021-09-25T05:06:39.294" v="4369" actId="478"/>
          <ac:grpSpMkLst>
            <pc:docMk/>
            <pc:sldMk cId="0" sldId="262"/>
            <ac:grpSpMk id="65" creationId="{C20BC6CA-3E37-4353-BBF1-6779F4F58ECE}"/>
          </ac:grpSpMkLst>
        </pc:grpChg>
        <pc:inkChg chg="add del">
          <ac:chgData name="VIkram Goyal" userId="4529b0165c9307b1" providerId="LiveId" clId="{697E15A4-21D4-47E2-9C79-C70DAE4A1DFB}" dt="2021-09-25T05:06:16.931" v="4360" actId="478"/>
          <ac:inkMkLst>
            <pc:docMk/>
            <pc:sldMk cId="0" sldId="262"/>
            <ac:inkMk id="2" creationId="{648C9BFF-6F8C-4537-AD43-507314857A9E}"/>
          </ac:inkMkLst>
        </pc:inkChg>
        <pc:inkChg chg="add mod">
          <ac:chgData name="VIkram Goyal" userId="4529b0165c9307b1" providerId="LiveId" clId="{697E15A4-21D4-47E2-9C79-C70DAE4A1DFB}" dt="2022-01-25T05:28:39.403" v="8247"/>
          <ac:inkMkLst>
            <pc:docMk/>
            <pc:sldMk cId="0" sldId="262"/>
            <ac:inkMk id="2" creationId="{CE959690-5DC9-4E7F-81A9-04B0A310D4D3}"/>
          </ac:inkMkLst>
        </pc:inkChg>
        <pc:inkChg chg="add del">
          <ac:chgData name="VIkram Goyal" userId="4529b0165c9307b1" providerId="LiveId" clId="{697E15A4-21D4-47E2-9C79-C70DAE4A1DFB}" dt="2021-09-25T05:06:18.668" v="4361" actId="478"/>
          <ac:inkMkLst>
            <pc:docMk/>
            <pc:sldMk cId="0" sldId="262"/>
            <ac:inkMk id="3" creationId="{53535F2F-5DC0-40A5-AEE0-74F2C60F49C1}"/>
          </ac:inkMkLst>
        </pc:inkChg>
        <pc:inkChg chg="add mod">
          <ac:chgData name="VIkram Goyal" userId="4529b0165c9307b1" providerId="LiveId" clId="{697E15A4-21D4-47E2-9C79-C70DAE4A1DFB}" dt="2022-01-25T05:28:39.403" v="8247"/>
          <ac:inkMkLst>
            <pc:docMk/>
            <pc:sldMk cId="0" sldId="262"/>
            <ac:inkMk id="3" creationId="{594B65E5-0E56-43E7-8B4D-818615DD23C3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4" creationId="{4038CEBF-D551-4EF3-9FF7-371FAA2975FA}"/>
          </ac:inkMkLst>
        </pc:inkChg>
        <pc:inkChg chg="add mod">
          <ac:chgData name="VIkram Goyal" userId="4529b0165c9307b1" providerId="LiveId" clId="{697E15A4-21D4-47E2-9C79-C70DAE4A1DFB}" dt="2022-01-25T05:28:39.403" v="8247"/>
          <ac:inkMkLst>
            <pc:docMk/>
            <pc:sldMk cId="0" sldId="262"/>
            <ac:inkMk id="4" creationId="{61BAAE83-968A-4FCC-A3B1-130AB6BCAD40}"/>
          </ac:inkMkLst>
        </pc:inkChg>
        <pc:inkChg chg="add mod">
          <ac:chgData name="VIkram Goyal" userId="4529b0165c9307b1" providerId="LiveId" clId="{697E15A4-21D4-47E2-9C79-C70DAE4A1DFB}" dt="2022-01-25T05:28:39.403" v="8247"/>
          <ac:inkMkLst>
            <pc:docMk/>
            <pc:sldMk cId="0" sldId="262"/>
            <ac:inkMk id="5" creationId="{191E0F1A-5A91-48F9-9D9D-DC857120D096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5" creationId="{908F150F-D5F1-4A27-A4D4-57317B872FA3}"/>
          </ac:inkMkLst>
        </pc:inkChg>
        <pc:inkChg chg="add mod">
          <ac:chgData name="VIkram Goyal" userId="4529b0165c9307b1" providerId="LiveId" clId="{697E15A4-21D4-47E2-9C79-C70DAE4A1DFB}" dt="2022-01-25T05:28:39.403" v="8247"/>
          <ac:inkMkLst>
            <pc:docMk/>
            <pc:sldMk cId="0" sldId="262"/>
            <ac:inkMk id="6" creationId="{D3303B4A-3C18-400A-BE76-4796512D64E9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7" creationId="{50ECE3DE-4CEB-4114-A178-29D753B4F714}"/>
          </ac:inkMkLst>
        </pc:inkChg>
        <pc:inkChg chg="add mod">
          <ac:chgData name="VIkram Goyal" userId="4529b0165c9307b1" providerId="LiveId" clId="{697E15A4-21D4-47E2-9C79-C70DAE4A1DFB}" dt="2022-01-25T05:28:39.403" v="8247"/>
          <ac:inkMkLst>
            <pc:docMk/>
            <pc:sldMk cId="0" sldId="262"/>
            <ac:inkMk id="7" creationId="{7F25E266-6DA1-4752-877C-B876507340C3}"/>
          </ac:inkMkLst>
        </pc:inkChg>
        <pc:inkChg chg="add mod">
          <ac:chgData name="VIkram Goyal" userId="4529b0165c9307b1" providerId="LiveId" clId="{697E15A4-21D4-47E2-9C79-C70DAE4A1DFB}" dt="2022-01-25T05:28:39.403" v="8247"/>
          <ac:inkMkLst>
            <pc:docMk/>
            <pc:sldMk cId="0" sldId="262"/>
            <ac:inkMk id="8" creationId="{2FCC88EE-FF56-4F73-82BC-EF842096F849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8" creationId="{6D0DFF79-8AF0-4351-8575-ACAE4147B57A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9" creationId="{05BC5AB9-135C-4145-8763-B90BEC37BF4E}"/>
          </ac:inkMkLst>
        </pc:inkChg>
        <pc:inkChg chg="add mod">
          <ac:chgData name="VIkram Goyal" userId="4529b0165c9307b1" providerId="LiveId" clId="{697E15A4-21D4-47E2-9C79-C70DAE4A1DFB}" dt="2022-01-25T05:28:39.403" v="8247"/>
          <ac:inkMkLst>
            <pc:docMk/>
            <pc:sldMk cId="0" sldId="262"/>
            <ac:inkMk id="9" creationId="{0CB9F973-81B7-4C86-B39B-DFA536990B0E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10" creationId="{7ADBCFC7-6CAC-4A91-9890-DFB618523857}"/>
          </ac:inkMkLst>
        </pc:inkChg>
        <pc:inkChg chg="add mod">
          <ac:chgData name="VIkram Goyal" userId="4529b0165c9307b1" providerId="LiveId" clId="{697E15A4-21D4-47E2-9C79-C70DAE4A1DFB}" dt="2022-01-25T05:28:39.403" v="8247"/>
          <ac:inkMkLst>
            <pc:docMk/>
            <pc:sldMk cId="0" sldId="262"/>
            <ac:inkMk id="11" creationId="{E86862F1-D8A9-4C33-A0B3-0D201FF49F99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12" creationId="{89B4394A-90F6-4575-B926-595ADEC85C96}"/>
          </ac:inkMkLst>
        </pc:inkChg>
        <pc:inkChg chg="add">
          <ac:chgData name="VIkram Goyal" userId="4529b0165c9307b1" providerId="LiveId" clId="{697E15A4-21D4-47E2-9C79-C70DAE4A1DFB}" dt="2022-01-25T05:29:56.741" v="8248" actId="9405"/>
          <ac:inkMkLst>
            <pc:docMk/>
            <pc:sldMk cId="0" sldId="262"/>
            <ac:inkMk id="13" creationId="{EBF24117-711E-4498-870C-1CD027FA28F8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13" creationId="{F41A4CE5-0BBE-4D62-A1F9-E58A1A1A1721}"/>
          </ac:inkMkLst>
        </pc:inkChg>
        <pc:inkChg chg="add">
          <ac:chgData name="VIkram Goyal" userId="4529b0165c9307b1" providerId="LiveId" clId="{697E15A4-21D4-47E2-9C79-C70DAE4A1DFB}" dt="2022-01-25T05:30:46.590" v="8249" actId="9405"/>
          <ac:inkMkLst>
            <pc:docMk/>
            <pc:sldMk cId="0" sldId="262"/>
            <ac:inkMk id="14" creationId="{0A425274-B8AD-4042-91B2-2EB1776BE1F7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14" creationId="{CDEE9CF3-B02E-4859-80AE-BA8C5EC65181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16" creationId="{03815EC2-4FF9-4E19-B008-CC6D4C675286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17" creationId="{5FB8345A-6966-4372-B592-7E2A39521453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18" creationId="{0269A258-E36C-42B5-BE6A-3A4D5692D0E8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19" creationId="{63E1215B-A803-4C93-A7D4-6C978B0A41F5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22" creationId="{616F9DFB-D1ED-4086-9570-DB23B89A91F7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23" creationId="{0A14169A-F553-474B-95D0-EB3A48B18D89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24" creationId="{DAB02C15-93CA-4941-BDD7-F26AFD0B2403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26" creationId="{5B2DB03D-E8C6-4CCC-86A7-609BCE7F78E2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28" creationId="{96F8D077-DF85-44AC-9764-29BA13229751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29" creationId="{6E43CF94-43DE-4BFA-9B50-35AC87D96656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30" creationId="{E8515DED-A666-45F0-A175-E06A6AE5DB72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32" creationId="{223F88C0-DD8B-47FC-B774-B5962E9C291C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33" creationId="{BC85A6AF-AF11-4494-94EB-2E8FE80091F7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34" creationId="{5404A9F5-5A6A-41CF-9662-66658806B43B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36" creationId="{29D3ECFB-79F3-42E3-8355-CC6FF958A88D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37" creationId="{89C1A38E-9613-4BB7-8D3E-A14EB4E6274A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38" creationId="{12954D92-B68A-4424-9C52-B6CFEA2F7289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39" creationId="{E8A5B25C-94BA-411D-A91A-1C02AE843FA5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40" creationId="{A2D7AD9D-B6D0-4801-BB9C-0196A63CD5E8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41" creationId="{CCCECB6C-3726-411C-93D8-DB01911EAB06}"/>
          </ac:inkMkLst>
        </pc:inkChg>
        <pc:inkChg chg="add del mod">
          <ac:chgData name="VIkram Goyal" userId="4529b0165c9307b1" providerId="LiveId" clId="{697E15A4-21D4-47E2-9C79-C70DAE4A1DFB}" dt="2021-09-25T05:06:14.788" v="4359" actId="478"/>
          <ac:inkMkLst>
            <pc:docMk/>
            <pc:sldMk cId="0" sldId="262"/>
            <ac:inkMk id="43" creationId="{16629086-A3F7-455A-ABEB-65E2FB5669CE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45" creationId="{21B74EF8-22BE-4E93-876E-176D6506A7FE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46" creationId="{2A7320F3-6071-49CF-98F8-7AED12C32C56}"/>
          </ac:inkMkLst>
        </pc:inkChg>
        <pc:inkChg chg="add mod">
          <ac:chgData name="VIkram Goyal" userId="4529b0165c9307b1" providerId="LiveId" clId="{697E15A4-21D4-47E2-9C79-C70DAE4A1DFB}" dt="2021-01-20T06:41:49.454" v="2661"/>
          <ac:inkMkLst>
            <pc:docMk/>
            <pc:sldMk cId="0" sldId="262"/>
            <ac:inkMk id="47" creationId="{8D9C09ED-7870-4C66-831E-7599BE293723}"/>
          </ac:inkMkLst>
        </pc:inkChg>
        <pc:inkChg chg="add del">
          <ac:chgData name="VIkram Goyal" userId="4529b0165c9307b1" providerId="LiveId" clId="{697E15A4-21D4-47E2-9C79-C70DAE4A1DFB}" dt="2021-09-25T05:06:21.529" v="4362" actId="478"/>
          <ac:inkMkLst>
            <pc:docMk/>
            <pc:sldMk cId="0" sldId="262"/>
            <ac:inkMk id="49" creationId="{1471F46B-FB29-46B4-B65F-D80FA78162F6}"/>
          </ac:inkMkLst>
        </pc:inkChg>
        <pc:inkChg chg="add del">
          <ac:chgData name="VIkram Goyal" userId="4529b0165c9307b1" providerId="LiveId" clId="{697E15A4-21D4-47E2-9C79-C70DAE4A1DFB}" dt="2021-09-25T05:06:25.601" v="4364" actId="478"/>
          <ac:inkMkLst>
            <pc:docMk/>
            <pc:sldMk cId="0" sldId="262"/>
            <ac:inkMk id="50" creationId="{77846973-657C-4D06-BB66-E5AAB6325A67}"/>
          </ac:inkMkLst>
        </pc:inkChg>
        <pc:inkChg chg="add">
          <ac:chgData name="VIkram Goyal" userId="4529b0165c9307b1" providerId="LiveId" clId="{697E15A4-21D4-47E2-9C79-C70DAE4A1DFB}" dt="2021-01-20T06:42:49.452" v="2703" actId="9405"/>
          <ac:inkMkLst>
            <pc:docMk/>
            <pc:sldMk cId="0" sldId="262"/>
            <ac:inkMk id="51" creationId="{5B3C4A13-5F54-4900-94A7-667A12E6FE94}"/>
          </ac:inkMkLst>
        </pc:inkChg>
        <pc:inkChg chg="add del">
          <ac:chgData name="VIkram Goyal" userId="4529b0165c9307b1" providerId="LiveId" clId="{697E15A4-21D4-47E2-9C79-C70DAE4A1DFB}" dt="2021-09-25T05:06:23.449" v="4363" actId="478"/>
          <ac:inkMkLst>
            <pc:docMk/>
            <pc:sldMk cId="0" sldId="262"/>
            <ac:inkMk id="52" creationId="{433EDF01-A1F7-44FF-883A-6933E4DBF23B}"/>
          </ac:inkMkLst>
        </pc:inkChg>
        <pc:inkChg chg="add del">
          <ac:chgData name="VIkram Goyal" userId="4529b0165c9307b1" providerId="LiveId" clId="{697E15A4-21D4-47E2-9C79-C70DAE4A1DFB}" dt="2021-09-25T05:06:35.361" v="4367" actId="478"/>
          <ac:inkMkLst>
            <pc:docMk/>
            <pc:sldMk cId="0" sldId="262"/>
            <ac:inkMk id="53" creationId="{E62EE03A-6A89-49E5-8063-82520D17A94B}"/>
          </ac:inkMkLst>
        </pc:inkChg>
        <pc:inkChg chg="add del">
          <ac:chgData name="VIkram Goyal" userId="4529b0165c9307b1" providerId="LiveId" clId="{697E15A4-21D4-47E2-9C79-C70DAE4A1DFB}" dt="2021-09-25T05:06:37.237" v="4368" actId="478"/>
          <ac:inkMkLst>
            <pc:docMk/>
            <pc:sldMk cId="0" sldId="262"/>
            <ac:inkMk id="54" creationId="{E345E46C-3972-44D1-BEDB-DA4114CC4D75}"/>
          </ac:inkMkLst>
        </pc:inkChg>
        <pc:inkChg chg="add del">
          <ac:chgData name="VIkram Goyal" userId="4529b0165c9307b1" providerId="LiveId" clId="{697E15A4-21D4-47E2-9C79-C70DAE4A1DFB}" dt="2021-09-25T05:06:29.740" v="4365" actId="478"/>
          <ac:inkMkLst>
            <pc:docMk/>
            <pc:sldMk cId="0" sldId="262"/>
            <ac:inkMk id="55" creationId="{72642452-EF8D-43E8-A264-C62E9E2A66ED}"/>
          </ac:inkMkLst>
        </pc:inkChg>
        <pc:inkChg chg="add mod">
          <ac:chgData name="VIkram Goyal" userId="4529b0165c9307b1" providerId="LiveId" clId="{697E15A4-21D4-47E2-9C79-C70DAE4A1DFB}" dt="2021-01-20T06:46:23.863" v="2781"/>
          <ac:inkMkLst>
            <pc:docMk/>
            <pc:sldMk cId="0" sldId="262"/>
            <ac:inkMk id="56" creationId="{69280BE1-239B-4F90-8C53-1BB066D6BDB8}"/>
          </ac:inkMkLst>
        </pc:inkChg>
        <pc:inkChg chg="add mod">
          <ac:chgData name="VIkram Goyal" userId="4529b0165c9307b1" providerId="LiveId" clId="{697E15A4-21D4-47E2-9C79-C70DAE4A1DFB}" dt="2021-01-20T06:46:23.863" v="2781"/>
          <ac:inkMkLst>
            <pc:docMk/>
            <pc:sldMk cId="0" sldId="262"/>
            <ac:inkMk id="57" creationId="{B15A0B0D-E959-40FD-9CAE-18C47D55C56E}"/>
          </ac:inkMkLst>
        </pc:inkChg>
        <pc:inkChg chg="add mod">
          <ac:chgData name="VIkram Goyal" userId="4529b0165c9307b1" providerId="LiveId" clId="{697E15A4-21D4-47E2-9C79-C70DAE4A1DFB}" dt="2021-01-20T06:57:50.013" v="3303"/>
          <ac:inkMkLst>
            <pc:docMk/>
            <pc:sldMk cId="0" sldId="262"/>
            <ac:inkMk id="59" creationId="{CE3159EA-845F-4138-A469-8AEFD50709B1}"/>
          </ac:inkMkLst>
        </pc:inkChg>
        <pc:inkChg chg="add mod">
          <ac:chgData name="VIkram Goyal" userId="4529b0165c9307b1" providerId="LiveId" clId="{697E15A4-21D4-47E2-9C79-C70DAE4A1DFB}" dt="2021-01-20T06:57:50.013" v="3303"/>
          <ac:inkMkLst>
            <pc:docMk/>
            <pc:sldMk cId="0" sldId="262"/>
            <ac:inkMk id="60" creationId="{C6387283-7ADE-4105-8F27-C40E598A13A5}"/>
          </ac:inkMkLst>
        </pc:inkChg>
        <pc:inkChg chg="add mod">
          <ac:chgData name="VIkram Goyal" userId="4529b0165c9307b1" providerId="LiveId" clId="{697E15A4-21D4-47E2-9C79-C70DAE4A1DFB}" dt="2021-01-20T06:57:50.013" v="3303"/>
          <ac:inkMkLst>
            <pc:docMk/>
            <pc:sldMk cId="0" sldId="262"/>
            <ac:inkMk id="62" creationId="{9894D274-F805-4D57-8D1E-1C1030961F34}"/>
          </ac:inkMkLst>
        </pc:inkChg>
        <pc:inkChg chg="add mod">
          <ac:chgData name="VIkram Goyal" userId="4529b0165c9307b1" providerId="LiveId" clId="{697E15A4-21D4-47E2-9C79-C70DAE4A1DFB}" dt="2021-01-20T06:57:50.013" v="3303"/>
          <ac:inkMkLst>
            <pc:docMk/>
            <pc:sldMk cId="0" sldId="262"/>
            <ac:inkMk id="63" creationId="{96302958-AF2A-44A6-B76C-A271681688C3}"/>
          </ac:inkMkLst>
        </pc:inkChg>
        <pc:inkChg chg="add mod">
          <ac:chgData name="VIkram Goyal" userId="4529b0165c9307b1" providerId="LiveId" clId="{697E15A4-21D4-47E2-9C79-C70DAE4A1DFB}" dt="2021-01-20T06:57:50.013" v="3303"/>
          <ac:inkMkLst>
            <pc:docMk/>
            <pc:sldMk cId="0" sldId="262"/>
            <ac:inkMk id="64" creationId="{6FE953AD-A55F-4D6C-A4DA-0071FD4B0E2F}"/>
          </ac:inkMkLst>
        </pc:inkChg>
        <pc:inkChg chg="add del">
          <ac:chgData name="VIkram Goyal" userId="4529b0165c9307b1" providerId="LiveId" clId="{697E15A4-21D4-47E2-9C79-C70DAE4A1DFB}" dt="2021-09-25T05:06:41.214" v="4370" actId="478"/>
          <ac:inkMkLst>
            <pc:docMk/>
            <pc:sldMk cId="0" sldId="262"/>
            <ac:inkMk id="66" creationId="{0FCD69E8-996C-47BE-BD63-3398946BF57C}"/>
          </ac:inkMkLst>
        </pc:inkChg>
        <pc:inkChg chg="add del">
          <ac:chgData name="VIkram Goyal" userId="4529b0165c9307b1" providerId="LiveId" clId="{697E15A4-21D4-47E2-9C79-C70DAE4A1DFB}" dt="2021-09-25T05:06:42.986" v="4371" actId="478"/>
          <ac:inkMkLst>
            <pc:docMk/>
            <pc:sldMk cId="0" sldId="262"/>
            <ac:inkMk id="67" creationId="{97391EC2-CCDE-4F07-8661-5094E440FF25}"/>
          </ac:inkMkLst>
        </pc:inkChg>
        <pc:inkChg chg="add">
          <ac:chgData name="VIkram Goyal" userId="4529b0165c9307b1" providerId="LiveId" clId="{697E15A4-21D4-47E2-9C79-C70DAE4A1DFB}" dt="2021-01-20T07:05:22.131" v="3619" actId="9405"/>
          <ac:inkMkLst>
            <pc:docMk/>
            <pc:sldMk cId="0" sldId="262"/>
            <ac:inkMk id="68" creationId="{485F4B6C-086F-4A0C-93E9-AFB692F8099A}"/>
          </ac:inkMkLst>
        </pc:inkChg>
        <pc:inkChg chg="add del">
          <ac:chgData name="VIkram Goyal" userId="4529b0165c9307b1" providerId="LiveId" clId="{697E15A4-21D4-47E2-9C79-C70DAE4A1DFB}" dt="2021-09-25T05:06:46.171" v="4372" actId="478"/>
          <ac:inkMkLst>
            <pc:docMk/>
            <pc:sldMk cId="0" sldId="262"/>
            <ac:inkMk id="69" creationId="{C2559D55-3E7D-4461-96B8-6739C7340B6D}"/>
          </ac:inkMkLst>
        </pc:inkChg>
        <pc:inkChg chg="add del">
          <ac:chgData name="VIkram Goyal" userId="4529b0165c9307b1" providerId="LiveId" clId="{697E15A4-21D4-47E2-9C79-C70DAE4A1DFB}" dt="2021-09-25T05:06:49.817" v="4373" actId="478"/>
          <ac:inkMkLst>
            <pc:docMk/>
            <pc:sldMk cId="0" sldId="262"/>
            <ac:inkMk id="70" creationId="{7605F0F3-C3E6-4323-97EA-C41D98521D6F}"/>
          </ac:inkMkLst>
        </pc:inkChg>
        <pc:inkChg chg="add del mod">
          <ac:chgData name="VIkram Goyal" userId="4529b0165c9307b1" providerId="LiveId" clId="{697E15A4-21D4-47E2-9C79-C70DAE4A1DFB}" dt="2021-09-25T05:06:51.886" v="4375" actId="478"/>
          <ac:inkMkLst>
            <pc:docMk/>
            <pc:sldMk cId="0" sldId="262"/>
            <ac:inkMk id="71" creationId="{0F250778-9A45-4C23-A0D9-CC939CEAA887}"/>
          </ac:inkMkLst>
        </pc:inkChg>
      </pc:sldChg>
      <pc:sldChg chg="addSp delSp modSp mod">
        <pc:chgData name="VIkram Goyal" userId="4529b0165c9307b1" providerId="LiveId" clId="{697E15A4-21D4-47E2-9C79-C70DAE4A1DFB}" dt="2021-09-25T05:15:08.619" v="4613" actId="20577"/>
        <pc:sldMkLst>
          <pc:docMk/>
          <pc:sldMk cId="0" sldId="263"/>
        </pc:sldMkLst>
        <pc:spChg chg="mod">
          <ac:chgData name="VIkram Goyal" userId="4529b0165c9307b1" providerId="LiveId" clId="{697E15A4-21D4-47E2-9C79-C70DAE4A1DFB}" dt="2021-09-25T05:15:08.619" v="4613" actId="20577"/>
          <ac:spMkLst>
            <pc:docMk/>
            <pc:sldMk cId="0" sldId="263"/>
            <ac:spMk id="103" creationId="{00000000-0000-0000-0000-000000000000}"/>
          </ac:spMkLst>
        </pc:spChg>
        <pc:spChg chg="mod">
          <ac:chgData name="VIkram Goyal" userId="4529b0165c9307b1" providerId="LiveId" clId="{697E15A4-21D4-47E2-9C79-C70DAE4A1DFB}" dt="2021-09-25T05:08:00.170" v="4395" actId="255"/>
          <ac:spMkLst>
            <pc:docMk/>
            <pc:sldMk cId="0" sldId="263"/>
            <ac:spMk id="104" creationId="{00000000-0000-0000-0000-000000000000}"/>
          </ac:spMkLst>
        </pc:spChg>
        <pc:grpChg chg="del mod">
          <ac:chgData name="VIkram Goyal" userId="4529b0165c9307b1" providerId="LiveId" clId="{697E15A4-21D4-47E2-9C79-C70DAE4A1DFB}" dt="2021-09-25T05:07:15.490" v="4384" actId="478"/>
          <ac:grpSpMkLst>
            <pc:docMk/>
            <pc:sldMk cId="0" sldId="263"/>
            <ac:grpSpMk id="6" creationId="{525024A0-8045-44A5-82C2-BE30CE05D95D}"/>
          </ac:grpSpMkLst>
        </pc:grpChg>
        <pc:grpChg chg="del mod">
          <ac:chgData name="VIkram Goyal" userId="4529b0165c9307b1" providerId="LiveId" clId="{697E15A4-21D4-47E2-9C79-C70DAE4A1DFB}" dt="2021-09-25T05:07:05.937" v="4380" actId="478"/>
          <ac:grpSpMkLst>
            <pc:docMk/>
            <pc:sldMk cId="0" sldId="263"/>
            <ac:grpSpMk id="12" creationId="{068E4FAD-7569-4E1A-961C-B9F52107CD75}"/>
          </ac:grpSpMkLst>
        </pc:grpChg>
        <pc:grpChg chg="del mod">
          <ac:chgData name="VIkram Goyal" userId="4529b0165c9307b1" providerId="LiveId" clId="{697E15A4-21D4-47E2-9C79-C70DAE4A1DFB}" dt="2021-09-25T05:07:22.529" v="4387" actId="478"/>
          <ac:grpSpMkLst>
            <pc:docMk/>
            <pc:sldMk cId="0" sldId="263"/>
            <ac:grpSpMk id="18" creationId="{1C17B375-E7B5-46AC-AEBE-0B22D404E9DA}"/>
          </ac:grpSpMkLst>
        </pc:grpChg>
        <pc:grpChg chg="del mod">
          <ac:chgData name="VIkram Goyal" userId="4529b0165c9307b1" providerId="LiveId" clId="{697E15A4-21D4-47E2-9C79-C70DAE4A1DFB}" dt="2021-09-25T05:07:24.880" v="4388" actId="478"/>
          <ac:grpSpMkLst>
            <pc:docMk/>
            <pc:sldMk cId="0" sldId="263"/>
            <ac:grpSpMk id="22" creationId="{80AD9E61-12DF-4D01-AAC6-9869C5C58255}"/>
          </ac:grpSpMkLst>
        </pc:grpChg>
        <pc:inkChg chg="add del">
          <ac:chgData name="VIkram Goyal" userId="4529b0165c9307b1" providerId="LiveId" clId="{697E15A4-21D4-47E2-9C79-C70DAE4A1DFB}" dt="2021-09-25T05:07:10.880" v="4382" actId="478"/>
          <ac:inkMkLst>
            <pc:docMk/>
            <pc:sldMk cId="0" sldId="263"/>
            <ac:inkMk id="2" creationId="{EF4A2EDE-B4C8-48E8-AEC4-E0DBF66E2064}"/>
          </ac:inkMkLst>
        </pc:inkChg>
        <pc:inkChg chg="add mod">
          <ac:chgData name="VIkram Goyal" userId="4529b0165c9307b1" providerId="LiveId" clId="{697E15A4-21D4-47E2-9C79-C70DAE4A1DFB}" dt="2021-01-20T07:20:24.388" v="4110"/>
          <ac:inkMkLst>
            <pc:docMk/>
            <pc:sldMk cId="0" sldId="263"/>
            <ac:inkMk id="3" creationId="{03837C13-B15E-4462-8AF4-F8F7831D6BF7}"/>
          </ac:inkMkLst>
        </pc:inkChg>
        <pc:inkChg chg="add mod">
          <ac:chgData name="VIkram Goyal" userId="4529b0165c9307b1" providerId="LiveId" clId="{697E15A4-21D4-47E2-9C79-C70DAE4A1DFB}" dt="2021-01-20T07:20:24.388" v="4110"/>
          <ac:inkMkLst>
            <pc:docMk/>
            <pc:sldMk cId="0" sldId="263"/>
            <ac:inkMk id="4" creationId="{2AC8F16F-96D1-454F-AF72-D08705B96074}"/>
          </ac:inkMkLst>
        </pc:inkChg>
        <pc:inkChg chg="add del">
          <ac:chgData name="VIkram Goyal" userId="4529b0165c9307b1" providerId="LiveId" clId="{697E15A4-21D4-47E2-9C79-C70DAE4A1DFB}" dt="2021-09-25T05:07:07.701" v="4381" actId="478"/>
          <ac:inkMkLst>
            <pc:docMk/>
            <pc:sldMk cId="0" sldId="263"/>
            <ac:inkMk id="5" creationId="{0F7CAFAE-385F-4B09-9B66-AD7472DDA622}"/>
          </ac:inkMkLst>
        </pc:inkChg>
        <pc:inkChg chg="add del">
          <ac:chgData name="VIkram Goyal" userId="4529b0165c9307b1" providerId="LiveId" clId="{697E15A4-21D4-47E2-9C79-C70DAE4A1DFB}" dt="2021-09-25T05:07:13.591" v="4383" actId="478"/>
          <ac:inkMkLst>
            <pc:docMk/>
            <pc:sldMk cId="0" sldId="263"/>
            <ac:inkMk id="7" creationId="{2EC80595-D5A8-417F-AAA7-CDD6A0D04B5B}"/>
          </ac:inkMkLst>
        </pc:inkChg>
        <pc:inkChg chg="add mod">
          <ac:chgData name="VIkram Goyal" userId="4529b0165c9307b1" providerId="LiveId" clId="{697E15A4-21D4-47E2-9C79-C70DAE4A1DFB}" dt="2021-01-20T07:21:13.393" v="4116"/>
          <ac:inkMkLst>
            <pc:docMk/>
            <pc:sldMk cId="0" sldId="263"/>
            <ac:inkMk id="8" creationId="{556BE626-F356-40F8-B6A6-EFF037AABC16}"/>
          </ac:inkMkLst>
        </pc:inkChg>
        <pc:inkChg chg="add mod">
          <ac:chgData name="VIkram Goyal" userId="4529b0165c9307b1" providerId="LiveId" clId="{697E15A4-21D4-47E2-9C79-C70DAE4A1DFB}" dt="2021-01-20T07:21:13.393" v="4116"/>
          <ac:inkMkLst>
            <pc:docMk/>
            <pc:sldMk cId="0" sldId="263"/>
            <ac:inkMk id="9" creationId="{CBE1ADD5-A4C7-429C-9F35-915901FD12F4}"/>
          </ac:inkMkLst>
        </pc:inkChg>
        <pc:inkChg chg="add mod">
          <ac:chgData name="VIkram Goyal" userId="4529b0165c9307b1" providerId="LiveId" clId="{697E15A4-21D4-47E2-9C79-C70DAE4A1DFB}" dt="2021-01-20T07:21:13.393" v="4116"/>
          <ac:inkMkLst>
            <pc:docMk/>
            <pc:sldMk cId="0" sldId="263"/>
            <ac:inkMk id="10" creationId="{32260E38-0D90-42BA-BAF2-74E8FAFBE7A4}"/>
          </ac:inkMkLst>
        </pc:inkChg>
        <pc:inkChg chg="add mod">
          <ac:chgData name="VIkram Goyal" userId="4529b0165c9307b1" providerId="LiveId" clId="{697E15A4-21D4-47E2-9C79-C70DAE4A1DFB}" dt="2021-01-20T07:21:13.393" v="4116"/>
          <ac:inkMkLst>
            <pc:docMk/>
            <pc:sldMk cId="0" sldId="263"/>
            <ac:inkMk id="11" creationId="{72415B31-701B-4F36-8340-3D09F9470587}"/>
          </ac:inkMkLst>
        </pc:inkChg>
        <pc:inkChg chg="add del">
          <ac:chgData name="VIkram Goyal" userId="4529b0165c9307b1" providerId="LiveId" clId="{697E15A4-21D4-47E2-9C79-C70DAE4A1DFB}" dt="2021-09-25T05:07:17.670" v="4385" actId="478"/>
          <ac:inkMkLst>
            <pc:docMk/>
            <pc:sldMk cId="0" sldId="263"/>
            <ac:inkMk id="13" creationId="{F07B24FB-40DD-4A48-A6D4-FC03889C0CB3}"/>
          </ac:inkMkLst>
        </pc:inkChg>
        <pc:inkChg chg="add">
          <ac:chgData name="VIkram Goyal" userId="4529b0165c9307b1" providerId="LiveId" clId="{697E15A4-21D4-47E2-9C79-C70DAE4A1DFB}" dt="2021-01-20T07:21:32.448" v="4118" actId="9405"/>
          <ac:inkMkLst>
            <pc:docMk/>
            <pc:sldMk cId="0" sldId="263"/>
            <ac:inkMk id="14" creationId="{181DCCCC-4975-4A52-874E-CAFC8770AB33}"/>
          </ac:inkMkLst>
        </pc:inkChg>
        <pc:inkChg chg="add del">
          <ac:chgData name="VIkram Goyal" userId="4529b0165c9307b1" providerId="LiveId" clId="{697E15A4-21D4-47E2-9C79-C70DAE4A1DFB}" dt="2021-09-25T05:07:20.550" v="4386" actId="478"/>
          <ac:inkMkLst>
            <pc:docMk/>
            <pc:sldMk cId="0" sldId="263"/>
            <ac:inkMk id="15" creationId="{92053F80-147C-4B51-831B-BF8623C749D5}"/>
          </ac:inkMkLst>
        </pc:inkChg>
        <pc:inkChg chg="add mod">
          <ac:chgData name="VIkram Goyal" userId="4529b0165c9307b1" providerId="LiveId" clId="{697E15A4-21D4-47E2-9C79-C70DAE4A1DFB}" dt="2021-01-20T07:22:21.516" v="4122"/>
          <ac:inkMkLst>
            <pc:docMk/>
            <pc:sldMk cId="0" sldId="263"/>
            <ac:inkMk id="16" creationId="{2A2DF170-A25C-400B-8C24-B4B0AD3389B8}"/>
          </ac:inkMkLst>
        </pc:inkChg>
        <pc:inkChg chg="add mod">
          <ac:chgData name="VIkram Goyal" userId="4529b0165c9307b1" providerId="LiveId" clId="{697E15A4-21D4-47E2-9C79-C70DAE4A1DFB}" dt="2021-01-20T07:22:21.516" v="4122"/>
          <ac:inkMkLst>
            <pc:docMk/>
            <pc:sldMk cId="0" sldId="263"/>
            <ac:inkMk id="17" creationId="{28BF7566-02A6-4E19-BA7D-96E01A439BE3}"/>
          </ac:inkMkLst>
        </pc:inkChg>
        <pc:inkChg chg="add del">
          <ac:chgData name="VIkram Goyal" userId="4529b0165c9307b1" providerId="LiveId" clId="{697E15A4-21D4-47E2-9C79-C70DAE4A1DFB}" dt="2021-09-25T05:07:27.089" v="4389" actId="478"/>
          <ac:inkMkLst>
            <pc:docMk/>
            <pc:sldMk cId="0" sldId="263"/>
            <ac:inkMk id="19" creationId="{BC639904-DCBE-4425-8AA0-4CC9B15A1113}"/>
          </ac:inkMkLst>
        </pc:inkChg>
        <pc:inkChg chg="add mod">
          <ac:chgData name="VIkram Goyal" userId="4529b0165c9307b1" providerId="LiveId" clId="{697E15A4-21D4-47E2-9C79-C70DAE4A1DFB}" dt="2021-01-20T07:22:58.623" v="4126"/>
          <ac:inkMkLst>
            <pc:docMk/>
            <pc:sldMk cId="0" sldId="263"/>
            <ac:inkMk id="20" creationId="{1F434AD6-419D-4042-B5FC-27A20425A9FF}"/>
          </ac:inkMkLst>
        </pc:inkChg>
        <pc:inkChg chg="add mod">
          <ac:chgData name="VIkram Goyal" userId="4529b0165c9307b1" providerId="LiveId" clId="{697E15A4-21D4-47E2-9C79-C70DAE4A1DFB}" dt="2021-01-20T07:22:58.623" v="4126"/>
          <ac:inkMkLst>
            <pc:docMk/>
            <pc:sldMk cId="0" sldId="263"/>
            <ac:inkMk id="21" creationId="{DB9B2F83-C09B-47A2-B3CD-F89FDC400E5B}"/>
          </ac:inkMkLst>
        </pc:inkChg>
      </pc:sldChg>
      <pc:sldChg chg="addSp delSp modSp new mod ord">
        <pc:chgData name="VIkram Goyal" userId="4529b0165c9307b1" providerId="LiveId" clId="{697E15A4-21D4-47E2-9C79-C70DAE4A1DFB}" dt="2022-01-20T03:52:54.247" v="6499"/>
        <pc:sldMkLst>
          <pc:docMk/>
          <pc:sldMk cId="1967870611" sldId="264"/>
        </pc:sldMkLst>
        <pc:spChg chg="mod">
          <ac:chgData name="VIkram Goyal" userId="4529b0165c9307b1" providerId="LiveId" clId="{697E15A4-21D4-47E2-9C79-C70DAE4A1DFB}" dt="2022-01-20T02:56:06.145" v="6498" actId="6549"/>
          <ac:spMkLst>
            <pc:docMk/>
            <pc:sldMk cId="1967870611" sldId="264"/>
            <ac:spMk id="2" creationId="{497F8006-EFE0-43FE-BF31-CA41027D3DD5}"/>
          </ac:spMkLst>
        </pc:spChg>
        <pc:spChg chg="del">
          <ac:chgData name="VIkram Goyal" userId="4529b0165c9307b1" providerId="LiveId" clId="{697E15A4-21D4-47E2-9C79-C70DAE4A1DFB}" dt="2021-01-15T04:19:50.991" v="3" actId="478"/>
          <ac:spMkLst>
            <pc:docMk/>
            <pc:sldMk cId="1967870611" sldId="264"/>
            <ac:spMk id="3" creationId="{1411DFD1-725A-4553-A588-2B8A6F44B91F}"/>
          </ac:spMkLst>
        </pc:spChg>
        <pc:inkChg chg="add">
          <ac:chgData name="VIkram Goyal" userId="4529b0165c9307b1" providerId="LiveId" clId="{697E15A4-21D4-47E2-9C79-C70DAE4A1DFB}" dt="2022-01-20T03:52:54.247" v="6499"/>
          <ac:inkMkLst>
            <pc:docMk/>
            <pc:sldMk cId="1967870611" sldId="264"/>
            <ac:inkMk id="3" creationId="{C4598432-9328-4D7B-8B2A-E0E37C2B0342}"/>
          </ac:inkMkLst>
        </pc:inkChg>
      </pc:sldChg>
      <pc:sldChg chg="modSp new del mod">
        <pc:chgData name="VIkram Goyal" userId="4529b0165c9307b1" providerId="LiveId" clId="{697E15A4-21D4-47E2-9C79-C70DAE4A1DFB}" dt="2021-01-15T04:24:43.374" v="196" actId="47"/>
        <pc:sldMkLst>
          <pc:docMk/>
          <pc:sldMk cId="3105011846" sldId="265"/>
        </pc:sldMkLst>
        <pc:spChg chg="mod">
          <ac:chgData name="VIkram Goyal" userId="4529b0165c9307b1" providerId="LiveId" clId="{697E15A4-21D4-47E2-9C79-C70DAE4A1DFB}" dt="2021-01-15T04:24:37.463" v="195" actId="20577"/>
          <ac:spMkLst>
            <pc:docMk/>
            <pc:sldMk cId="3105011846" sldId="265"/>
            <ac:spMk id="2" creationId="{153744CC-12C4-4A8E-8DA2-F1544FCB84BA}"/>
          </ac:spMkLst>
        </pc:spChg>
      </pc:sldChg>
      <pc:sldChg chg="addSp delSp modSp new mod ord setBg">
        <pc:chgData name="VIkram Goyal" userId="4529b0165c9307b1" providerId="LiveId" clId="{697E15A4-21D4-47E2-9C79-C70DAE4A1DFB}" dt="2022-01-20T03:52:54.247" v="6499"/>
        <pc:sldMkLst>
          <pc:docMk/>
          <pc:sldMk cId="3329537333" sldId="265"/>
        </pc:sldMkLst>
        <pc:spChg chg="mod">
          <ac:chgData name="VIkram Goyal" userId="4529b0165c9307b1" providerId="LiveId" clId="{697E15A4-21D4-47E2-9C79-C70DAE4A1DFB}" dt="2021-01-15T04:25:47.172" v="209" actId="20577"/>
          <ac:spMkLst>
            <pc:docMk/>
            <pc:sldMk cId="3329537333" sldId="265"/>
            <ac:spMk id="2" creationId="{9AF32992-D916-4315-980D-90A592AFF24E}"/>
          </ac:spMkLst>
        </pc:spChg>
        <pc:spChg chg="mod">
          <ac:chgData name="VIkram Goyal" userId="4529b0165c9307b1" providerId="LiveId" clId="{697E15A4-21D4-47E2-9C79-C70DAE4A1DFB}" dt="2022-01-19T06:26:05.006" v="6451" actId="20577"/>
          <ac:spMkLst>
            <pc:docMk/>
            <pc:sldMk cId="3329537333" sldId="265"/>
            <ac:spMk id="3" creationId="{F58F45A6-2BD8-48E6-843B-55670A026098}"/>
          </ac:spMkLst>
        </pc:spChg>
        <pc:spChg chg="add">
          <ac:chgData name="VIkram Goyal" userId="4529b0165c9307b1" providerId="LiveId" clId="{697E15A4-21D4-47E2-9C79-C70DAE4A1DFB}" dt="2021-01-15T04:25:26.760" v="198" actId="26606"/>
          <ac:spMkLst>
            <pc:docMk/>
            <pc:sldMk cId="3329537333" sldId="265"/>
            <ac:spMk id="8" creationId="{DE7FFD28-545C-4C88-A2E7-152FB234C92C}"/>
          </ac:spMkLst>
        </pc:spChg>
        <pc:grpChg chg="del mod">
          <ac:chgData name="VIkram Goyal" userId="4529b0165c9307b1" providerId="LiveId" clId="{697E15A4-21D4-47E2-9C79-C70DAE4A1DFB}" dt="2021-01-15T06:43:00.171" v="814"/>
          <ac:grpSpMkLst>
            <pc:docMk/>
            <pc:sldMk cId="3329537333" sldId="265"/>
            <ac:grpSpMk id="11" creationId="{747E7E69-41BD-4F54-BD53-D968039219C4}"/>
          </ac:grpSpMkLst>
        </pc:grpChg>
        <pc:grpChg chg="del mod">
          <ac:chgData name="VIkram Goyal" userId="4529b0165c9307b1" providerId="LiveId" clId="{697E15A4-21D4-47E2-9C79-C70DAE4A1DFB}" dt="2021-09-25T05:02:28.036" v="4273" actId="478"/>
          <ac:grpSpMkLst>
            <pc:docMk/>
            <pc:sldMk cId="3329537333" sldId="265"/>
            <ac:grpSpMk id="13" creationId="{A5C0E8FD-9C5E-42E9-85A8-590E784661EE}"/>
          </ac:grpSpMkLst>
        </pc:grpChg>
        <pc:grpChg chg="del mod">
          <ac:chgData name="VIkram Goyal" userId="4529b0165c9307b1" providerId="LiveId" clId="{697E15A4-21D4-47E2-9C79-C70DAE4A1DFB}" dt="2021-01-15T06:43:15.682" v="825"/>
          <ac:grpSpMkLst>
            <pc:docMk/>
            <pc:sldMk cId="3329537333" sldId="265"/>
            <ac:grpSpMk id="24" creationId="{0215F0A6-0FB3-4AF2-93DC-078B7BDA351D}"/>
          </ac:grpSpMkLst>
        </pc:grpChg>
        <pc:grpChg chg="del mod">
          <ac:chgData name="VIkram Goyal" userId="4529b0165c9307b1" providerId="LiveId" clId="{697E15A4-21D4-47E2-9C79-C70DAE4A1DFB}" dt="2021-01-15T06:43:17.922" v="827"/>
          <ac:grpSpMkLst>
            <pc:docMk/>
            <pc:sldMk cId="3329537333" sldId="265"/>
            <ac:grpSpMk id="25" creationId="{559B123B-453E-413B-97B1-41BBC9CEE2B6}"/>
          </ac:grpSpMkLst>
        </pc:grpChg>
        <pc:grpChg chg="del mod">
          <ac:chgData name="VIkram Goyal" userId="4529b0165c9307b1" providerId="LiveId" clId="{697E15A4-21D4-47E2-9C79-C70DAE4A1DFB}" dt="2021-01-15T06:43:19.205" v="830"/>
          <ac:grpSpMkLst>
            <pc:docMk/>
            <pc:sldMk cId="3329537333" sldId="265"/>
            <ac:grpSpMk id="27" creationId="{A8068F44-7A57-49B4-B37E-3A2E9D0E17B6}"/>
          </ac:grpSpMkLst>
        </pc:grpChg>
        <pc:grpChg chg="del mod">
          <ac:chgData name="VIkram Goyal" userId="4529b0165c9307b1" providerId="LiveId" clId="{697E15A4-21D4-47E2-9C79-C70DAE4A1DFB}" dt="2021-09-25T05:02:18.308" v="4269" actId="478"/>
          <ac:grpSpMkLst>
            <pc:docMk/>
            <pc:sldMk cId="3329537333" sldId="265"/>
            <ac:grpSpMk id="30" creationId="{EBEBC742-237E-4A70-BC0F-7F455F85FBDE}"/>
          </ac:grpSpMkLst>
        </pc:grpChg>
        <pc:grpChg chg="del mod">
          <ac:chgData name="VIkram Goyal" userId="4529b0165c9307b1" providerId="LiveId" clId="{697E15A4-21D4-47E2-9C79-C70DAE4A1DFB}" dt="2021-01-15T06:44:55.253" v="859"/>
          <ac:grpSpMkLst>
            <pc:docMk/>
            <pc:sldMk cId="3329537333" sldId="265"/>
            <ac:grpSpMk id="36" creationId="{9142BBB2-CF18-4C2C-AFB3-459CF84B1DF4}"/>
          </ac:grpSpMkLst>
        </pc:grpChg>
        <pc:grpChg chg="del mod">
          <ac:chgData name="VIkram Goyal" userId="4529b0165c9307b1" providerId="LiveId" clId="{697E15A4-21D4-47E2-9C79-C70DAE4A1DFB}" dt="2021-01-15T06:44:47.804" v="854"/>
          <ac:grpSpMkLst>
            <pc:docMk/>
            <pc:sldMk cId="3329537333" sldId="265"/>
            <ac:grpSpMk id="46" creationId="{3756B771-0982-4FC1-9D12-DA167AC6B58B}"/>
          </ac:grpSpMkLst>
        </pc:grpChg>
        <pc:grpChg chg="del mod">
          <ac:chgData name="VIkram Goyal" userId="4529b0165c9307b1" providerId="LiveId" clId="{697E15A4-21D4-47E2-9C79-C70DAE4A1DFB}" dt="2021-01-15T06:44:49.849" v="856"/>
          <ac:grpSpMkLst>
            <pc:docMk/>
            <pc:sldMk cId="3329537333" sldId="265"/>
            <ac:grpSpMk id="54" creationId="{D0788A7E-6C13-44E8-8689-BBF3E349BD03}"/>
          </ac:grpSpMkLst>
        </pc:grpChg>
        <pc:grpChg chg="del mod">
          <ac:chgData name="VIkram Goyal" userId="4529b0165c9307b1" providerId="LiveId" clId="{697E15A4-21D4-47E2-9C79-C70DAE4A1DFB}" dt="2021-01-15T06:45:01.760" v="866"/>
          <ac:grpSpMkLst>
            <pc:docMk/>
            <pc:sldMk cId="3329537333" sldId="265"/>
            <ac:grpSpMk id="56" creationId="{5CA7F3F8-987C-46E7-978A-AF18AFD76DB0}"/>
          </ac:grpSpMkLst>
        </pc:grpChg>
        <pc:grpChg chg="del mod">
          <ac:chgData name="VIkram Goyal" userId="4529b0165c9307b1" providerId="LiveId" clId="{697E15A4-21D4-47E2-9C79-C70DAE4A1DFB}" dt="2021-01-15T06:45:14.586" v="868"/>
          <ac:grpSpMkLst>
            <pc:docMk/>
            <pc:sldMk cId="3329537333" sldId="265"/>
            <ac:grpSpMk id="59" creationId="{866266BE-DC69-47CB-B1E1-AD3AAAC6671C}"/>
          </ac:grpSpMkLst>
        </pc:grpChg>
        <pc:grpChg chg="del mod">
          <ac:chgData name="VIkram Goyal" userId="4529b0165c9307b1" providerId="LiveId" clId="{697E15A4-21D4-47E2-9C79-C70DAE4A1DFB}" dt="2021-09-25T05:02:41.938" v="4279" actId="478"/>
          <ac:grpSpMkLst>
            <pc:docMk/>
            <pc:sldMk cId="3329537333" sldId="265"/>
            <ac:grpSpMk id="66" creationId="{FE3E5F66-2512-49F5-9A1B-2AABFC662137}"/>
          </ac:grpSpMkLst>
        </pc:grpChg>
        <pc:grpChg chg="del mod">
          <ac:chgData name="VIkram Goyal" userId="4529b0165c9307b1" providerId="LiveId" clId="{697E15A4-21D4-47E2-9C79-C70DAE4A1DFB}" dt="2021-09-25T05:02:54.147" v="4283" actId="478"/>
          <ac:grpSpMkLst>
            <pc:docMk/>
            <pc:sldMk cId="3329537333" sldId="265"/>
            <ac:grpSpMk id="68" creationId="{FB568319-3625-422B-BFD4-273B6A18433D}"/>
          </ac:grpSpMkLst>
        </pc:grpChg>
        <pc:inkChg chg="add del">
          <ac:chgData name="VIkram Goyal" userId="4529b0165c9307b1" providerId="LiveId" clId="{697E15A4-21D4-47E2-9C79-C70DAE4A1DFB}" dt="2021-09-25T05:02:23.359" v="4271" actId="478"/>
          <ac:inkMkLst>
            <pc:docMk/>
            <pc:sldMk cId="3329537333" sldId="265"/>
            <ac:inkMk id="4" creationId="{323D6C3C-82A4-4D5A-96E3-B5DBCD423AAB}"/>
          </ac:inkMkLst>
        </pc:inkChg>
        <pc:inkChg chg="add">
          <ac:chgData name="VIkram Goyal" userId="4529b0165c9307b1" providerId="LiveId" clId="{697E15A4-21D4-47E2-9C79-C70DAE4A1DFB}" dt="2022-01-20T03:52:54.247" v="6499"/>
          <ac:inkMkLst>
            <pc:docMk/>
            <pc:sldMk cId="3329537333" sldId="265"/>
            <ac:inkMk id="4" creationId="{E943EF78-982E-44FA-B879-DD369A1C4576}"/>
          </ac:inkMkLst>
        </pc:inkChg>
        <pc:inkChg chg="add del">
          <ac:chgData name="VIkram Goyal" userId="4529b0165c9307b1" providerId="LiveId" clId="{697E15A4-21D4-47E2-9C79-C70DAE4A1DFB}" dt="2021-09-25T05:02:34.228" v="4275" actId="478"/>
          <ac:inkMkLst>
            <pc:docMk/>
            <pc:sldMk cId="3329537333" sldId="265"/>
            <ac:inkMk id="5" creationId="{516D2305-EC30-478C-A4F4-810F2344C2AC}"/>
          </ac:inkMkLst>
        </pc:inkChg>
        <pc:inkChg chg="add del">
          <ac:chgData name="VIkram Goyal" userId="4529b0165c9307b1" providerId="LiveId" clId="{697E15A4-21D4-47E2-9C79-C70DAE4A1DFB}" dt="2021-09-25T05:02:30.586" v="4274" actId="478"/>
          <ac:inkMkLst>
            <pc:docMk/>
            <pc:sldMk cId="3329537333" sldId="265"/>
            <ac:inkMk id="6" creationId="{38DEC9C0-812B-4A04-BA49-1A0650E4840D}"/>
          </ac:inkMkLst>
        </pc:inkChg>
        <pc:inkChg chg="add del">
          <ac:chgData name="VIkram Goyal" userId="4529b0165c9307b1" providerId="LiveId" clId="{697E15A4-21D4-47E2-9C79-C70DAE4A1DFB}" dt="2021-09-25T05:02:56.360" v="4284" actId="478"/>
          <ac:inkMkLst>
            <pc:docMk/>
            <pc:sldMk cId="3329537333" sldId="265"/>
            <ac:inkMk id="7" creationId="{43B87A33-56F3-404E-B0E8-047CC724E475}"/>
          </ac:inkMkLst>
        </pc:inkChg>
        <pc:inkChg chg="add mod">
          <ac:chgData name="VIkram Goyal" userId="4529b0165c9307b1" providerId="LiveId" clId="{697E15A4-21D4-47E2-9C79-C70DAE4A1DFB}" dt="2021-01-15T06:43:00.171" v="814"/>
          <ac:inkMkLst>
            <pc:docMk/>
            <pc:sldMk cId="3329537333" sldId="265"/>
            <ac:inkMk id="9" creationId="{AD6AAD41-591D-48BA-AEA2-4CEEFAAD5488}"/>
          </ac:inkMkLst>
        </pc:inkChg>
        <pc:inkChg chg="add mod">
          <ac:chgData name="VIkram Goyal" userId="4529b0165c9307b1" providerId="LiveId" clId="{697E15A4-21D4-47E2-9C79-C70DAE4A1DFB}" dt="2021-01-15T06:43:00.171" v="814"/>
          <ac:inkMkLst>
            <pc:docMk/>
            <pc:sldMk cId="3329537333" sldId="265"/>
            <ac:inkMk id="10" creationId="{D7BBDB37-D27E-4FB3-ABB5-F27916AC694B}"/>
          </ac:inkMkLst>
        </pc:inkChg>
        <pc:inkChg chg="add mod">
          <ac:chgData name="VIkram Goyal" userId="4529b0165c9307b1" providerId="LiveId" clId="{697E15A4-21D4-47E2-9C79-C70DAE4A1DFB}" dt="2021-01-15T06:43:00.171" v="814"/>
          <ac:inkMkLst>
            <pc:docMk/>
            <pc:sldMk cId="3329537333" sldId="265"/>
            <ac:inkMk id="12" creationId="{84421BA4-DF70-41C6-A394-480BE6FBEB69}"/>
          </ac:inkMkLst>
        </pc:inkChg>
        <pc:inkChg chg="add del mod">
          <ac:chgData name="VIkram Goyal" userId="4529b0165c9307b1" providerId="LiveId" clId="{697E15A4-21D4-47E2-9C79-C70DAE4A1DFB}" dt="2021-09-25T05:02:25.156" v="4272" actId="478"/>
          <ac:inkMkLst>
            <pc:docMk/>
            <pc:sldMk cId="3329537333" sldId="265"/>
            <ac:inkMk id="14" creationId="{3D4A28E6-439D-4F2C-AD20-8FC1BAF7EB7C}"/>
          </ac:inkMkLst>
        </pc:inkChg>
        <pc:inkChg chg="add del mod">
          <ac:chgData name="VIkram Goyal" userId="4529b0165c9307b1" providerId="LiveId" clId="{697E15A4-21D4-47E2-9C79-C70DAE4A1DFB}" dt="2021-09-25T05:02:36.806" v="4276" actId="478"/>
          <ac:inkMkLst>
            <pc:docMk/>
            <pc:sldMk cId="3329537333" sldId="265"/>
            <ac:inkMk id="15" creationId="{21621E7A-5736-4699-87B5-8087F0D50302}"/>
          </ac:inkMkLst>
        </pc:inkChg>
        <pc:inkChg chg="add del mod">
          <ac:chgData name="VIkram Goyal" userId="4529b0165c9307b1" providerId="LiveId" clId="{697E15A4-21D4-47E2-9C79-C70DAE4A1DFB}" dt="2021-09-25T05:02:51.299" v="4282" actId="478"/>
          <ac:inkMkLst>
            <pc:docMk/>
            <pc:sldMk cId="3329537333" sldId="265"/>
            <ac:inkMk id="16" creationId="{34D7F833-DFBB-4B82-8A31-E6DE8B571D7A}"/>
          </ac:inkMkLst>
        </pc:inkChg>
        <pc:inkChg chg="add mod">
          <ac:chgData name="VIkram Goyal" userId="4529b0165c9307b1" providerId="LiveId" clId="{697E15A4-21D4-47E2-9C79-C70DAE4A1DFB}" dt="2021-01-15T06:43:19.205" v="830"/>
          <ac:inkMkLst>
            <pc:docMk/>
            <pc:sldMk cId="3329537333" sldId="265"/>
            <ac:inkMk id="17" creationId="{A88281FC-2840-48D3-AAEB-9986390CC939}"/>
          </ac:inkMkLst>
        </pc:inkChg>
        <pc:inkChg chg="add mod">
          <ac:chgData name="VIkram Goyal" userId="4529b0165c9307b1" providerId="LiveId" clId="{697E15A4-21D4-47E2-9C79-C70DAE4A1DFB}" dt="2021-01-15T06:43:19.205" v="830"/>
          <ac:inkMkLst>
            <pc:docMk/>
            <pc:sldMk cId="3329537333" sldId="265"/>
            <ac:inkMk id="18" creationId="{3433EE44-8280-4740-ACFA-1EB0B694F015}"/>
          </ac:inkMkLst>
        </pc:inkChg>
        <pc:inkChg chg="add mod">
          <ac:chgData name="VIkram Goyal" userId="4529b0165c9307b1" providerId="LiveId" clId="{697E15A4-21D4-47E2-9C79-C70DAE4A1DFB}" dt="2021-01-15T06:43:19.205" v="830"/>
          <ac:inkMkLst>
            <pc:docMk/>
            <pc:sldMk cId="3329537333" sldId="265"/>
            <ac:inkMk id="19" creationId="{3A3D4482-370D-46A7-862B-2C2D7C713791}"/>
          </ac:inkMkLst>
        </pc:inkChg>
        <pc:inkChg chg="add mod">
          <ac:chgData name="VIkram Goyal" userId="4529b0165c9307b1" providerId="LiveId" clId="{697E15A4-21D4-47E2-9C79-C70DAE4A1DFB}" dt="2021-01-15T06:43:19.205" v="830"/>
          <ac:inkMkLst>
            <pc:docMk/>
            <pc:sldMk cId="3329537333" sldId="265"/>
            <ac:inkMk id="20" creationId="{C74EE462-EA65-464A-AE3D-7D1F6B23D6F6}"/>
          </ac:inkMkLst>
        </pc:inkChg>
        <pc:inkChg chg="add mod">
          <ac:chgData name="VIkram Goyal" userId="4529b0165c9307b1" providerId="LiveId" clId="{697E15A4-21D4-47E2-9C79-C70DAE4A1DFB}" dt="2021-01-15T06:43:19.205" v="830"/>
          <ac:inkMkLst>
            <pc:docMk/>
            <pc:sldMk cId="3329537333" sldId="265"/>
            <ac:inkMk id="21" creationId="{831A4820-A4CA-4F90-8841-7F52D805B413}"/>
          </ac:inkMkLst>
        </pc:inkChg>
        <pc:inkChg chg="add mod">
          <ac:chgData name="VIkram Goyal" userId="4529b0165c9307b1" providerId="LiveId" clId="{697E15A4-21D4-47E2-9C79-C70DAE4A1DFB}" dt="2021-01-15T06:43:19.205" v="830"/>
          <ac:inkMkLst>
            <pc:docMk/>
            <pc:sldMk cId="3329537333" sldId="265"/>
            <ac:inkMk id="22" creationId="{FB10C304-80B8-43AE-BB8E-F3FFA321C352}"/>
          </ac:inkMkLst>
        </pc:inkChg>
        <pc:inkChg chg="add mod">
          <ac:chgData name="VIkram Goyal" userId="4529b0165c9307b1" providerId="LiveId" clId="{697E15A4-21D4-47E2-9C79-C70DAE4A1DFB}" dt="2021-01-15T06:43:19.205" v="830"/>
          <ac:inkMkLst>
            <pc:docMk/>
            <pc:sldMk cId="3329537333" sldId="265"/>
            <ac:inkMk id="23" creationId="{9A0933A2-6C95-49B8-B114-F6D879BAA661}"/>
          </ac:inkMkLst>
        </pc:inkChg>
        <pc:inkChg chg="add del mod">
          <ac:chgData name="VIkram Goyal" userId="4529b0165c9307b1" providerId="LiveId" clId="{697E15A4-21D4-47E2-9C79-C70DAE4A1DFB}" dt="2021-09-25T05:02:20.166" v="4270" actId="478"/>
          <ac:inkMkLst>
            <pc:docMk/>
            <pc:sldMk cId="3329537333" sldId="265"/>
            <ac:inkMk id="26" creationId="{74B5C325-13BF-47DF-8147-C53BD705D279}"/>
          </ac:inkMkLst>
        </pc:inkChg>
        <pc:inkChg chg="add mod">
          <ac:chgData name="VIkram Goyal" userId="4529b0165c9307b1" providerId="LiveId" clId="{697E15A4-21D4-47E2-9C79-C70DAE4A1DFB}" dt="2021-01-15T06:43:19.205" v="830"/>
          <ac:inkMkLst>
            <pc:docMk/>
            <pc:sldMk cId="3329537333" sldId="265"/>
            <ac:inkMk id="28" creationId="{1C57DDB9-E5F6-456E-990B-5B1CDA982E31}"/>
          </ac:inkMkLst>
        </pc:inkChg>
        <pc:inkChg chg="add mod">
          <ac:chgData name="VIkram Goyal" userId="4529b0165c9307b1" providerId="LiveId" clId="{697E15A4-21D4-47E2-9C79-C70DAE4A1DFB}" dt="2021-01-15T06:43:19.205" v="830"/>
          <ac:inkMkLst>
            <pc:docMk/>
            <pc:sldMk cId="3329537333" sldId="265"/>
            <ac:inkMk id="29" creationId="{D7F9CA82-4099-4419-8FD6-7042C6C02208}"/>
          </ac:inkMkLst>
        </pc:inkChg>
        <pc:inkChg chg="add del">
          <ac:chgData name="VIkram Goyal" userId="4529b0165c9307b1" providerId="LiveId" clId="{697E15A4-21D4-47E2-9C79-C70DAE4A1DFB}" dt="2021-09-25T05:02:47.898" v="4281" actId="478"/>
          <ac:inkMkLst>
            <pc:docMk/>
            <pc:sldMk cId="3329537333" sldId="265"/>
            <ac:inkMk id="31" creationId="{7C27C912-8A32-4584-A0AC-CA197FCDB76F}"/>
          </ac:inkMkLst>
        </pc:inkChg>
        <pc:inkChg chg="add del">
          <ac:chgData name="VIkram Goyal" userId="4529b0165c9307b1" providerId="LiveId" clId="{697E15A4-21D4-47E2-9C79-C70DAE4A1DFB}" dt="2021-09-25T05:02:58.443" v="4285" actId="478"/>
          <ac:inkMkLst>
            <pc:docMk/>
            <pc:sldMk cId="3329537333" sldId="265"/>
            <ac:inkMk id="32" creationId="{B9B620F5-81BB-43C8-8473-FFF8266714E6}"/>
          </ac:inkMkLst>
        </pc:inkChg>
        <pc:inkChg chg="add del">
          <ac:chgData name="VIkram Goyal" userId="4529b0165c9307b1" providerId="LiveId" clId="{697E15A4-21D4-47E2-9C79-C70DAE4A1DFB}" dt="2021-09-25T05:03:00.746" v="4286" actId="478"/>
          <ac:inkMkLst>
            <pc:docMk/>
            <pc:sldMk cId="3329537333" sldId="265"/>
            <ac:inkMk id="33" creationId="{08886099-F0A8-4C0F-9EAC-EFE515C5634E}"/>
          </ac:inkMkLst>
        </pc:inkChg>
        <pc:inkChg chg="add mod">
          <ac:chgData name="VIkram Goyal" userId="4529b0165c9307b1" providerId="LiveId" clId="{697E15A4-21D4-47E2-9C79-C70DAE4A1DFB}" dt="2021-01-15T06:45:14.586" v="868"/>
          <ac:inkMkLst>
            <pc:docMk/>
            <pc:sldMk cId="3329537333" sldId="265"/>
            <ac:inkMk id="34" creationId="{D59BAC7F-F24A-41FA-AABA-54389ABF6590}"/>
          </ac:inkMkLst>
        </pc:inkChg>
        <pc:inkChg chg="add mod">
          <ac:chgData name="VIkram Goyal" userId="4529b0165c9307b1" providerId="LiveId" clId="{697E15A4-21D4-47E2-9C79-C70DAE4A1DFB}" dt="2021-01-15T06:45:14.586" v="868"/>
          <ac:inkMkLst>
            <pc:docMk/>
            <pc:sldMk cId="3329537333" sldId="265"/>
            <ac:inkMk id="35" creationId="{CDCB30AD-3CB5-456B-9615-1B5140B37524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37" creationId="{7265C37A-98C6-4C7B-BC1A-1193E24D30D1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38" creationId="{E0FE746B-4D53-45E9-A8B3-50888EC3E163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39" creationId="{D09AFFB0-1BB7-45D5-8790-67D09E143700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40" creationId="{DF61D96B-F81D-4CC6-A08A-C49ACAA2612B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41" creationId="{5689791C-3130-401B-8186-FC4599A56DB3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42" creationId="{E15EF656-0405-41E6-86E7-4E161F595E65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43" creationId="{36F94606-C1B7-43A1-9180-D91F64663BF0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44" creationId="{6334EB70-EA9C-463F-86A8-DABF443D6011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45" creationId="{E9FEEBB4-380C-4959-93F3-5A96E8476C80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47" creationId="{C30BE974-6578-4719-BD5F-E291CDFDBBBA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48" creationId="{4EF76223-3192-4D4C-8098-2A585C6A2398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49" creationId="{2892D3D5-113F-4CFF-ABEC-83B2A451BA16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50" creationId="{82AB4CAD-A178-407B-AC69-D80932D2068A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51" creationId="{FBEEEF9F-2734-4D10-B151-DFF7B1D6D2FC}"/>
          </ac:inkMkLst>
        </pc:inkChg>
        <pc:inkChg chg="add del">
          <ac:chgData name="VIkram Goyal" userId="4529b0165c9307b1" providerId="LiveId" clId="{697E15A4-21D4-47E2-9C79-C70DAE4A1DFB}" dt="2021-09-25T05:02:46.007" v="4280" actId="478"/>
          <ac:inkMkLst>
            <pc:docMk/>
            <pc:sldMk cId="3329537333" sldId="265"/>
            <ac:inkMk id="52" creationId="{39AF4292-6861-43E7-9352-D0EFC3036AE5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53" creationId="{41B672E0-E574-4F0E-918A-81357C3C6DCE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55" creationId="{AB871D7C-963E-4110-887C-729B6CDA0EED}"/>
          </ac:inkMkLst>
        </pc:inkChg>
        <pc:inkChg chg="add mod">
          <ac:chgData name="VIkram Goyal" userId="4529b0165c9307b1" providerId="LiveId" clId="{697E15A4-21D4-47E2-9C79-C70DAE4A1DFB}" dt="2021-01-15T06:45:14.586" v="868"/>
          <ac:inkMkLst>
            <pc:docMk/>
            <pc:sldMk cId="3329537333" sldId="265"/>
            <ac:inkMk id="57" creationId="{269BFC7D-210D-4BB8-81CE-48713CEBBFD1}"/>
          </ac:inkMkLst>
        </pc:inkChg>
        <pc:inkChg chg="add mod">
          <ac:chgData name="VIkram Goyal" userId="4529b0165c9307b1" providerId="LiveId" clId="{697E15A4-21D4-47E2-9C79-C70DAE4A1DFB}" dt="2021-01-15T06:45:14.586" v="868"/>
          <ac:inkMkLst>
            <pc:docMk/>
            <pc:sldMk cId="3329537333" sldId="265"/>
            <ac:inkMk id="58" creationId="{8A91BB92-10C8-4FB7-BF4F-9089E57F575E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60" creationId="{F170ECCE-BB90-4E71-9201-3F6E5156F0AF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61" creationId="{79251FD6-026C-4215-BD1B-FFA4C772C5E5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62" creationId="{B80CD95A-FB0A-40A5-AFD3-7A6C872AC74F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63" creationId="{2C8E365E-245C-4985-B6AF-89129CD9D9A5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64" creationId="{00C99ECC-7D44-4502-9281-A20EFC2A5264}"/>
          </ac:inkMkLst>
        </pc:inkChg>
        <pc:inkChg chg="add mod">
          <ac:chgData name="VIkram Goyal" userId="4529b0165c9307b1" providerId="LiveId" clId="{697E15A4-21D4-47E2-9C79-C70DAE4A1DFB}" dt="2021-01-15T06:45:01.760" v="866"/>
          <ac:inkMkLst>
            <pc:docMk/>
            <pc:sldMk cId="3329537333" sldId="265"/>
            <ac:inkMk id="65" creationId="{357A4111-EE10-456C-9DEF-367E7CE1E1B9}"/>
          </ac:inkMkLst>
        </pc:inkChg>
        <pc:inkChg chg="add mod">
          <ac:chgData name="VIkram Goyal" userId="4529b0165c9307b1" providerId="LiveId" clId="{697E15A4-21D4-47E2-9C79-C70DAE4A1DFB}" dt="2021-01-15T06:45:14.586" v="868"/>
          <ac:inkMkLst>
            <pc:docMk/>
            <pc:sldMk cId="3329537333" sldId="265"/>
            <ac:inkMk id="67" creationId="{04F3B38C-6997-461F-9DFB-B59A11301E88}"/>
          </ac:inkMkLst>
        </pc:inkChg>
      </pc:sldChg>
      <pc:sldChg chg="modSp new del mod">
        <pc:chgData name="VIkram Goyal" userId="4529b0165c9307b1" providerId="LiveId" clId="{697E15A4-21D4-47E2-9C79-C70DAE4A1DFB}" dt="2021-01-15T04:24:32.928" v="193" actId="47"/>
        <pc:sldMkLst>
          <pc:docMk/>
          <pc:sldMk cId="4274831309" sldId="265"/>
        </pc:sldMkLst>
        <pc:spChg chg="mod">
          <ac:chgData name="VIkram Goyal" userId="4529b0165c9307b1" providerId="LiveId" clId="{697E15A4-21D4-47E2-9C79-C70DAE4A1DFB}" dt="2021-01-15T04:24:25.122" v="192" actId="20577"/>
          <ac:spMkLst>
            <pc:docMk/>
            <pc:sldMk cId="4274831309" sldId="265"/>
            <ac:spMk id="2" creationId="{0E0D6877-88A4-45F0-921D-9C86A5578C8F}"/>
          </ac:spMkLst>
        </pc:spChg>
      </pc:sldChg>
      <pc:sldChg chg="addSp delSp modSp new del mod">
        <pc:chgData name="VIkram Goyal" userId="4529b0165c9307b1" providerId="LiveId" clId="{697E15A4-21D4-47E2-9C79-C70DAE4A1DFB}" dt="2022-01-19T06:23:30.663" v="6411" actId="47"/>
        <pc:sldMkLst>
          <pc:docMk/>
          <pc:sldMk cId="107598024" sldId="266"/>
        </pc:sldMkLst>
        <pc:grpChg chg="del mod">
          <ac:chgData name="VIkram Goyal" userId="4529b0165c9307b1" providerId="LiveId" clId="{697E15A4-21D4-47E2-9C79-C70DAE4A1DFB}" dt="2021-09-25T06:29:26.065" v="4622"/>
          <ac:grpSpMkLst>
            <pc:docMk/>
            <pc:sldMk cId="107598024" sldId="266"/>
            <ac:grpSpMk id="8" creationId="{307551B8-B8F9-488C-A9B7-7FD4381CE591}"/>
          </ac:grpSpMkLst>
        </pc:grpChg>
        <pc:grpChg chg="del mod">
          <ac:chgData name="VIkram Goyal" userId="4529b0165c9307b1" providerId="LiveId" clId="{697E15A4-21D4-47E2-9C79-C70DAE4A1DFB}" dt="2021-09-25T06:29:26.740" v="4624"/>
          <ac:grpSpMkLst>
            <pc:docMk/>
            <pc:sldMk cId="107598024" sldId="266"/>
            <ac:grpSpMk id="11" creationId="{56E507DA-9685-477B-8715-D9E9F2E86D0F}"/>
          </ac:grpSpMkLst>
        </pc:grpChg>
        <pc:grpChg chg="del mod">
          <ac:chgData name="VIkram Goyal" userId="4529b0165c9307b1" providerId="LiveId" clId="{697E15A4-21D4-47E2-9C79-C70DAE4A1DFB}" dt="2021-09-25T06:29:27.730" v="4626"/>
          <ac:grpSpMkLst>
            <pc:docMk/>
            <pc:sldMk cId="107598024" sldId="266"/>
            <ac:grpSpMk id="13" creationId="{0939C21F-3321-4C80-9E61-2DEDB0279AA3}"/>
          </ac:grpSpMkLst>
        </pc:grpChg>
        <pc:grpChg chg="del mod">
          <ac:chgData name="VIkram Goyal" userId="4529b0165c9307b1" providerId="LiveId" clId="{697E15A4-21D4-47E2-9C79-C70DAE4A1DFB}" dt="2021-09-25T06:29:28.888" v="4628"/>
          <ac:grpSpMkLst>
            <pc:docMk/>
            <pc:sldMk cId="107598024" sldId="266"/>
            <ac:grpSpMk id="15" creationId="{F4445E7A-8594-4509-8434-DD013D02DD94}"/>
          </ac:grpSpMkLst>
        </pc:grpChg>
        <pc:grpChg chg="del mod">
          <ac:chgData name="VIkram Goyal" userId="4529b0165c9307b1" providerId="LiveId" clId="{697E15A4-21D4-47E2-9C79-C70DAE4A1DFB}" dt="2021-09-25T06:29:29.489" v="4630"/>
          <ac:grpSpMkLst>
            <pc:docMk/>
            <pc:sldMk cId="107598024" sldId="266"/>
            <ac:grpSpMk id="17" creationId="{4EDAD31B-0E4E-428C-8BE8-0F970B6BE24F}"/>
          </ac:grpSpMkLst>
        </pc:grpChg>
        <pc:grpChg chg="del mod">
          <ac:chgData name="VIkram Goyal" userId="4529b0165c9307b1" providerId="LiveId" clId="{697E15A4-21D4-47E2-9C79-C70DAE4A1DFB}" dt="2021-09-25T06:29:36.859" v="4632"/>
          <ac:grpSpMkLst>
            <pc:docMk/>
            <pc:sldMk cId="107598024" sldId="266"/>
            <ac:grpSpMk id="19" creationId="{8730F739-6A0E-40BA-B6AE-832F1B56896C}"/>
          </ac:grpSpMkLst>
        </pc:grpChg>
        <pc:grpChg chg="del mod">
          <ac:chgData name="VIkram Goyal" userId="4529b0165c9307b1" providerId="LiveId" clId="{697E15A4-21D4-47E2-9C79-C70DAE4A1DFB}" dt="2021-09-25T06:29:38.863" v="4634"/>
          <ac:grpSpMkLst>
            <pc:docMk/>
            <pc:sldMk cId="107598024" sldId="266"/>
            <ac:grpSpMk id="21" creationId="{08940055-BE19-46C7-8F83-FDE804D07EDB}"/>
          </ac:grpSpMkLst>
        </pc:grpChg>
        <pc:grpChg chg="del mod">
          <ac:chgData name="VIkram Goyal" userId="4529b0165c9307b1" providerId="LiveId" clId="{697E15A4-21D4-47E2-9C79-C70DAE4A1DFB}" dt="2021-09-25T06:29:40.039" v="4636"/>
          <ac:grpSpMkLst>
            <pc:docMk/>
            <pc:sldMk cId="107598024" sldId="266"/>
            <ac:grpSpMk id="23" creationId="{7468257E-2F8C-4C1D-BE13-7948DAFB9C78}"/>
          </ac:grpSpMkLst>
        </pc:grpChg>
        <pc:grpChg chg="del mod">
          <ac:chgData name="VIkram Goyal" userId="4529b0165c9307b1" providerId="LiveId" clId="{697E15A4-21D4-47E2-9C79-C70DAE4A1DFB}" dt="2021-09-25T06:29:40.683" v="4638"/>
          <ac:grpSpMkLst>
            <pc:docMk/>
            <pc:sldMk cId="107598024" sldId="266"/>
            <ac:grpSpMk id="25" creationId="{2812622F-F90D-4174-90B8-E9F64FB5306A}"/>
          </ac:grpSpMkLst>
        </pc:grpChg>
        <pc:grpChg chg="del mod">
          <ac:chgData name="VIkram Goyal" userId="4529b0165c9307b1" providerId="LiveId" clId="{697E15A4-21D4-47E2-9C79-C70DAE4A1DFB}" dt="2021-09-25T06:29:41.340" v="4640"/>
          <ac:grpSpMkLst>
            <pc:docMk/>
            <pc:sldMk cId="107598024" sldId="266"/>
            <ac:grpSpMk id="27" creationId="{E47DCEB4-3AFD-4DE7-89E1-A1DEA7C50B89}"/>
          </ac:grpSpMkLst>
        </pc:grpChg>
        <pc:grpChg chg="del mod">
          <ac:chgData name="VIkram Goyal" userId="4529b0165c9307b1" providerId="LiveId" clId="{697E15A4-21D4-47E2-9C79-C70DAE4A1DFB}" dt="2021-09-25T06:29:43.783" v="4642"/>
          <ac:grpSpMkLst>
            <pc:docMk/>
            <pc:sldMk cId="107598024" sldId="266"/>
            <ac:grpSpMk id="29" creationId="{5DF8E263-D4D5-4C30-BF49-D30229425263}"/>
          </ac:grpSpMkLst>
        </pc:grpChg>
        <pc:grpChg chg="del mod">
          <ac:chgData name="VIkram Goyal" userId="4529b0165c9307b1" providerId="LiveId" clId="{697E15A4-21D4-47E2-9C79-C70DAE4A1DFB}" dt="2021-09-25T06:29:52.790" v="4649"/>
          <ac:grpSpMkLst>
            <pc:docMk/>
            <pc:sldMk cId="107598024" sldId="266"/>
            <ac:grpSpMk id="31" creationId="{9EA89595-4E41-405D-AB1F-E7CBFD681E42}"/>
          </ac:grpSpMkLst>
        </pc:grpChg>
        <pc:grpChg chg="del mod">
          <ac:chgData name="VIkram Goyal" userId="4529b0165c9307b1" providerId="LiveId" clId="{697E15A4-21D4-47E2-9C79-C70DAE4A1DFB}" dt="2021-09-25T06:30:02.937" v="4668"/>
          <ac:grpSpMkLst>
            <pc:docMk/>
            <pc:sldMk cId="107598024" sldId="266"/>
            <ac:grpSpMk id="36" creationId="{A37CC51D-D714-41B4-B075-11C99B2458C8}"/>
          </ac:grpSpMkLst>
        </pc:grpChg>
        <pc:grpChg chg="del mod">
          <ac:chgData name="VIkram Goyal" userId="4529b0165c9307b1" providerId="LiveId" clId="{697E15A4-21D4-47E2-9C79-C70DAE4A1DFB}" dt="2021-09-25T06:29:53.829" v="4651"/>
          <ac:grpSpMkLst>
            <pc:docMk/>
            <pc:sldMk cId="107598024" sldId="266"/>
            <ac:grpSpMk id="38" creationId="{79038B6C-A57B-44CB-A900-DF9E9CB45949}"/>
          </ac:grpSpMkLst>
        </pc:grpChg>
        <pc:grpChg chg="del mod">
          <ac:chgData name="VIkram Goyal" userId="4529b0165c9307b1" providerId="LiveId" clId="{697E15A4-21D4-47E2-9C79-C70DAE4A1DFB}" dt="2021-09-25T06:29:54.835" v="4653"/>
          <ac:grpSpMkLst>
            <pc:docMk/>
            <pc:sldMk cId="107598024" sldId="266"/>
            <ac:grpSpMk id="40" creationId="{861E64E5-FEA2-46B4-90CC-19BDED5E50F6}"/>
          </ac:grpSpMkLst>
        </pc:grpChg>
        <pc:grpChg chg="del mod">
          <ac:chgData name="VIkram Goyal" userId="4529b0165c9307b1" providerId="LiveId" clId="{697E15A4-21D4-47E2-9C79-C70DAE4A1DFB}" dt="2021-09-25T06:29:55.840" v="4655"/>
          <ac:grpSpMkLst>
            <pc:docMk/>
            <pc:sldMk cId="107598024" sldId="266"/>
            <ac:grpSpMk id="42" creationId="{B4BE09BC-7D0E-4E77-A88E-1CB02DAF6578}"/>
          </ac:grpSpMkLst>
        </pc:grpChg>
        <pc:grpChg chg="del mod">
          <ac:chgData name="VIkram Goyal" userId="4529b0165c9307b1" providerId="LiveId" clId="{697E15A4-21D4-47E2-9C79-C70DAE4A1DFB}" dt="2021-09-25T06:29:56.860" v="4657"/>
          <ac:grpSpMkLst>
            <pc:docMk/>
            <pc:sldMk cId="107598024" sldId="266"/>
            <ac:grpSpMk id="44" creationId="{B0755CEC-8DA0-4612-A9E8-37AC3C13AD13}"/>
          </ac:grpSpMkLst>
        </pc:grpChg>
        <pc:grpChg chg="del mod">
          <ac:chgData name="VIkram Goyal" userId="4529b0165c9307b1" providerId="LiveId" clId="{697E15A4-21D4-47E2-9C79-C70DAE4A1DFB}" dt="2021-09-25T06:29:57.892" v="4659"/>
          <ac:grpSpMkLst>
            <pc:docMk/>
            <pc:sldMk cId="107598024" sldId="266"/>
            <ac:grpSpMk id="46" creationId="{B0F2E337-1422-4CAB-8FC7-B3A11A5D8355}"/>
          </ac:grpSpMkLst>
        </pc:grpChg>
        <pc:grpChg chg="del mod">
          <ac:chgData name="VIkram Goyal" userId="4529b0165c9307b1" providerId="LiveId" clId="{697E15A4-21D4-47E2-9C79-C70DAE4A1DFB}" dt="2021-09-25T06:29:58.907" v="4661"/>
          <ac:grpSpMkLst>
            <pc:docMk/>
            <pc:sldMk cId="107598024" sldId="266"/>
            <ac:grpSpMk id="48" creationId="{A18D67E5-2378-4748-A8A3-ECA144F68776}"/>
          </ac:grpSpMkLst>
        </pc:grpChg>
        <pc:grpChg chg="del mod">
          <ac:chgData name="VIkram Goyal" userId="4529b0165c9307b1" providerId="LiveId" clId="{697E15A4-21D4-47E2-9C79-C70DAE4A1DFB}" dt="2021-09-25T06:30:01.925" v="4665"/>
          <ac:grpSpMkLst>
            <pc:docMk/>
            <pc:sldMk cId="107598024" sldId="266"/>
            <ac:grpSpMk id="50" creationId="{51A8434D-4B59-4374-89FE-F25FF35F0CD1}"/>
          </ac:grpSpMkLst>
        </pc:grpChg>
        <pc:grpChg chg="del mod">
          <ac:chgData name="VIkram Goyal" userId="4529b0165c9307b1" providerId="LiveId" clId="{697E15A4-21D4-47E2-9C79-C70DAE4A1DFB}" dt="2021-09-25T06:30:02.937" v="4668"/>
          <ac:grpSpMkLst>
            <pc:docMk/>
            <pc:sldMk cId="107598024" sldId="266"/>
            <ac:grpSpMk id="54" creationId="{653557C9-7307-4096-A203-A78D37F0DCF0}"/>
          </ac:grpSpMkLst>
        </pc:grpChg>
        <pc:grpChg chg="del mod">
          <ac:chgData name="VIkram Goyal" userId="4529b0165c9307b1" providerId="LiveId" clId="{697E15A4-21D4-47E2-9C79-C70DAE4A1DFB}" dt="2021-09-25T06:30:03.954" v="4670"/>
          <ac:grpSpMkLst>
            <pc:docMk/>
            <pc:sldMk cId="107598024" sldId="266"/>
            <ac:grpSpMk id="57" creationId="{841C4729-7C7F-494D-86A6-FBB0604BAE33}"/>
          </ac:grpSpMkLst>
        </pc:grpChg>
        <pc:grpChg chg="del mod">
          <ac:chgData name="VIkram Goyal" userId="4529b0165c9307b1" providerId="LiveId" clId="{697E15A4-21D4-47E2-9C79-C70DAE4A1DFB}" dt="2021-09-25T06:30:06.468" v="4673"/>
          <ac:grpSpMkLst>
            <pc:docMk/>
            <pc:sldMk cId="107598024" sldId="266"/>
            <ac:grpSpMk id="59" creationId="{5F4374C1-699D-4AAB-AE51-CE148F352ECB}"/>
          </ac:grpSpMkLst>
        </pc:grpChg>
        <pc:grpChg chg="del mod">
          <ac:chgData name="VIkram Goyal" userId="4529b0165c9307b1" providerId="LiveId" clId="{697E15A4-21D4-47E2-9C79-C70DAE4A1DFB}" dt="2021-09-25T06:30:07.487" v="4675"/>
          <ac:grpSpMkLst>
            <pc:docMk/>
            <pc:sldMk cId="107598024" sldId="266"/>
            <ac:grpSpMk id="62" creationId="{C85246C4-1F81-43F7-B4BB-2B6693004F2F}"/>
          </ac:grpSpMkLst>
        </pc:grpChg>
        <pc:grpChg chg="del mod">
          <ac:chgData name="VIkram Goyal" userId="4529b0165c9307b1" providerId="LiveId" clId="{697E15A4-21D4-47E2-9C79-C70DAE4A1DFB}" dt="2021-09-25T06:30:09.183" v="4678"/>
          <ac:grpSpMkLst>
            <pc:docMk/>
            <pc:sldMk cId="107598024" sldId="266"/>
            <ac:grpSpMk id="64" creationId="{417A06C0-9337-4385-9147-D92BB4E70816}"/>
          </ac:grpSpMkLst>
        </pc:grpChg>
        <pc:grpChg chg="mod">
          <ac:chgData name="VIkram Goyal" userId="4529b0165c9307b1" providerId="LiveId" clId="{697E15A4-21D4-47E2-9C79-C70DAE4A1DFB}" dt="2021-09-25T06:30:09.183" v="4678"/>
          <ac:grpSpMkLst>
            <pc:docMk/>
            <pc:sldMk cId="107598024" sldId="266"/>
            <ac:grpSpMk id="67" creationId="{755529F2-F3D4-4DDC-A18C-5EA8DF0626E0}"/>
          </ac:grpSpMkLst>
        </pc:grpChg>
        <pc:grpChg chg="mod">
          <ac:chgData name="VIkram Goyal" userId="4529b0165c9307b1" providerId="LiveId" clId="{697E15A4-21D4-47E2-9C79-C70DAE4A1DFB}" dt="2021-09-25T06:30:32.746" v="4683"/>
          <ac:grpSpMkLst>
            <pc:docMk/>
            <pc:sldMk cId="107598024" sldId="266"/>
            <ac:grpSpMk id="71" creationId="{D41448EB-A99C-4667-B4EF-1C51DE38EC9A}"/>
          </ac:grpSpMkLst>
        </pc:grp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4" creationId="{9F660CFC-3936-4955-865A-5FDBB000481C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5" creationId="{854A9EBF-CB91-4AFF-8D63-E58898068A95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6" creationId="{09A3A71B-6C61-49CE-A2F7-F7E098CE3513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7" creationId="{F06B6E2E-7B2E-47C4-8D1D-0194C7AC1A47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9" creationId="{C051E90A-FDB1-4198-A81E-5786EC65CCF0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10" creationId="{6BD765B9-6CCF-430F-AAF0-77564A6BB91D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12" creationId="{39BB195A-5EC2-4E70-A683-F096D48C63E1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14" creationId="{9E0C251B-C458-40C9-B7C9-F4919F44F5E6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16" creationId="{2F87C866-C0B4-4505-B71F-C558C08C1AA2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18" creationId="{DE267515-4E87-4BBE-90AA-73F2D4DFD8A6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20" creationId="{B92007FA-8F0B-41D4-8DE1-58AB15C18420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22" creationId="{2BE9630C-47F3-4708-B8EC-8457740E633E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24" creationId="{94A07605-42A1-45D0-AA5F-437CE5B49D47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26" creationId="{E21D4754-0B99-4E17-9B7F-A452761D7308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28" creationId="{08E41945-B94A-4CC2-96B7-985C8A699267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30" creationId="{F0665F30-1090-4212-82D5-7DE9206A5554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32" creationId="{2D6E8108-6E2A-446B-BB53-A7577D4EE92C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33" creationId="{91569599-B2AE-42DF-8176-8011FA95B89F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34" creationId="{91FCC3CF-AF20-4961-A4B0-D9B938130FED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35" creationId="{8D1818F7-B3D0-4D66-BBB1-832F9ABBAEAF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37" creationId="{EDD18CE8-9B71-42DB-B1D9-A5B8B7F1E261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39" creationId="{1F116B99-D077-40AA-B8A5-F9BB305D3A75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41" creationId="{219B5A8D-82FD-4778-B787-7626354CED24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43" creationId="{2E12F81B-E1D9-47C1-9A1E-35EE92BDCFE0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45" creationId="{A828561B-F3FF-4AB7-9FA3-A9A5C985225F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47" creationId="{79FADE15-864A-4B0F-A13C-606ECB93C1D4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49" creationId="{A14C4F56-CF90-4315-8D44-F9E1B4194233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51" creationId="{C39250C3-D9BA-4AC2-BC64-415CF20723C0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52" creationId="{7EB70032-B426-450D-BF3D-E3C32F807DD6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53" creationId="{70D7CB95-9ADE-4B47-B97A-C5DFA8933A9C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55" creationId="{5EAD7612-AF3F-4480-B9B6-DAEDBF632E93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56" creationId="{94BACCAF-C464-4FA9-8661-54FBD6883278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58" creationId="{84CD67B5-5EE9-4FE6-B74A-611FC1725D7D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60" creationId="{83A3C6D4-5C19-40D1-AA73-513C492989AD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61" creationId="{BF536F21-A8E9-46B0-8B9D-B21BC72D924A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63" creationId="{2980A244-C40D-4556-BE7B-1260B5B27BF6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65" creationId="{6E3A1848-C8C1-49D3-BED7-163E1422E802}"/>
          </ac:inkMkLst>
        </pc:inkChg>
        <pc:inkChg chg="add mod">
          <ac:chgData name="VIkram Goyal" userId="4529b0165c9307b1" providerId="LiveId" clId="{697E15A4-21D4-47E2-9C79-C70DAE4A1DFB}" dt="2021-09-25T06:30:09.183" v="4678"/>
          <ac:inkMkLst>
            <pc:docMk/>
            <pc:sldMk cId="107598024" sldId="266"/>
            <ac:inkMk id="66" creationId="{65D5F46C-4DBF-457A-8A12-C008ACA30485}"/>
          </ac:inkMkLst>
        </pc:inkChg>
        <pc:inkChg chg="add mod">
          <ac:chgData name="VIkram Goyal" userId="4529b0165c9307b1" providerId="LiveId" clId="{697E15A4-21D4-47E2-9C79-C70DAE4A1DFB}" dt="2021-09-25T06:30:32.746" v="4683"/>
          <ac:inkMkLst>
            <pc:docMk/>
            <pc:sldMk cId="107598024" sldId="266"/>
            <ac:inkMk id="68" creationId="{63801F5C-6C68-47D4-B906-93249C70AD3A}"/>
          </ac:inkMkLst>
        </pc:inkChg>
        <pc:inkChg chg="add mod">
          <ac:chgData name="VIkram Goyal" userId="4529b0165c9307b1" providerId="LiveId" clId="{697E15A4-21D4-47E2-9C79-C70DAE4A1DFB}" dt="2021-09-25T06:30:32.746" v="4683"/>
          <ac:inkMkLst>
            <pc:docMk/>
            <pc:sldMk cId="107598024" sldId="266"/>
            <ac:inkMk id="69" creationId="{39CC152B-1600-41F8-A366-E0577C23E314}"/>
          </ac:inkMkLst>
        </pc:inkChg>
        <pc:inkChg chg="add mod">
          <ac:chgData name="VIkram Goyal" userId="4529b0165c9307b1" providerId="LiveId" clId="{697E15A4-21D4-47E2-9C79-C70DAE4A1DFB}" dt="2021-09-25T06:30:32.746" v="4683"/>
          <ac:inkMkLst>
            <pc:docMk/>
            <pc:sldMk cId="107598024" sldId="266"/>
            <ac:inkMk id="70" creationId="{2C78A4E7-BB60-4552-970A-E1F437F945C2}"/>
          </ac:inkMkLst>
        </pc:inkChg>
      </pc:sldChg>
      <pc:sldChg chg="addSp delSp modSp new del mod">
        <pc:chgData name="VIkram Goyal" userId="4529b0165c9307b1" providerId="LiveId" clId="{697E15A4-21D4-47E2-9C79-C70DAE4A1DFB}" dt="2021-09-25T05:05:51.995" v="4350" actId="47"/>
        <pc:sldMkLst>
          <pc:docMk/>
          <pc:sldMk cId="1591016579" sldId="266"/>
        </pc:sldMkLst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12" creationId="{5F21FF18-D767-44FD-A0E1-CC194BC00009}"/>
          </ac:grpSpMkLst>
        </pc:grpChg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13" creationId="{40A707F3-1E54-44D5-953D-11C1AA55256B}"/>
          </ac:grpSpMkLst>
        </pc:grpChg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24" creationId="{3F69EBAD-5DD0-409A-A0FB-84A5EB0ADC5B}"/>
          </ac:grpSpMkLst>
        </pc:grpChg>
        <pc:grpChg chg="del mod">
          <ac:chgData name="VIkram Goyal" userId="4529b0165c9307b1" providerId="LiveId" clId="{697E15A4-21D4-47E2-9C79-C70DAE4A1DFB}" dt="2021-01-15T07:17:28.685" v="1351"/>
          <ac:grpSpMkLst>
            <pc:docMk/>
            <pc:sldMk cId="1591016579" sldId="266"/>
            <ac:grpSpMk id="31" creationId="{19653C1E-0FB0-4743-9735-7B52B3C774D6}"/>
          </ac:grpSpMkLst>
        </pc:grpChg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32" creationId="{220F0103-3D9B-43DB-B456-321A0B329F59}"/>
          </ac:grpSpMkLst>
        </pc:grpChg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41" creationId="{7BC48D36-93C9-4B34-93B7-4EFCE2492345}"/>
          </ac:grpSpMkLst>
        </pc:grpChg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47" creationId="{70438EFD-8C24-4C09-8B2A-7546A0068965}"/>
          </ac:grpSpMkLst>
        </pc:grpChg>
        <pc:grpChg chg="del mod">
          <ac:chgData name="VIkram Goyal" userId="4529b0165c9307b1" providerId="LiveId" clId="{697E15A4-21D4-47E2-9C79-C70DAE4A1DFB}" dt="2021-01-15T07:18:15.569" v="1398"/>
          <ac:grpSpMkLst>
            <pc:docMk/>
            <pc:sldMk cId="1591016579" sldId="266"/>
            <ac:grpSpMk id="52" creationId="{5EBBF77D-170A-45DE-A66F-DBF131348AFF}"/>
          </ac:grpSpMkLst>
        </pc:grpChg>
        <pc:grpChg chg="del mod">
          <ac:chgData name="VIkram Goyal" userId="4529b0165c9307b1" providerId="LiveId" clId="{697E15A4-21D4-47E2-9C79-C70DAE4A1DFB}" dt="2021-01-15T07:18:15.564" v="1391"/>
          <ac:grpSpMkLst>
            <pc:docMk/>
            <pc:sldMk cId="1591016579" sldId="266"/>
            <ac:grpSpMk id="58" creationId="{AE4792D6-45DF-421B-85B8-1152667A1B70}"/>
          </ac:grpSpMkLst>
        </pc:grpChg>
        <pc:grpChg chg="del mod">
          <ac:chgData name="VIkram Goyal" userId="4529b0165c9307b1" providerId="LiveId" clId="{697E15A4-21D4-47E2-9C79-C70DAE4A1DFB}" dt="2021-01-15T07:18:15.565" v="1392"/>
          <ac:grpSpMkLst>
            <pc:docMk/>
            <pc:sldMk cId="1591016579" sldId="266"/>
            <ac:grpSpMk id="66" creationId="{5870691F-6699-4EE7-B227-38D6A2EAB30D}"/>
          </ac:grpSpMkLst>
        </pc:grpChg>
        <pc:grpChg chg="del mod">
          <ac:chgData name="VIkram Goyal" userId="4529b0165c9307b1" providerId="LiveId" clId="{697E15A4-21D4-47E2-9C79-C70DAE4A1DFB}" dt="2021-01-15T07:18:15.568" v="1395"/>
          <ac:grpSpMkLst>
            <pc:docMk/>
            <pc:sldMk cId="1591016579" sldId="266"/>
            <ac:grpSpMk id="70" creationId="{EE056BE4-60BA-4C84-813F-D7638E5CAB98}"/>
          </ac:grpSpMkLst>
        </pc:grpChg>
        <pc:grpChg chg="del mod">
          <ac:chgData name="VIkram Goyal" userId="4529b0165c9307b1" providerId="LiveId" clId="{697E15A4-21D4-47E2-9C79-C70DAE4A1DFB}" dt="2021-01-15T07:18:23.378" v="1411"/>
          <ac:grpSpMkLst>
            <pc:docMk/>
            <pc:sldMk cId="1591016579" sldId="266"/>
            <ac:grpSpMk id="75" creationId="{6C4EA1D0-7AB8-4B2C-BC7E-4E8F372EA073}"/>
          </ac:grpSpMkLst>
        </pc:grpChg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82" creationId="{E099FA79-1FBC-4F37-B5B9-AC4BD8E18DBC}"/>
          </ac:grpSpMkLst>
        </pc:grpChg>
        <pc:grpChg chg="del mod">
          <ac:chgData name="VIkram Goyal" userId="4529b0165c9307b1" providerId="LiveId" clId="{697E15A4-21D4-47E2-9C79-C70DAE4A1DFB}" dt="2021-01-15T07:18:31.704" v="1426"/>
          <ac:grpSpMkLst>
            <pc:docMk/>
            <pc:sldMk cId="1591016579" sldId="266"/>
            <ac:grpSpMk id="92" creationId="{0A99AC37-0AFD-4C7D-9DEE-27B9F0E39A62}"/>
          </ac:grpSpMkLst>
        </pc:grpChg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93" creationId="{368C48E5-061B-47B2-B68E-5B3BBD455C89}"/>
          </ac:grpSpMkLst>
        </pc:grpChg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98" creationId="{0230E7C2-EAC2-411D-9333-0923F848CE87}"/>
          </ac:grpSpMkLst>
        </pc:grpChg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104" creationId="{2D0BFDAC-12F6-4600-AF27-631894B0042A}"/>
          </ac:grpSpMkLst>
        </pc:grpChg>
        <pc:grpChg chg="del mod">
          <ac:chgData name="VIkram Goyal" userId="4529b0165c9307b1" providerId="LiveId" clId="{697E15A4-21D4-47E2-9C79-C70DAE4A1DFB}" dt="2021-01-15T07:18:46.547" v="1450"/>
          <ac:grpSpMkLst>
            <pc:docMk/>
            <pc:sldMk cId="1591016579" sldId="266"/>
            <ac:grpSpMk id="116" creationId="{A70FCC3B-CDAF-4E67-A080-C339A82A0CA6}"/>
          </ac:grpSpMkLst>
        </pc:grpChg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117" creationId="{2267B939-27B3-4988-96C1-723BA88D64E8}"/>
          </ac:grpSpMkLst>
        </pc:grpChg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118" creationId="{41DBF6A1-3E53-44DD-BB17-5791611A0A5C}"/>
          </ac:grpSpMkLst>
        </pc:grpChg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124" creationId="{8929D215-7689-48DC-BED3-19B2809D8EEA}"/>
          </ac:grpSpMkLst>
        </pc:grpChg>
        <pc:grpChg chg="del mod">
          <ac:chgData name="VIkram Goyal" userId="4529b0165c9307b1" providerId="LiveId" clId="{697E15A4-21D4-47E2-9C79-C70DAE4A1DFB}" dt="2021-01-15T07:18:57.545" v="1458"/>
          <ac:grpSpMkLst>
            <pc:docMk/>
            <pc:sldMk cId="1591016579" sldId="266"/>
            <ac:grpSpMk id="129" creationId="{F400166F-E272-4DC5-80D7-627E3266DB7B}"/>
          </ac:grpSpMkLst>
        </pc:grpChg>
        <pc:grpChg chg="del mod">
          <ac:chgData name="VIkram Goyal" userId="4529b0165c9307b1" providerId="LiveId" clId="{697E15A4-21D4-47E2-9C79-C70DAE4A1DFB}" dt="2021-01-15T07:19:00.395" v="1461"/>
          <ac:grpSpMkLst>
            <pc:docMk/>
            <pc:sldMk cId="1591016579" sldId="266"/>
            <ac:grpSpMk id="132" creationId="{C701F6D7-BEB2-4BB1-B0E1-AEACEFEFD3EA}"/>
          </ac:grpSpMkLst>
        </pc:grpChg>
        <pc:grpChg chg="del mod">
          <ac:chgData name="VIkram Goyal" userId="4529b0165c9307b1" providerId="LiveId" clId="{697E15A4-21D4-47E2-9C79-C70DAE4A1DFB}" dt="2021-01-15T07:19:02.091" v="1463"/>
          <ac:grpSpMkLst>
            <pc:docMk/>
            <pc:sldMk cId="1591016579" sldId="266"/>
            <ac:grpSpMk id="135" creationId="{E6D4E64D-4C22-43B6-8A66-DC94174FAB09}"/>
          </ac:grpSpMkLst>
        </pc:grpChg>
        <pc:grpChg chg="del mod">
          <ac:chgData name="VIkram Goyal" userId="4529b0165c9307b1" providerId="LiveId" clId="{697E15A4-21D4-47E2-9C79-C70DAE4A1DFB}" dt="2021-01-15T07:21:13.992" v="1598"/>
          <ac:grpSpMkLst>
            <pc:docMk/>
            <pc:sldMk cId="1591016579" sldId="266"/>
            <ac:grpSpMk id="137" creationId="{EFFC2DB3-656C-4BF2-BD62-4EA40E110D87}"/>
          </ac:grpSpMkLst>
        </pc:grpChg>
        <pc:grpChg chg="del mod">
          <ac:chgData name="VIkram Goyal" userId="4529b0165c9307b1" providerId="LiveId" clId="{697E15A4-21D4-47E2-9C79-C70DAE4A1DFB}" dt="2021-01-15T07:20:13.641" v="1527"/>
          <ac:grpSpMkLst>
            <pc:docMk/>
            <pc:sldMk cId="1591016579" sldId="266"/>
            <ac:grpSpMk id="148" creationId="{F8B1C68A-6EE1-41F6-A681-74799FB97B28}"/>
          </ac:grpSpMkLst>
        </pc:grpChg>
        <pc:grpChg chg="del mod">
          <ac:chgData name="VIkram Goyal" userId="4529b0165c9307b1" providerId="LiveId" clId="{697E15A4-21D4-47E2-9C79-C70DAE4A1DFB}" dt="2021-01-15T07:20:13.641" v="1527"/>
          <ac:grpSpMkLst>
            <pc:docMk/>
            <pc:sldMk cId="1591016579" sldId="266"/>
            <ac:grpSpMk id="155" creationId="{0F7B7530-F241-407C-A987-80FBD356FD9C}"/>
          </ac:grpSpMkLst>
        </pc:grpChg>
        <pc:grpChg chg="del mod">
          <ac:chgData name="VIkram Goyal" userId="4529b0165c9307b1" providerId="LiveId" clId="{697E15A4-21D4-47E2-9C79-C70DAE4A1DFB}" dt="2021-01-15T07:20:13.641" v="1527"/>
          <ac:grpSpMkLst>
            <pc:docMk/>
            <pc:sldMk cId="1591016579" sldId="266"/>
            <ac:grpSpMk id="160" creationId="{D4123E95-C53E-4746-9AA0-F0D78C38A456}"/>
          </ac:grpSpMkLst>
        </pc:grpChg>
        <pc:grpChg chg="del mod">
          <ac:chgData name="VIkram Goyal" userId="4529b0165c9307b1" providerId="LiveId" clId="{697E15A4-21D4-47E2-9C79-C70DAE4A1DFB}" dt="2021-01-15T07:21:19.847" v="1601"/>
          <ac:grpSpMkLst>
            <pc:docMk/>
            <pc:sldMk cId="1591016579" sldId="266"/>
            <ac:grpSpMk id="167" creationId="{CC4A7805-E60A-479A-94DB-7364E2F02139}"/>
          </ac:grpSpMkLst>
        </pc:grpChg>
        <pc:grpChg chg="del mod">
          <ac:chgData name="VIkram Goyal" userId="4529b0165c9307b1" providerId="LiveId" clId="{697E15A4-21D4-47E2-9C79-C70DAE4A1DFB}" dt="2021-01-15T07:20:13.641" v="1527"/>
          <ac:grpSpMkLst>
            <pc:docMk/>
            <pc:sldMk cId="1591016579" sldId="266"/>
            <ac:grpSpMk id="176" creationId="{7BC4D0A5-480C-43DF-8034-4DDD5600E1A9}"/>
          </ac:grpSpMkLst>
        </pc:grpChg>
        <pc:grpChg chg="del mod">
          <ac:chgData name="VIkram Goyal" userId="4529b0165c9307b1" providerId="LiveId" clId="{697E15A4-21D4-47E2-9C79-C70DAE4A1DFB}" dt="2021-01-15T07:20:13.641" v="1527"/>
          <ac:grpSpMkLst>
            <pc:docMk/>
            <pc:sldMk cId="1591016579" sldId="266"/>
            <ac:grpSpMk id="187" creationId="{D88A930F-87AB-4F14-9BD6-3A69A4C6E96B}"/>
          </ac:grpSpMkLst>
        </pc:grpChg>
        <pc:grpChg chg="del mod">
          <ac:chgData name="VIkram Goyal" userId="4529b0165c9307b1" providerId="LiveId" clId="{697E15A4-21D4-47E2-9C79-C70DAE4A1DFB}" dt="2021-01-15T07:20:13.641" v="1527"/>
          <ac:grpSpMkLst>
            <pc:docMk/>
            <pc:sldMk cId="1591016579" sldId="266"/>
            <ac:grpSpMk id="188" creationId="{3FB418B1-071D-47F2-8FF2-4BF6E77A5C84}"/>
          </ac:grpSpMkLst>
        </pc:grpChg>
        <pc:grpChg chg="del mod">
          <ac:chgData name="VIkram Goyal" userId="4529b0165c9307b1" providerId="LiveId" clId="{697E15A4-21D4-47E2-9C79-C70DAE4A1DFB}" dt="2021-01-15T07:20:09.428" v="1522"/>
          <ac:grpSpMkLst>
            <pc:docMk/>
            <pc:sldMk cId="1591016579" sldId="266"/>
            <ac:grpSpMk id="192" creationId="{FD1B46CE-2182-49AE-8198-DF08816C57AD}"/>
          </ac:grpSpMkLst>
        </pc:grpChg>
        <pc:grpChg chg="del mod">
          <ac:chgData name="VIkram Goyal" userId="4529b0165c9307b1" providerId="LiveId" clId="{697E15A4-21D4-47E2-9C79-C70DAE4A1DFB}" dt="2021-01-15T07:20:13.641" v="1527"/>
          <ac:grpSpMkLst>
            <pc:docMk/>
            <pc:sldMk cId="1591016579" sldId="266"/>
            <ac:grpSpMk id="197" creationId="{6CF59605-5138-4548-A211-6F2F53082895}"/>
          </ac:grpSpMkLst>
        </pc:grpChg>
        <pc:grpChg chg="del mod">
          <ac:chgData name="VIkram Goyal" userId="4529b0165c9307b1" providerId="LiveId" clId="{697E15A4-21D4-47E2-9C79-C70DAE4A1DFB}" dt="2021-01-15T07:20:21.694" v="1535"/>
          <ac:grpSpMkLst>
            <pc:docMk/>
            <pc:sldMk cId="1591016579" sldId="266"/>
            <ac:grpSpMk id="202" creationId="{C2F9A071-9FEC-4397-A4E1-D2342E57BA29}"/>
          </ac:grpSpMkLst>
        </pc:grpChg>
        <pc:grpChg chg="del mod">
          <ac:chgData name="VIkram Goyal" userId="4529b0165c9307b1" providerId="LiveId" clId="{697E15A4-21D4-47E2-9C79-C70DAE4A1DFB}" dt="2021-01-15T07:20:21.694" v="1535"/>
          <ac:grpSpMkLst>
            <pc:docMk/>
            <pc:sldMk cId="1591016579" sldId="266"/>
            <ac:grpSpMk id="210" creationId="{43974C0D-F23D-4481-AF8B-40F6BA1BF084}"/>
          </ac:grpSpMkLst>
        </pc:grpChg>
        <pc:grpChg chg="del mod">
          <ac:chgData name="VIkram Goyal" userId="4529b0165c9307b1" providerId="LiveId" clId="{697E15A4-21D4-47E2-9C79-C70DAE4A1DFB}" dt="2021-01-15T07:20:27.648" v="1539"/>
          <ac:grpSpMkLst>
            <pc:docMk/>
            <pc:sldMk cId="1591016579" sldId="266"/>
            <ac:grpSpMk id="211" creationId="{08F36CDC-B9C9-4C12-8FFC-B15685C0C020}"/>
          </ac:grpSpMkLst>
        </pc:grpChg>
        <pc:grpChg chg="del mod">
          <ac:chgData name="VIkram Goyal" userId="4529b0165c9307b1" providerId="LiveId" clId="{697E15A4-21D4-47E2-9C79-C70DAE4A1DFB}" dt="2021-01-15T07:20:31.213" v="1549"/>
          <ac:grpSpMkLst>
            <pc:docMk/>
            <pc:sldMk cId="1591016579" sldId="266"/>
            <ac:grpSpMk id="215" creationId="{19648B71-1EBF-4C9D-9003-87814769497A}"/>
          </ac:grpSpMkLst>
        </pc:grpChg>
        <pc:grpChg chg="del mod">
          <ac:chgData name="VIkram Goyal" userId="4529b0165c9307b1" providerId="LiveId" clId="{697E15A4-21D4-47E2-9C79-C70DAE4A1DFB}" dt="2021-01-15T07:20:40.895" v="1560"/>
          <ac:grpSpMkLst>
            <pc:docMk/>
            <pc:sldMk cId="1591016579" sldId="266"/>
            <ac:grpSpMk id="225" creationId="{D97FE40F-5D89-4A00-A314-0020BCC5FE00}"/>
          </ac:grpSpMkLst>
        </pc:grpChg>
        <pc:grpChg chg="del mod">
          <ac:chgData name="VIkram Goyal" userId="4529b0165c9307b1" providerId="LiveId" clId="{697E15A4-21D4-47E2-9C79-C70DAE4A1DFB}" dt="2021-01-15T07:20:40.895" v="1560"/>
          <ac:grpSpMkLst>
            <pc:docMk/>
            <pc:sldMk cId="1591016579" sldId="266"/>
            <ac:grpSpMk id="226" creationId="{254D4E49-C87B-4F44-8153-A0AE0E46F485}"/>
          </ac:grpSpMkLst>
        </pc:grpChg>
        <pc:grpChg chg="del mod">
          <ac:chgData name="VIkram Goyal" userId="4529b0165c9307b1" providerId="LiveId" clId="{697E15A4-21D4-47E2-9C79-C70DAE4A1DFB}" dt="2021-01-15T07:20:40.895" v="1560"/>
          <ac:grpSpMkLst>
            <pc:docMk/>
            <pc:sldMk cId="1591016579" sldId="266"/>
            <ac:grpSpMk id="227" creationId="{C071926A-DDB7-4EE9-AFA0-2A1F26C3F001}"/>
          </ac:grpSpMkLst>
        </pc:grpChg>
        <pc:grpChg chg="del mod">
          <ac:chgData name="VIkram Goyal" userId="4529b0165c9307b1" providerId="LiveId" clId="{697E15A4-21D4-47E2-9C79-C70DAE4A1DFB}" dt="2021-01-15T07:20:40.895" v="1560"/>
          <ac:grpSpMkLst>
            <pc:docMk/>
            <pc:sldMk cId="1591016579" sldId="266"/>
            <ac:grpSpMk id="230" creationId="{13B39DB8-35CB-4532-BF74-449FFB3E2DE2}"/>
          </ac:grpSpMkLst>
        </pc:grpChg>
        <pc:grpChg chg="del mod">
          <ac:chgData name="VIkram Goyal" userId="4529b0165c9307b1" providerId="LiveId" clId="{697E15A4-21D4-47E2-9C79-C70DAE4A1DFB}" dt="2021-01-15T07:20:40.895" v="1560"/>
          <ac:grpSpMkLst>
            <pc:docMk/>
            <pc:sldMk cId="1591016579" sldId="266"/>
            <ac:grpSpMk id="235" creationId="{3E5C2B99-6F8E-4BCA-BDC1-196FECB6D426}"/>
          </ac:grpSpMkLst>
        </pc:grpChg>
        <pc:grpChg chg="del mod">
          <ac:chgData name="VIkram Goyal" userId="4529b0165c9307b1" providerId="LiveId" clId="{697E15A4-21D4-47E2-9C79-C70DAE4A1DFB}" dt="2021-01-15T07:20:42.522" v="1563"/>
          <ac:grpSpMkLst>
            <pc:docMk/>
            <pc:sldMk cId="1591016579" sldId="266"/>
            <ac:grpSpMk id="238" creationId="{A1462C3C-A7FD-47D8-B3FC-B3F380BCF699}"/>
          </ac:grpSpMkLst>
        </pc:grpChg>
        <pc:grpChg chg="del mod">
          <ac:chgData name="VIkram Goyal" userId="4529b0165c9307b1" providerId="LiveId" clId="{697E15A4-21D4-47E2-9C79-C70DAE4A1DFB}" dt="2021-01-15T07:20:45.479" v="1567"/>
          <ac:grpSpMkLst>
            <pc:docMk/>
            <pc:sldMk cId="1591016579" sldId="266"/>
            <ac:grpSpMk id="241" creationId="{3877FBCA-253A-4C8A-91E9-EE07524D790B}"/>
          </ac:grpSpMkLst>
        </pc:grpChg>
        <pc:grpChg chg="del mod">
          <ac:chgData name="VIkram Goyal" userId="4529b0165c9307b1" providerId="LiveId" clId="{697E15A4-21D4-47E2-9C79-C70DAE4A1DFB}" dt="2021-01-15T07:20:47.943" v="1569"/>
          <ac:grpSpMkLst>
            <pc:docMk/>
            <pc:sldMk cId="1591016579" sldId="266"/>
            <ac:grpSpMk id="245" creationId="{3CC1C90A-D4BE-4B2F-90F0-4B6474B28DD4}"/>
          </ac:grpSpMkLst>
        </pc:grpChg>
        <pc:grpChg chg="del mod">
          <ac:chgData name="VIkram Goyal" userId="4529b0165c9307b1" providerId="LiveId" clId="{697E15A4-21D4-47E2-9C79-C70DAE4A1DFB}" dt="2021-01-15T07:21:00.016" v="1589"/>
          <ac:grpSpMkLst>
            <pc:docMk/>
            <pc:sldMk cId="1591016579" sldId="266"/>
            <ac:grpSpMk id="247" creationId="{08CC36DD-2425-4AD3-B150-72D4FD7A1EFB}"/>
          </ac:grpSpMkLst>
        </pc:grpChg>
        <pc:grpChg chg="del mod">
          <ac:chgData name="VIkram Goyal" userId="4529b0165c9307b1" providerId="LiveId" clId="{697E15A4-21D4-47E2-9C79-C70DAE4A1DFB}" dt="2021-01-15T07:21:00.016" v="1589"/>
          <ac:grpSpMkLst>
            <pc:docMk/>
            <pc:sldMk cId="1591016579" sldId="266"/>
            <ac:grpSpMk id="250" creationId="{FB00208E-DC4B-4462-B917-D663F8CFF682}"/>
          </ac:grpSpMkLst>
        </pc:grpChg>
        <pc:grpChg chg="del mod">
          <ac:chgData name="VIkram Goyal" userId="4529b0165c9307b1" providerId="LiveId" clId="{697E15A4-21D4-47E2-9C79-C70DAE4A1DFB}" dt="2021-01-15T07:20:57.430" v="1583"/>
          <ac:grpSpMkLst>
            <pc:docMk/>
            <pc:sldMk cId="1591016579" sldId="266"/>
            <ac:grpSpMk id="258" creationId="{DC188B24-C6F2-4044-A080-BF37B4C6FF7A}"/>
          </ac:grpSpMkLst>
        </pc:grpChg>
        <pc:grpChg chg="del mod">
          <ac:chgData name="VIkram Goyal" userId="4529b0165c9307b1" providerId="LiveId" clId="{697E15A4-21D4-47E2-9C79-C70DAE4A1DFB}" dt="2021-01-15T07:21:00.016" v="1589"/>
          <ac:grpSpMkLst>
            <pc:docMk/>
            <pc:sldMk cId="1591016579" sldId="266"/>
            <ac:grpSpMk id="261" creationId="{2F3F8E7C-9AD0-46EE-AA7C-CBFF1C12385C}"/>
          </ac:grpSpMkLst>
        </pc:grpChg>
        <pc:grpChg chg="del mod">
          <ac:chgData name="VIkram Goyal" userId="4529b0165c9307b1" providerId="LiveId" clId="{697E15A4-21D4-47E2-9C79-C70DAE4A1DFB}" dt="2021-01-15T07:21:01.799" v="1591"/>
          <ac:grpSpMkLst>
            <pc:docMk/>
            <pc:sldMk cId="1591016579" sldId="266"/>
            <ac:grpSpMk id="267" creationId="{144A66F0-7DF9-4AAD-ACF0-409BB361DF98}"/>
          </ac:grpSpMkLst>
        </pc:grpChg>
        <pc:grpChg chg="del mod">
          <ac:chgData name="VIkram Goyal" userId="4529b0165c9307b1" providerId="LiveId" clId="{697E15A4-21D4-47E2-9C79-C70DAE4A1DFB}" dt="2021-01-15T07:21:03.218" v="1593"/>
          <ac:grpSpMkLst>
            <pc:docMk/>
            <pc:sldMk cId="1591016579" sldId="266"/>
            <ac:grpSpMk id="269" creationId="{18FB194E-3410-4117-8313-1C3D1A7A08B8}"/>
          </ac:grpSpMkLst>
        </pc:grpChg>
        <pc:grpChg chg="del mod">
          <ac:chgData name="VIkram Goyal" userId="4529b0165c9307b1" providerId="LiveId" clId="{697E15A4-21D4-47E2-9C79-C70DAE4A1DFB}" dt="2021-01-15T07:21:05.037" v="1595"/>
          <ac:grpSpMkLst>
            <pc:docMk/>
            <pc:sldMk cId="1591016579" sldId="266"/>
            <ac:grpSpMk id="271" creationId="{AB6A8AC1-1389-41D4-AD37-877B3A710EC5}"/>
          </ac:grpSpMkLst>
        </pc:grpChg>
        <pc:grpChg chg="del mod">
          <ac:chgData name="VIkram Goyal" userId="4529b0165c9307b1" providerId="LiveId" clId="{697E15A4-21D4-47E2-9C79-C70DAE4A1DFB}" dt="2021-01-15T07:21:19.847" v="1601"/>
          <ac:grpSpMkLst>
            <pc:docMk/>
            <pc:sldMk cId="1591016579" sldId="266"/>
            <ac:grpSpMk id="273" creationId="{050B50C7-1E5D-49C7-BA03-84C1CD0E260E}"/>
          </ac:grpSpMkLst>
        </pc:grpChg>
        <pc:grpChg chg="del mod">
          <ac:chgData name="VIkram Goyal" userId="4529b0165c9307b1" providerId="LiveId" clId="{697E15A4-21D4-47E2-9C79-C70DAE4A1DFB}" dt="2021-01-15T07:21:19.847" v="1601"/>
          <ac:grpSpMkLst>
            <pc:docMk/>
            <pc:sldMk cId="1591016579" sldId="266"/>
            <ac:grpSpMk id="276" creationId="{E2D4B6DC-C478-4184-A7E4-E741515FA951}"/>
          </ac:grpSpMkLst>
        </pc:grpChg>
        <pc:grpChg chg="del mod">
          <ac:chgData name="VIkram Goyal" userId="4529b0165c9307b1" providerId="LiveId" clId="{697E15A4-21D4-47E2-9C79-C70DAE4A1DFB}" dt="2021-01-15T07:21:34.755" v="1604"/>
          <ac:grpSpMkLst>
            <pc:docMk/>
            <pc:sldMk cId="1591016579" sldId="266"/>
            <ac:grpSpMk id="279" creationId="{71386254-802E-4BBF-9391-B363E91D467B}"/>
          </ac:grpSpMkLst>
        </pc:grpChg>
        <pc:grpChg chg="del mod">
          <ac:chgData name="VIkram Goyal" userId="4529b0165c9307b1" providerId="LiveId" clId="{697E15A4-21D4-47E2-9C79-C70DAE4A1DFB}" dt="2021-01-15T07:21:39.624" v="1607"/>
          <ac:grpSpMkLst>
            <pc:docMk/>
            <pc:sldMk cId="1591016579" sldId="266"/>
            <ac:grpSpMk id="282" creationId="{62EA0A14-A929-4642-80F1-3D473B74C664}"/>
          </ac:grpSpMkLst>
        </pc:grpChg>
        <pc:grpChg chg="mod">
          <ac:chgData name="VIkram Goyal" userId="4529b0165c9307b1" providerId="LiveId" clId="{697E15A4-21D4-47E2-9C79-C70DAE4A1DFB}" dt="2021-01-15T07:21:39.624" v="1607"/>
          <ac:grpSpMkLst>
            <pc:docMk/>
            <pc:sldMk cId="1591016579" sldId="266"/>
            <ac:grpSpMk id="285" creationId="{01035F5C-A64D-4368-BC82-22B64FD360FE}"/>
          </ac:grpSpMkLst>
        </pc:grp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" creationId="{DCC04D6E-1A57-44EC-AE07-44341EF07B7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3" creationId="{AB51B6E2-76B3-4C09-AB2B-8DAD56DB063E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4" creationId="{18EFE60A-CDDC-435B-BC07-91ECC7C91135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5" creationId="{DBA7946F-64BA-4AF7-B005-1696450B3B7C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6" creationId="{A066093F-8385-4911-BD48-C0628949384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7" creationId="{2E1430C2-A827-4172-A7B5-6A5BA21AC382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8" creationId="{F23550ED-DFFF-495B-BCFE-16A5DE2F21F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9" creationId="{EA5447C4-5EC7-436B-BB4E-C18DF581970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0" creationId="{6C712C8E-C204-4BAA-852C-A991CD69D843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1" creationId="{58C931A3-6787-41D7-BC88-188552D1827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4" creationId="{71466437-3340-4665-8F20-6A3C09B4027C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5" creationId="{E5261DD2-8EFE-4443-9A85-09EB0043851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6" creationId="{4D802650-7CF0-4F82-8596-EA53C7C14F6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7" creationId="{EF9F1B46-A7DD-47BF-8F3B-771CDC1C5B2B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8" creationId="{835B5C8C-53B8-4286-BBD0-FD5ADD9B1F85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9" creationId="{5DBA2C3D-99F8-4AA1-98B8-3DF5C023C222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0" creationId="{C8FEF637-4834-4619-9F72-73DBB06D30E5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1" creationId="{736FA533-B992-485A-B670-EAB2CBB8468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2" creationId="{36CF83B1-6F03-4CE1-AB30-4000A4DF35C1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3" creationId="{D1DB8340-50DE-42F5-B34F-AA388251D818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5" creationId="{EC153016-822B-46BE-8696-ABD34999D5B9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6" creationId="{06236D0D-45F0-44AE-8D9A-ACBC189F7CE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7" creationId="{4FB4DA9F-D9B9-44B4-80DE-79EBA776F03C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8" creationId="{CF5FA4BF-C978-46B6-9BC6-107D0E7F471F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9" creationId="{38BC133E-889E-4F65-9DDB-64B3A700EBD2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30" creationId="{FCB9AEFF-C5A9-4B9A-B4CE-B6D8AE40896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33" creationId="{5F6706E7-5081-49A7-AED1-74721BBC98C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34" creationId="{E5FE0A55-9EB0-47EB-B1F6-4C39AB3F9EA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35" creationId="{86526470-B815-4312-96E1-76A23D7EC4A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36" creationId="{6B3BE098-A993-44FC-8330-64F136F63B3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37" creationId="{DBCB48F0-CEDF-4A41-8F52-236CA36B40D5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38" creationId="{27E15388-68D4-4A0F-B835-F3CB8AA30112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39" creationId="{6CD21129-0475-4F98-AA83-5DC92E536D0E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40" creationId="{05FF86FB-4560-4980-B053-D214B622571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42" creationId="{60B86254-8468-4352-8715-A22233BD5B22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43" creationId="{99F7B9E8-BCEE-49BC-A102-DED5EBC9DE7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44" creationId="{D55E1017-17F3-4F41-BD82-10B1FE9BB45F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45" creationId="{DA062A7D-807F-4F2C-8C1C-09860CCBDCA3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46" creationId="{7BA0A4F1-307B-48B5-9FDF-EBFD1B95C1BF}"/>
          </ac:inkMkLst>
        </pc:inkChg>
        <pc:inkChg chg="add del mod">
          <ac:chgData name="VIkram Goyal" userId="4529b0165c9307b1" providerId="LiveId" clId="{697E15A4-21D4-47E2-9C79-C70DAE4A1DFB}" dt="2021-01-15T07:18:15.566" v="1393"/>
          <ac:inkMkLst>
            <pc:docMk/>
            <pc:sldMk cId="1591016579" sldId="266"/>
            <ac:inkMk id="48" creationId="{4D7C4813-A287-46A5-B761-92B4FE369D61}"/>
          </ac:inkMkLst>
        </pc:inkChg>
        <pc:inkChg chg="add del mod">
          <ac:chgData name="VIkram Goyal" userId="4529b0165c9307b1" providerId="LiveId" clId="{697E15A4-21D4-47E2-9C79-C70DAE4A1DFB}" dt="2021-01-15T07:18:15.569" v="1398"/>
          <ac:inkMkLst>
            <pc:docMk/>
            <pc:sldMk cId="1591016579" sldId="266"/>
            <ac:inkMk id="49" creationId="{0E9055BD-D387-4F3B-9245-C9BB3625B385}"/>
          </ac:inkMkLst>
        </pc:inkChg>
        <pc:inkChg chg="add del mod">
          <ac:chgData name="VIkram Goyal" userId="4529b0165c9307b1" providerId="LiveId" clId="{697E15A4-21D4-47E2-9C79-C70DAE4A1DFB}" dt="2021-01-15T07:18:15.569" v="1399"/>
          <ac:inkMkLst>
            <pc:docMk/>
            <pc:sldMk cId="1591016579" sldId="266"/>
            <ac:inkMk id="50" creationId="{EA6E98DD-164D-4959-94A2-996F89F1BA59}"/>
          </ac:inkMkLst>
        </pc:inkChg>
        <pc:inkChg chg="add del mod">
          <ac:chgData name="VIkram Goyal" userId="4529b0165c9307b1" providerId="LiveId" clId="{697E15A4-21D4-47E2-9C79-C70DAE4A1DFB}" dt="2021-01-15T07:18:15.563" v="1390"/>
          <ac:inkMkLst>
            <pc:docMk/>
            <pc:sldMk cId="1591016579" sldId="266"/>
            <ac:inkMk id="51" creationId="{3F184184-041B-4D9C-BA53-ED312B5AD349}"/>
          </ac:inkMkLst>
        </pc:inkChg>
        <pc:inkChg chg="add del mod">
          <ac:chgData name="VIkram Goyal" userId="4529b0165c9307b1" providerId="LiveId" clId="{697E15A4-21D4-47E2-9C79-C70DAE4A1DFB}" dt="2021-01-15T07:18:15.560" v="1385"/>
          <ac:inkMkLst>
            <pc:docMk/>
            <pc:sldMk cId="1591016579" sldId="266"/>
            <ac:inkMk id="53" creationId="{F9402A7E-ED90-4903-B38E-A62348513B93}"/>
          </ac:inkMkLst>
        </pc:inkChg>
        <pc:inkChg chg="add del mod">
          <ac:chgData name="VIkram Goyal" userId="4529b0165c9307b1" providerId="LiveId" clId="{697E15A4-21D4-47E2-9C79-C70DAE4A1DFB}" dt="2021-01-15T07:18:15.561" v="1388"/>
          <ac:inkMkLst>
            <pc:docMk/>
            <pc:sldMk cId="1591016579" sldId="266"/>
            <ac:inkMk id="54" creationId="{4B383609-DA0C-4CB8-9192-D584366295F8}"/>
          </ac:inkMkLst>
        </pc:inkChg>
        <pc:inkChg chg="add del mod">
          <ac:chgData name="VIkram Goyal" userId="4529b0165c9307b1" providerId="LiveId" clId="{697E15A4-21D4-47E2-9C79-C70DAE4A1DFB}" dt="2021-01-15T07:18:15.564" v="1391"/>
          <ac:inkMkLst>
            <pc:docMk/>
            <pc:sldMk cId="1591016579" sldId="266"/>
            <ac:inkMk id="55" creationId="{9A2952A3-C816-41AC-8575-E4819C428CD9}"/>
          </ac:inkMkLst>
        </pc:inkChg>
        <pc:inkChg chg="add del mod">
          <ac:chgData name="VIkram Goyal" userId="4529b0165c9307b1" providerId="LiveId" clId="{697E15A4-21D4-47E2-9C79-C70DAE4A1DFB}" dt="2021-01-15T07:18:15.560" v="1386"/>
          <ac:inkMkLst>
            <pc:docMk/>
            <pc:sldMk cId="1591016579" sldId="266"/>
            <ac:inkMk id="56" creationId="{BB9AB59A-8E90-4F09-A319-5EDC7A97BF36}"/>
          </ac:inkMkLst>
        </pc:inkChg>
        <pc:inkChg chg="add del mod">
          <ac:chgData name="VIkram Goyal" userId="4529b0165c9307b1" providerId="LiveId" clId="{697E15A4-21D4-47E2-9C79-C70DAE4A1DFB}" dt="2021-01-15T07:18:15.568" v="1396"/>
          <ac:inkMkLst>
            <pc:docMk/>
            <pc:sldMk cId="1591016579" sldId="266"/>
            <ac:inkMk id="57" creationId="{F64FB4D0-B854-40F8-865F-CE671D571B62}"/>
          </ac:inkMkLst>
        </pc:inkChg>
        <pc:inkChg chg="add del mod">
          <ac:chgData name="VIkram Goyal" userId="4529b0165c9307b1" providerId="LiveId" clId="{697E15A4-21D4-47E2-9C79-C70DAE4A1DFB}" dt="2021-01-15T07:18:15.556" v="1381"/>
          <ac:inkMkLst>
            <pc:docMk/>
            <pc:sldMk cId="1591016579" sldId="266"/>
            <ac:inkMk id="59" creationId="{9A1435F9-B094-4A79-9C19-4A5D389514F9}"/>
          </ac:inkMkLst>
        </pc:inkChg>
        <pc:inkChg chg="add del mod">
          <ac:chgData name="VIkram Goyal" userId="4529b0165c9307b1" providerId="LiveId" clId="{697E15A4-21D4-47E2-9C79-C70DAE4A1DFB}" dt="2021-01-15T07:18:15.565" v="1392"/>
          <ac:inkMkLst>
            <pc:docMk/>
            <pc:sldMk cId="1591016579" sldId="266"/>
            <ac:inkMk id="60" creationId="{49904F61-1CB9-46E3-8FEA-054EA086615A}"/>
          </ac:inkMkLst>
        </pc:inkChg>
        <pc:inkChg chg="add del mod">
          <ac:chgData name="VIkram Goyal" userId="4529b0165c9307b1" providerId="LiveId" clId="{697E15A4-21D4-47E2-9C79-C70DAE4A1DFB}" dt="2021-01-15T07:18:15.567" v="1394"/>
          <ac:inkMkLst>
            <pc:docMk/>
            <pc:sldMk cId="1591016579" sldId="266"/>
            <ac:inkMk id="61" creationId="{A5E7402C-9400-4AD9-B64F-6C2298D54250}"/>
          </ac:inkMkLst>
        </pc:inkChg>
        <pc:inkChg chg="add del mod">
          <ac:chgData name="VIkram Goyal" userId="4529b0165c9307b1" providerId="LiveId" clId="{697E15A4-21D4-47E2-9C79-C70DAE4A1DFB}" dt="2021-01-15T07:18:15.559" v="1384"/>
          <ac:inkMkLst>
            <pc:docMk/>
            <pc:sldMk cId="1591016579" sldId="266"/>
            <ac:inkMk id="62" creationId="{534B98F3-9BAE-49EE-B116-E0C3C117E108}"/>
          </ac:inkMkLst>
        </pc:inkChg>
        <pc:inkChg chg="add del mod">
          <ac:chgData name="VIkram Goyal" userId="4529b0165c9307b1" providerId="LiveId" clId="{697E15A4-21D4-47E2-9C79-C70DAE4A1DFB}" dt="2021-01-15T07:18:15.562" v="1389"/>
          <ac:inkMkLst>
            <pc:docMk/>
            <pc:sldMk cId="1591016579" sldId="266"/>
            <ac:inkMk id="63" creationId="{99CDA9AD-D77D-4D89-9AC2-6F0408165097}"/>
          </ac:inkMkLst>
        </pc:inkChg>
        <pc:inkChg chg="add del mod">
          <ac:chgData name="VIkram Goyal" userId="4529b0165c9307b1" providerId="LiveId" clId="{697E15A4-21D4-47E2-9C79-C70DAE4A1DFB}" dt="2021-01-15T07:18:15.558" v="1383"/>
          <ac:inkMkLst>
            <pc:docMk/>
            <pc:sldMk cId="1591016579" sldId="266"/>
            <ac:inkMk id="64" creationId="{472F8990-0883-4FB5-844C-101929E21125}"/>
          </ac:inkMkLst>
        </pc:inkChg>
        <pc:inkChg chg="add del mod">
          <ac:chgData name="VIkram Goyal" userId="4529b0165c9307b1" providerId="LiveId" clId="{697E15A4-21D4-47E2-9C79-C70DAE4A1DFB}" dt="2021-01-15T07:18:15.558" v="1382"/>
          <ac:inkMkLst>
            <pc:docMk/>
            <pc:sldMk cId="1591016579" sldId="266"/>
            <ac:inkMk id="65" creationId="{BD6EE9AF-BB69-4B67-A036-15B65E918001}"/>
          </ac:inkMkLst>
        </pc:inkChg>
        <pc:inkChg chg="add del mod">
          <ac:chgData name="VIkram Goyal" userId="4529b0165c9307b1" providerId="LiveId" clId="{697E15A4-21D4-47E2-9C79-C70DAE4A1DFB}" dt="2021-01-15T07:18:15.568" v="1397"/>
          <ac:inkMkLst>
            <pc:docMk/>
            <pc:sldMk cId="1591016579" sldId="266"/>
            <ac:inkMk id="67" creationId="{E89F997F-054C-4C12-8F4E-F4157D9472BF}"/>
          </ac:inkMkLst>
        </pc:inkChg>
        <pc:inkChg chg="add del mod">
          <ac:chgData name="VIkram Goyal" userId="4529b0165c9307b1" providerId="LiveId" clId="{697E15A4-21D4-47E2-9C79-C70DAE4A1DFB}" dt="2021-01-15T07:18:15.568" v="1395"/>
          <ac:inkMkLst>
            <pc:docMk/>
            <pc:sldMk cId="1591016579" sldId="266"/>
            <ac:inkMk id="68" creationId="{394E002D-5567-430D-AA44-D33C8927E432}"/>
          </ac:inkMkLst>
        </pc:inkChg>
        <pc:inkChg chg="add del mod">
          <ac:chgData name="VIkram Goyal" userId="4529b0165c9307b1" providerId="LiveId" clId="{697E15A4-21D4-47E2-9C79-C70DAE4A1DFB}" dt="2021-01-15T07:18:15.560" v="1387"/>
          <ac:inkMkLst>
            <pc:docMk/>
            <pc:sldMk cId="1591016579" sldId="266"/>
            <ac:inkMk id="69" creationId="{BF4F7259-A8F2-4983-B3E1-A587C8207C0F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71" creationId="{DBA2076F-D8A3-497C-90EA-B037604F799E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72" creationId="{834E40D7-2F1C-431F-A76E-79EA4D48946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73" creationId="{C1F2A81E-C846-400C-B031-19813338D94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74" creationId="{2007FC20-5682-43A1-A97E-626D6BBCAC69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76" creationId="{CA757F4C-9FAB-45D3-83AD-51C156E8393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77" creationId="{23DE82B9-D2C0-4AEE-8F4D-4BCB6100858B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78" creationId="{CBC3628A-5F9B-4A9E-BFFB-122EA79884DB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79" creationId="{9F382097-4526-43C1-A866-C60CC72924F9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80" creationId="{148CFF79-0E61-4A0C-8E64-FE6DA8EF0942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81" creationId="{4BA816E3-17AD-4583-8734-26968B37C581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83" creationId="{C5C62B3C-2760-430C-948F-F6C79FC3B303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84" creationId="{6588F6E7-1E1A-4213-8119-94AF66ABE80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85" creationId="{622F77B7-98A4-47B2-88E6-A7AA84DBEEB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86" creationId="{E9B88870-8704-4374-8547-89ABA68E4D6B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87" creationId="{059C63B3-C44D-4F38-A43D-A60DC64E63F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88" creationId="{0BD089F0-A7D6-4BBF-8BE3-B10E4F53B69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89" creationId="{1794CE75-98D6-4893-8934-D38C8C6D5D98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90" creationId="{5633663C-58B4-4087-9FEE-716398B4677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91" creationId="{CD2B2F10-0EB9-458C-8E3E-6BB7F770866C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94" creationId="{A8223CD8-C28C-4039-BF60-3C286ACFE17F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95" creationId="{BFD49DAE-6D90-4D00-8246-BF79A17D5EC8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96" creationId="{D46C265D-6CE3-4045-A7C4-1982956355D9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97" creationId="{37D1A3CB-292D-45B4-BD53-C9070BEA8CF3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99" creationId="{85B63056-E6CC-448B-80D7-8B3F1E4A525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00" creationId="{182D87F3-4B0E-43CA-9E49-C50826DAC66F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01" creationId="{DAD16104-3D89-4D05-BF4C-51A4869F975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02" creationId="{65B56D5E-6BF1-4BD8-8A6D-E4532FDEB15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03" creationId="{DD03037F-5DC1-451A-B34E-395E1FBBA795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05" creationId="{715147D2-47AB-460A-9D63-2DFDC28CBCC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06" creationId="{3CD77775-D554-40DC-B0A9-CDDC44217F01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07" creationId="{0F4E3A1A-F2BF-481B-81C0-997ABF02E295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08" creationId="{ACF2A730-7290-45A5-918E-D7D15608849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09" creationId="{C4F1ED5C-3ED9-4E7D-BCF1-487DADE6F57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10" creationId="{CA783F1D-96A7-42F3-9E42-67528299288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11" creationId="{86D95EEB-8D1F-45EF-83A3-27D6193A8182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12" creationId="{BA67E20F-F22D-403E-A14D-6B8F9E2F64EE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13" creationId="{8E744257-F5CD-41B0-B555-0E40291D26A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14" creationId="{9F6AFEC5-9656-4394-B8C1-533B14B50FB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15" creationId="{A4AFD165-BB84-4920-B60F-8FDAF7F05D2C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19" creationId="{BEFCC6E0-C196-420F-86DC-BB8CA65BE1FE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20" creationId="{F471225C-A92B-4D24-89B8-401928E6B44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21" creationId="{DA22145B-E1F1-48CD-8F15-90852B7C490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22" creationId="{E967630A-4A63-492E-83A5-8B17ACE89DF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23" creationId="{EC24EDC7-0AFB-4434-99EE-95D27951DA1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25" creationId="{1DF52F7E-D4F6-440A-A8F0-B6438748245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26" creationId="{292D4CA6-6D35-46AB-A530-C9EB4ED277A1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27" creationId="{C19F777F-F24E-4CD4-8D2C-D75FF5F769B8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28" creationId="{A53ABB09-8522-416F-B49C-99A18D2FD009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30" creationId="{0872D178-86BF-499C-816B-10959FA8193C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31" creationId="{17F21698-B197-43A2-9710-CC44B27A64C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33" creationId="{C441F903-9757-4ED3-BC46-FDF33981E26F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34" creationId="{FC8205B0-56DC-4A6A-A0D1-98EFCC667A09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36" creationId="{483F9A5F-7234-4FF1-B2E1-E55D288FFF9B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38" creationId="{81099E35-0B7A-4A3C-AD4F-08550740B71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39" creationId="{DA5C8038-1A69-4DCC-828B-14F7BBCD73C5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40" creationId="{E9E4296A-5C4F-4F59-9973-F4CAA07DFC3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41" creationId="{88BD7FAD-B5EE-402E-B9D1-D994BCB28E8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42" creationId="{3410CA51-FC19-4116-B896-618CACBB2FC2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43" creationId="{46B276C9-A2D5-4B37-AD3C-8F70656639C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44" creationId="{4ADA7B38-B25E-425E-A315-34EAFADA469E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45" creationId="{0589A1ED-BFEC-4A79-87AE-F37C235C6778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46" creationId="{EBC094DD-3CF6-4C1F-B37A-64C2B155A03B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47" creationId="{70280DA5-1670-42C3-B2A4-EE22DA2E597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49" creationId="{A7500E11-6B72-4602-8779-AD67E92A936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50" creationId="{3422BB18-3D89-4BFD-B139-9B773DEE0E0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51" creationId="{FE1F884E-7C5F-4969-9520-E213F5B6E79E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52" creationId="{A9B8B205-5433-49F1-82E0-EC03DC27227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53" creationId="{31D5D046-0261-41A4-942E-28600D590DF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54" creationId="{A90B686B-9A46-4B26-A9EC-AE5758EA1889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56" creationId="{9751E296-A71C-49A1-A4A9-306C063FDB1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57" creationId="{B25D1110-2832-4B98-930D-A5A32AF913D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58" creationId="{6C78F0DB-904A-4AD7-8F38-065BD850FD98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59" creationId="{687D6E02-2DBB-474C-8C0C-38A5CD71844B}"/>
          </ac:inkMkLst>
        </pc:inkChg>
        <pc:inkChg chg="add">
          <ac:chgData name="VIkram Goyal" userId="4529b0165c9307b1" providerId="LiveId" clId="{697E15A4-21D4-47E2-9C79-C70DAE4A1DFB}" dt="2021-01-15T07:19:42.858" v="1487" actId="9405"/>
          <ac:inkMkLst>
            <pc:docMk/>
            <pc:sldMk cId="1591016579" sldId="266"/>
            <ac:inkMk id="161" creationId="{07533B76-F1BC-4911-B7BB-D9C20AB66513}"/>
          </ac:inkMkLst>
        </pc:inkChg>
        <pc:inkChg chg="add">
          <ac:chgData name="VIkram Goyal" userId="4529b0165c9307b1" providerId="LiveId" clId="{697E15A4-21D4-47E2-9C79-C70DAE4A1DFB}" dt="2021-01-15T07:19:46.465" v="1488" actId="9405"/>
          <ac:inkMkLst>
            <pc:docMk/>
            <pc:sldMk cId="1591016579" sldId="266"/>
            <ac:inkMk id="162" creationId="{199351BC-0042-4988-9A81-820732F0A302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63" creationId="{A8CBAE6E-0087-4EBB-BF6E-1468D3FC8A58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64" creationId="{C807F429-9D35-4BC0-BABA-326F8B5B1B9B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65" creationId="{C171D5A0-1C7A-4692-846F-72BDB2BD2F1E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66" creationId="{F6274F66-694C-4FDC-8F95-E37E6C23B16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68" creationId="{F9AD4759-A6F0-49A1-9353-7CD359CF8529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69" creationId="{78D05BD9-62D1-4719-B016-DCFEE7260E18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70" creationId="{F8C07AAB-DBF3-4988-89D6-B81107C72A7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71" creationId="{16C5AF75-5F9A-4C86-BDF5-B37855F813B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72" creationId="{8DBC3A00-4184-431F-B08D-24B929F0F6F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73" creationId="{EF36D1CA-50EE-4A84-94F9-276E577C7AC1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74" creationId="{A7EF7131-27FC-4635-957B-A5053F58D5A5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75" creationId="{FA89CAA5-B2A1-4EE8-88B6-75AAB0546B9C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77" creationId="{6EDFBD90-A8D8-4150-9AE7-B0823AD4630E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78" creationId="{479A4C88-E6E9-48BF-A228-3B77BA59786E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79" creationId="{55EC01B7-C214-46F1-8718-CA457027BDB5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80" creationId="{9EDB84A5-1F2B-43FB-AF9C-4AFA109EC13F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81" creationId="{CC6DE07B-B9F0-4B74-A693-324946819B5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82" creationId="{0190EED7-8AF0-42CB-943F-381FBBD7BA2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83" creationId="{81AA1FC8-8FD7-4FB4-9F70-58BD139657E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84" creationId="{D09D3341-7DB0-4073-B19D-FF9D3366FB12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85" creationId="{EBFEE43A-3C2F-49D6-9218-75CDF0FFB10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86" creationId="{27D60733-A8A1-4AA5-B599-D26CD1B7A73C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89" creationId="{AE4D98C6-534E-4FCE-877F-F29EFE72EC38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90" creationId="{A5164319-D5B1-4528-8188-A3EA8E77AA4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91" creationId="{4734CCCC-FF0B-41A4-AC82-F296C4AF4A1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93" creationId="{9C493FDC-E3BE-420F-817A-C0210DB3E8D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94" creationId="{ADFD5F0D-95BB-4EF2-BC3E-4D08BFA7882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95" creationId="{FD06D739-DF4D-4211-B67C-FC4FF960A3A3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96" creationId="{54643C22-D5BF-4C96-94D0-3A0F7360C028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98" creationId="{11EF255E-8298-4110-AD96-C5B9C3B634D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199" creationId="{0A6B0360-A3DD-43DE-A882-2A86FEBC96FB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00" creationId="{AB79FD47-FA7A-413D-BFC8-E0076CAFE48E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01" creationId="{15AA18B3-05A9-4E0E-A499-50A405DB5D25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03" creationId="{B34EB8CE-B107-4EBE-8CFE-103596DABF5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04" creationId="{F2720CD0-1D40-469E-A9EE-17390F19C70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05" creationId="{7A461BEB-8114-401E-A560-9F96F295C1B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06" creationId="{76AFC018-E06F-446E-B93D-3A55C5292943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07" creationId="{DCFB22BE-ADED-4D17-AE04-F1EF2C750F6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08" creationId="{37C5859F-A4BC-4B8D-BBF7-BFA8D8D0E26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09" creationId="{B76242F5-896E-47F8-B7B9-759F7D04AE0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12" creationId="{D25CDD0C-2131-478E-A17D-6B2DF029294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13" creationId="{4C51E792-0AE7-4E92-AD23-C5C0852A4E7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14" creationId="{C476E5B4-9DD4-43CC-814C-EEBDD19A488C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16" creationId="{B27FF385-4D72-4F78-9EE3-0966E3B93AE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17" creationId="{F1C9734E-6C30-4DF0-862E-868DD0ABCE7B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18" creationId="{04A1BCE6-9973-4243-8FCD-0397190F6A6C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19" creationId="{753258F1-BC44-438B-A928-116317FB5EF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20" creationId="{CCFD1B7E-D576-46AF-A319-F62F365F88DE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21" creationId="{02603272-38C7-4A10-BBB6-0CD00D166919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22" creationId="{847ECA97-37EC-4F55-ACF3-C6C8B2972D72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23" creationId="{EC0031B5-150E-4477-ABBF-A6A21CF3C2E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24" creationId="{526D5C60-6209-4B9C-860A-E18D93603C75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28" creationId="{1514F5B2-48E1-4D30-9A02-68A4FD3DE08C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29" creationId="{5D26A51F-B484-4DDE-8013-33E8957677C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31" creationId="{31955F3B-7F7E-4EDA-8194-088208CF897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32" creationId="{3E8C4E90-5F8D-4D93-A689-7EBFE8EF0CB8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33" creationId="{900658E1-5E01-4D6C-B843-63DF90CBC9E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34" creationId="{723E0794-D86B-40B4-8164-43813B4E5AD8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36" creationId="{E145F721-9CD5-44CF-AC43-3F660EF019C9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37" creationId="{E7BFB566-3E75-4AAE-AF55-135AF6C8166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39" creationId="{C40ED5BF-A415-4C44-8B49-18C373211B7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40" creationId="{7C6292B0-2D99-4C9D-A78C-F575C71D2D63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42" creationId="{34508E43-4088-48D9-93C2-6E21F85F9739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43" creationId="{E7DADFBA-C940-4313-9672-3F0BC07C193C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44" creationId="{C7AA8AD1-0A8A-4027-852E-859117AC7BD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46" creationId="{5B52836C-FF5B-49C6-8967-A6AEBA2413D9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48" creationId="{621F3D1D-DB5D-4A87-828F-5AF972867431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49" creationId="{B6953659-45CA-4D83-9BA7-1DC9E8CFDAEF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51" creationId="{5294BFD1-F9C8-465E-BF8E-4BA61D242F7F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52" creationId="{CB8A6761-E088-418B-85F5-FEB43483EEAE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53" creationId="{DEFBCE49-C983-4F8A-A714-F492C126BF6D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54" creationId="{609D1697-1832-4FC6-92A7-295BF778D299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55" creationId="{2E6E5ADB-0AE9-4D1C-BA6B-9A598E86C7D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56" creationId="{09944606-2C5B-4FC9-AE36-47826BECA07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57" creationId="{61D45782-4A9D-4348-BCB4-766EE84BC49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59" creationId="{F683C5A8-B06C-4523-8A83-210F1D11E74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60" creationId="{1A43AE72-7C29-4DDF-BF0B-0B5998D1989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62" creationId="{52827864-3D4C-44D2-BB03-3052DF8BB0C8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63" creationId="{20FDD7F5-B25F-40DC-A153-9FA3DC03EFCC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64" creationId="{16187A3E-775A-40BC-9C6B-A51B4C5DF9AB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65" creationId="{A7CF35F2-C1FA-4D3B-B8B4-5B25C9E51530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66" creationId="{3733073C-F8BA-4D09-920B-1CDADE1E4991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68" creationId="{0CF84970-661D-44F0-BA9E-57353BA058E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70" creationId="{F139E891-CCD6-410D-8EBF-A8156A162C9A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72" creationId="{A8C5530F-4ADC-4A0D-A99E-E7B2537186CF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74" creationId="{2779B8F5-2E24-43F2-B4D3-0677C028E1A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75" creationId="{6BCD56AD-3E48-4584-AA27-B0CF740B68F6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77" creationId="{CD79F717-989A-41AD-8E91-8B0CD12E77CC}"/>
          </ac:inkMkLst>
        </pc:inkChg>
        <pc:inkChg chg="add mod">
          <ac:chgData name="VIkram Goyal" userId="4529b0165c9307b1" providerId="LiveId" clId="{697E15A4-21D4-47E2-9C79-C70DAE4A1DFB}" dt="2021-01-15T07:21:34.755" v="1604"/>
          <ac:inkMkLst>
            <pc:docMk/>
            <pc:sldMk cId="1591016579" sldId="266"/>
            <ac:inkMk id="278" creationId="{F03A65A9-17F5-4688-918E-B4545E522344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80" creationId="{71E7FF13-CC37-43F0-8B5D-864E4F4088CB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81" creationId="{31654E06-77BB-4B00-8015-4116BE09ABB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83" creationId="{E3173ED4-70A5-4D2A-973F-3327ABB9A317}"/>
          </ac:inkMkLst>
        </pc:inkChg>
        <pc:inkChg chg="add mod">
          <ac:chgData name="VIkram Goyal" userId="4529b0165c9307b1" providerId="LiveId" clId="{697E15A4-21D4-47E2-9C79-C70DAE4A1DFB}" dt="2021-01-15T07:21:39.624" v="1607"/>
          <ac:inkMkLst>
            <pc:docMk/>
            <pc:sldMk cId="1591016579" sldId="266"/>
            <ac:inkMk id="284" creationId="{42B75D64-AAF5-42C2-B35E-C1C7CAB92380}"/>
          </ac:inkMkLst>
        </pc:inkChg>
      </pc:sldChg>
      <pc:sldChg chg="addSp delSp modSp new del mod">
        <pc:chgData name="VIkram Goyal" userId="4529b0165c9307b1" providerId="LiveId" clId="{697E15A4-21D4-47E2-9C79-C70DAE4A1DFB}" dt="2022-01-19T06:23:23.650" v="6410" actId="47"/>
        <pc:sldMkLst>
          <pc:docMk/>
          <pc:sldMk cId="968449155" sldId="267"/>
        </pc:sldMkLst>
        <pc:grpChg chg="del mod">
          <ac:chgData name="VIkram Goyal" userId="4529b0165c9307b1" providerId="LiveId" clId="{697E15A4-21D4-47E2-9C79-C70DAE4A1DFB}" dt="2021-09-25T06:38:45.300" v="4860"/>
          <ac:grpSpMkLst>
            <pc:docMk/>
            <pc:sldMk cId="968449155" sldId="267"/>
            <ac:grpSpMk id="11" creationId="{8BF88641-8AB5-4674-A7C1-C165758DB5CF}"/>
          </ac:grpSpMkLst>
        </pc:grpChg>
        <pc:grpChg chg="del mod">
          <ac:chgData name="VIkram Goyal" userId="4529b0165c9307b1" providerId="LiveId" clId="{697E15A4-21D4-47E2-9C79-C70DAE4A1DFB}" dt="2021-09-25T06:39:32.769" v="4890"/>
          <ac:grpSpMkLst>
            <pc:docMk/>
            <pc:sldMk cId="968449155" sldId="267"/>
            <ac:grpSpMk id="22" creationId="{6215EC2F-87AD-4B08-8E65-7A0BDC08952C}"/>
          </ac:grpSpMkLst>
        </pc:grpChg>
        <pc:grpChg chg="del mod">
          <ac:chgData name="VIkram Goyal" userId="4529b0165c9307b1" providerId="LiveId" clId="{697E15A4-21D4-47E2-9C79-C70DAE4A1DFB}" dt="2021-09-25T06:40:26.102" v="4927"/>
          <ac:grpSpMkLst>
            <pc:docMk/>
            <pc:sldMk cId="968449155" sldId="267"/>
            <ac:grpSpMk id="36" creationId="{662E8C88-7B76-4ABC-92B7-F1FB11A730B7}"/>
          </ac:grpSpMkLst>
        </pc:grpChg>
        <pc:grpChg chg="del mod">
          <ac:chgData name="VIkram Goyal" userId="4529b0165c9307b1" providerId="LiveId" clId="{697E15A4-21D4-47E2-9C79-C70DAE4A1DFB}" dt="2021-09-25T06:40:26.102" v="4927"/>
          <ac:grpSpMkLst>
            <pc:docMk/>
            <pc:sldMk cId="968449155" sldId="267"/>
            <ac:grpSpMk id="39" creationId="{3DFE54EF-B335-4006-89F1-D122C6082C12}"/>
          </ac:grpSpMkLst>
        </pc:grpChg>
        <pc:grpChg chg="del mod">
          <ac:chgData name="VIkram Goyal" userId="4529b0165c9307b1" providerId="LiveId" clId="{697E15A4-21D4-47E2-9C79-C70DAE4A1DFB}" dt="2021-09-25T06:41:42.322" v="4971"/>
          <ac:grpSpMkLst>
            <pc:docMk/>
            <pc:sldMk cId="968449155" sldId="267"/>
            <ac:grpSpMk id="52" creationId="{652E2D53-D432-403B-A2E4-EAFA5B85E3A0}"/>
          </ac:grpSpMkLst>
        </pc:grpChg>
        <pc:grpChg chg="del mod">
          <ac:chgData name="VIkram Goyal" userId="4529b0165c9307b1" providerId="LiveId" clId="{697E15A4-21D4-47E2-9C79-C70DAE4A1DFB}" dt="2021-09-25T06:41:46.517" v="4973"/>
          <ac:grpSpMkLst>
            <pc:docMk/>
            <pc:sldMk cId="968449155" sldId="267"/>
            <ac:grpSpMk id="55" creationId="{922306A1-2BE1-40E6-BAA8-037286BC1E71}"/>
          </ac:grpSpMkLst>
        </pc:grpChg>
        <pc:grpChg chg="del mod">
          <ac:chgData name="VIkram Goyal" userId="4529b0165c9307b1" providerId="LiveId" clId="{697E15A4-21D4-47E2-9C79-C70DAE4A1DFB}" dt="2021-09-25T06:41:59.272" v="4989"/>
          <ac:grpSpMkLst>
            <pc:docMk/>
            <pc:sldMk cId="968449155" sldId="267"/>
            <ac:grpSpMk id="57" creationId="{6D9B3844-5E1D-4F74-8800-A50E1E3495DA}"/>
          </ac:grpSpMkLst>
        </pc:grpChg>
        <pc:grpChg chg="del mod">
          <ac:chgData name="VIkram Goyal" userId="4529b0165c9307b1" providerId="LiveId" clId="{697E15A4-21D4-47E2-9C79-C70DAE4A1DFB}" dt="2021-09-25T06:41:59.272" v="4989"/>
          <ac:grpSpMkLst>
            <pc:docMk/>
            <pc:sldMk cId="968449155" sldId="267"/>
            <ac:grpSpMk id="67" creationId="{9E9F41E3-712D-4C66-A94A-AFD833FC02DB}"/>
          </ac:grpSpMkLst>
        </pc:grpChg>
        <pc:grpChg chg="del mod">
          <ac:chgData name="VIkram Goyal" userId="4529b0165c9307b1" providerId="LiveId" clId="{697E15A4-21D4-47E2-9C79-C70DAE4A1DFB}" dt="2021-09-25T06:42:11.326" v="5008"/>
          <ac:grpSpMkLst>
            <pc:docMk/>
            <pc:sldMk cId="968449155" sldId="267"/>
            <ac:grpSpMk id="73" creationId="{297BE791-5C0E-4FFA-B721-73B872CA71CF}"/>
          </ac:grpSpMkLst>
        </pc:grpChg>
        <pc:grpChg chg="del mod">
          <ac:chgData name="VIkram Goyal" userId="4529b0165c9307b1" providerId="LiveId" clId="{697E15A4-21D4-47E2-9C79-C70DAE4A1DFB}" dt="2021-09-25T06:42:13.473" v="5011"/>
          <ac:grpSpMkLst>
            <pc:docMk/>
            <pc:sldMk cId="968449155" sldId="267"/>
            <ac:grpSpMk id="92" creationId="{566DBC1A-6C36-435F-89A8-574DDB139390}"/>
          </ac:grpSpMkLst>
        </pc:grpChg>
        <pc:grpChg chg="del mod">
          <ac:chgData name="VIkram Goyal" userId="4529b0165c9307b1" providerId="LiveId" clId="{697E15A4-21D4-47E2-9C79-C70DAE4A1DFB}" dt="2021-09-25T06:42:14.703" v="5013"/>
          <ac:grpSpMkLst>
            <pc:docMk/>
            <pc:sldMk cId="968449155" sldId="267"/>
            <ac:grpSpMk id="95" creationId="{551BE42F-F0FB-4311-A6E4-F0431B13D386}"/>
          </ac:grpSpMkLst>
        </pc:grpChg>
        <pc:grpChg chg="del mod">
          <ac:chgData name="VIkram Goyal" userId="4529b0165c9307b1" providerId="LiveId" clId="{697E15A4-21D4-47E2-9C79-C70DAE4A1DFB}" dt="2021-09-25T06:42:24.620" v="5033"/>
          <ac:grpSpMkLst>
            <pc:docMk/>
            <pc:sldMk cId="968449155" sldId="267"/>
            <ac:grpSpMk id="97" creationId="{2DD581EA-3E66-4085-A05E-2305ECE03DB6}"/>
          </ac:grpSpMkLst>
        </pc:grpChg>
        <pc:grpChg chg="del mod">
          <ac:chgData name="VIkram Goyal" userId="4529b0165c9307b1" providerId="LiveId" clId="{697E15A4-21D4-47E2-9C79-C70DAE4A1DFB}" dt="2021-09-25T06:42:20.192" v="5024"/>
          <ac:grpSpMkLst>
            <pc:docMk/>
            <pc:sldMk cId="968449155" sldId="267"/>
            <ac:grpSpMk id="108" creationId="{9A0099D1-34E9-44A5-B53F-B31D0CE88354}"/>
          </ac:grpSpMkLst>
        </pc:grpChg>
        <pc:grpChg chg="del mod">
          <ac:chgData name="VIkram Goyal" userId="4529b0165c9307b1" providerId="LiveId" clId="{697E15A4-21D4-47E2-9C79-C70DAE4A1DFB}" dt="2021-09-25T06:42:24.620" v="5033"/>
          <ac:grpSpMkLst>
            <pc:docMk/>
            <pc:sldMk cId="968449155" sldId="267"/>
            <ac:grpSpMk id="109" creationId="{7DB4B351-F097-47F3-AF1D-E080C4CC2462}"/>
          </ac:grpSpMkLst>
        </pc:grpChg>
        <pc:grpChg chg="del mod">
          <ac:chgData name="VIkram Goyal" userId="4529b0165c9307b1" providerId="LiveId" clId="{697E15A4-21D4-47E2-9C79-C70DAE4A1DFB}" dt="2021-09-25T06:42:28.230" v="5036"/>
          <ac:grpSpMkLst>
            <pc:docMk/>
            <pc:sldMk cId="968449155" sldId="267"/>
            <ac:grpSpMk id="118" creationId="{061B2B8E-C5B1-4284-9994-1100D8FDAD26}"/>
          </ac:grpSpMkLst>
        </pc:grpChg>
        <pc:grpChg chg="del mod">
          <ac:chgData name="VIkram Goyal" userId="4529b0165c9307b1" providerId="LiveId" clId="{697E15A4-21D4-47E2-9C79-C70DAE4A1DFB}" dt="2021-09-25T06:42:34.198" v="5038"/>
          <ac:grpSpMkLst>
            <pc:docMk/>
            <pc:sldMk cId="968449155" sldId="267"/>
            <ac:grpSpMk id="121" creationId="{EC146327-CF50-4311-B445-2BC1B9574428}"/>
          </ac:grpSpMkLst>
        </pc:grpChg>
        <pc:grpChg chg="del mod">
          <ac:chgData name="VIkram Goyal" userId="4529b0165c9307b1" providerId="LiveId" clId="{697E15A4-21D4-47E2-9C79-C70DAE4A1DFB}" dt="2021-09-25T06:42:39.711" v="5042"/>
          <ac:grpSpMkLst>
            <pc:docMk/>
            <pc:sldMk cId="968449155" sldId="267"/>
            <ac:grpSpMk id="123" creationId="{8A3D1CA2-5C17-43A7-BA84-5B357BACC73E}"/>
          </ac:grpSpMkLst>
        </pc:grpChg>
        <pc:grpChg chg="del mod">
          <ac:chgData name="VIkram Goyal" userId="4529b0165c9307b1" providerId="LiveId" clId="{697E15A4-21D4-47E2-9C79-C70DAE4A1DFB}" dt="2021-09-25T06:42:44.114" v="5046"/>
          <ac:grpSpMkLst>
            <pc:docMk/>
            <pc:sldMk cId="968449155" sldId="267"/>
            <ac:grpSpMk id="127" creationId="{4D406FC4-36FE-4DA4-A9FF-A53832D7B8C8}"/>
          </ac:grpSpMkLst>
        </pc:grpChg>
        <pc:grpChg chg="del mod">
          <ac:chgData name="VIkram Goyal" userId="4529b0165c9307b1" providerId="LiveId" clId="{697E15A4-21D4-47E2-9C79-C70DAE4A1DFB}" dt="2021-09-25T06:42:45.455" v="5049"/>
          <ac:grpSpMkLst>
            <pc:docMk/>
            <pc:sldMk cId="968449155" sldId="267"/>
            <ac:grpSpMk id="131" creationId="{937B1320-3F30-4694-B13C-898CCA264440}"/>
          </ac:grpSpMkLst>
        </pc:grpChg>
        <pc:grpChg chg="del mod">
          <ac:chgData name="VIkram Goyal" userId="4529b0165c9307b1" providerId="LiveId" clId="{697E15A4-21D4-47E2-9C79-C70DAE4A1DFB}" dt="2021-09-25T06:42:46.673" v="5052"/>
          <ac:grpSpMkLst>
            <pc:docMk/>
            <pc:sldMk cId="968449155" sldId="267"/>
            <ac:grpSpMk id="134" creationId="{7542360B-4C4B-4BD6-9730-74EE7DC5E81F}"/>
          </ac:grpSpMkLst>
        </pc:grpChg>
        <pc:grpChg chg="del mod">
          <ac:chgData name="VIkram Goyal" userId="4529b0165c9307b1" providerId="LiveId" clId="{697E15A4-21D4-47E2-9C79-C70DAE4A1DFB}" dt="2021-09-25T06:42:51.499" v="5056"/>
          <ac:grpSpMkLst>
            <pc:docMk/>
            <pc:sldMk cId="968449155" sldId="267"/>
            <ac:grpSpMk id="137" creationId="{6E0002E6-0234-4144-894B-08726A26E3F2}"/>
          </ac:grpSpMkLst>
        </pc:grpChg>
        <pc:grpChg chg="del mod">
          <ac:chgData name="VIkram Goyal" userId="4529b0165c9307b1" providerId="LiveId" clId="{697E15A4-21D4-47E2-9C79-C70DAE4A1DFB}" dt="2021-09-25T06:42:58.063" v="5066"/>
          <ac:grpSpMkLst>
            <pc:docMk/>
            <pc:sldMk cId="968449155" sldId="267"/>
            <ac:grpSpMk id="141" creationId="{A36F79E8-DA80-4524-AB24-668DF258B086}"/>
          </ac:grpSpMkLst>
        </pc:grpChg>
        <pc:grpChg chg="del mod">
          <ac:chgData name="VIkram Goyal" userId="4529b0165c9307b1" providerId="LiveId" clId="{697E15A4-21D4-47E2-9C79-C70DAE4A1DFB}" dt="2021-09-25T06:42:58.063" v="5066"/>
          <ac:grpSpMkLst>
            <pc:docMk/>
            <pc:sldMk cId="968449155" sldId="267"/>
            <ac:grpSpMk id="151" creationId="{3D55097D-7F0F-4E4A-BC50-311F0B30D897}"/>
          </ac:grpSpMkLst>
        </pc:grpChg>
        <pc:grpChg chg="mod">
          <ac:chgData name="VIkram Goyal" userId="4529b0165c9307b1" providerId="LiveId" clId="{697E15A4-21D4-47E2-9C79-C70DAE4A1DFB}" dt="2021-09-25T06:42:58.063" v="5066"/>
          <ac:grpSpMkLst>
            <pc:docMk/>
            <pc:sldMk cId="968449155" sldId="267"/>
            <ac:grpSpMk id="152" creationId="{448405CA-2CE0-4CE8-988D-B90711C4D7F2}"/>
          </ac:grpSpMkLst>
        </pc:grp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4" creationId="{B87B0D31-AC23-4F18-A8DB-8BB8C39FEA14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5" creationId="{F62639D7-64E5-44F8-A48C-DF0B047A26DE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6" creationId="{12116991-AF60-4D16-AEDF-F22B59779EDD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7" creationId="{B293A177-91B0-45C4-BBFE-7BC29103FC5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8" creationId="{A2589642-D268-4E56-8DD7-FA1891CEBA2E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9" creationId="{F1F0AD72-9707-4264-B6FD-91993B1010B0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0" creationId="{934F2A4D-006C-40EA-8361-C7797393504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2" creationId="{6A5A75E2-A75C-4910-90E3-FC96A63A3F5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3" creationId="{51DA1F4B-5E9F-4D83-B95E-A3AC2DF8259D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4" creationId="{8EE1FF1D-C217-4443-8113-102DE849B85A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5" creationId="{F08125CA-C843-4A7B-9A36-BDCAEF8692B6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6" creationId="{03C40CD9-10D6-4E61-B9C0-B3ED024DD193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7" creationId="{2111E03F-96B9-48ED-82DB-B3FA744DCD0C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8" creationId="{80DB2CF0-CAD0-4DA4-844F-B05B2547641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9" creationId="{A9B9E242-82EF-4530-87DA-3CF3FDC7E01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20" creationId="{C2306C04-0422-4083-9CBF-3D4D457D6E79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21" creationId="{31FF1458-A2C0-4868-9077-AF595C523BEC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23" creationId="{7D92306E-63A9-41EB-87FE-C5616F0B167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24" creationId="{EA1B7D1C-322F-43BB-B968-529693BE906A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25" creationId="{D541EC2C-02B6-4F15-BDA3-0156AAAD7FEB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26" creationId="{700EA90D-58C1-4FA8-8C64-4E1F3B0BC53B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27" creationId="{65AFB711-35A3-4F36-97E3-2B50E94EE25F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28" creationId="{AC4AC9B2-10AF-42C5-A29E-26D9D30E0D59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29" creationId="{EDC8E4C4-F1BC-4E9E-9CE5-8D554FCDD22D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30" creationId="{9669D8B0-C137-4753-A7C6-2DCF3D8806F2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31" creationId="{96300ABB-B639-4B84-A22F-55A1AA892623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32" creationId="{D3EED4A1-8E0C-4479-87CA-8669D74D9BD6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33" creationId="{6C4DDC4E-2C93-441B-8FBF-387556C4B83E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34" creationId="{9F96E9BF-93C4-450E-9C33-90E48ED23E34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35" creationId="{00EDF73C-1618-44ED-BEE0-E1DB83A33415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37" creationId="{304BC200-65D0-416D-95C0-06659F98AEEF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38" creationId="{10174405-734E-4FBD-9486-2AD7F38B2DD6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40" creationId="{E9628BC9-649B-4908-9CFF-40C12E1DB914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41" creationId="{6E75E41C-8605-4CA8-A8DE-55CC77DC2B2E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42" creationId="{ECA77F42-2ABA-4D1A-9AA2-8F8E9B261D30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43" creationId="{3710D473-79C9-4E2B-A631-95DDC6136E3B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44" creationId="{11A426DA-C67C-4001-9B0A-714E17B684B6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45" creationId="{4D55E1D9-25FB-4BF8-B73B-54E22E9864CA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46" creationId="{FCCAE159-A675-450F-87EE-0485AE50DCC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47" creationId="{FE1D4217-FC63-4E5F-A1F3-9C0CB068BF3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48" creationId="{21134CD5-6F0A-481F-AC4D-A1F48D62267A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49" creationId="{CB2EBBF0-3686-46D3-A9A5-34DDFB0004EF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50" creationId="{B90FA815-B2A0-4AE8-ACB2-06DB3C03EE46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51" creationId="{3688C5C4-0D8B-49D7-BE91-FA6874354CBD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53" creationId="{4CEB77C1-7581-4BF2-BAFF-45F33C4E1CE5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54" creationId="{F5EA3906-980E-45B7-A0CC-9CBA83624F9B}"/>
          </ac:inkMkLst>
        </pc:inkChg>
        <pc:inkChg chg="add mod">
          <ac:chgData name="VIkram Goyal" userId="4529b0165c9307b1" providerId="LiveId" clId="{697E15A4-21D4-47E2-9C79-C70DAE4A1DFB}" dt="2021-09-25T06:41:59.272" v="4989"/>
          <ac:inkMkLst>
            <pc:docMk/>
            <pc:sldMk cId="968449155" sldId="267"/>
            <ac:inkMk id="56" creationId="{FF69E250-9827-43DB-9C9E-D38209F16ADC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58" creationId="{F50D76DC-10C6-4FC0-9B99-B9CEE9F03E3D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59" creationId="{A4A7AB95-7AB2-4023-9F65-B9AEC9BE3366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60" creationId="{B217054D-CEF4-4975-81A6-478D093DF54F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61" creationId="{7F707901-43F8-4D42-B7DA-2AEF07C01C97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62" creationId="{830A74B5-00CA-42D3-B7D4-DAB25885B0F5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63" creationId="{85550962-5CC4-4815-B097-C137B2A9835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64" creationId="{E5216B9C-30F3-4828-894C-E1AB3FEF9407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65" creationId="{A54FFD56-6075-41D2-916F-010D0C131569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66" creationId="{8CE32103-2574-44BB-A2CF-087286821ECF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68" creationId="{B6EC7479-C603-4BD1-8D21-63760B6186C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69" creationId="{8890A92E-0E03-43A4-91DD-162DF93E3BE3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70" creationId="{4EB8C6B0-374A-400F-BDAB-2811312B6F82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71" creationId="{4A1AD7BE-FB5A-45E2-9043-75257E739AFD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72" creationId="{65DBC824-2A8E-424C-A212-394250DEB81E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74" creationId="{62294AA6-43C8-4168-9F0E-C6D10C4ED127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75" creationId="{DE01ECBB-BE8F-4069-BF91-19286140960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76" creationId="{0449167C-CEF4-442C-8E31-0281F23208C0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77" creationId="{31657742-F462-4B13-86F3-709066BD1AE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78" creationId="{80BF1BCD-CE93-4AAA-8606-48887E46790D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79" creationId="{85DDDA57-D637-4EC2-813D-F36DC682C0BA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80" creationId="{F4A97768-7ACF-4A4D-BC18-77261F94FAAF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81" creationId="{86F51069-F539-4686-A2C9-FE531BE795E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82" creationId="{48D8C31C-609E-4112-9389-D57A798ED841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83" creationId="{E26787B9-B807-499A-8E26-5289459D5C32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84" creationId="{BE1FDEF2-0A08-45D8-91A5-390551DF7A4C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85" creationId="{BB35AD32-977B-46E7-92CA-317E609624B0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86" creationId="{57F83788-A210-4531-80AF-69A5A00F57E7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87" creationId="{E7D0F7D9-DA92-42A6-9DED-11E0BCDBF23B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88" creationId="{A47AFAF2-3F8C-46E6-A1F9-8CF8CF44B5F2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89" creationId="{46788509-B8B8-4120-9FCA-047E39862DAD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90" creationId="{2021BFB8-B5D6-4E40-88D9-AF26108187EB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91" creationId="{A9AF2DEF-022C-40A3-96F1-61731CBA052B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93" creationId="{14D6B234-E999-4557-A84F-A88E80C168CB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94" creationId="{E36FCEDF-09FA-41DF-9481-63EBC7A7B83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96" creationId="{A2AE28D0-654A-4917-B59E-1C2153E88C15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98" creationId="{627D3A6D-28F8-49F7-BE7D-A5CF632D39B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99" creationId="{324C5246-FA24-46EA-8E2B-FABD2C0A6AFD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00" creationId="{2356F6C9-86EB-450D-A203-778A30DAD3A3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01" creationId="{748C2BDE-6FFC-4EB5-B03B-57AA4B541352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02" creationId="{372E0CD2-2BEC-40E4-8EF0-73C3227730C6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03" creationId="{1BD4E713-1B26-474D-A0BE-3DCD5383BED4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04" creationId="{651B88C0-D187-44FD-BE70-30EB812F679B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05" creationId="{C7857936-355A-4F9B-A9E0-08BAACD98C5B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06" creationId="{CBB91BBD-1160-4444-BE13-28BCF983AD8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07" creationId="{010C7CFD-C40B-4A63-9C98-1309EF222AD6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10" creationId="{BDDFF60D-E8A3-4051-9895-E3DF05178805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11" creationId="{D3721602-7B8B-4A72-8E3B-0361550FBDCC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12" creationId="{E8403690-85AD-409D-A98B-7BA1C493C7CA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13" creationId="{E55DF3BB-BD62-44B6-8CE6-C2F31F3C89C5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14" creationId="{4BD5A516-7BE1-4DD9-B372-49D6178783BF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15" creationId="{A2ADFE8F-05D8-49C8-8F66-9AD8D405B937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16" creationId="{894BE1B5-341D-46CE-8938-D589E9804EB6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17" creationId="{81CE3C5A-AD8B-46D0-83A1-CA739FA432EE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19" creationId="{05019A71-3BD1-4254-8634-C8B271A1BDA6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20" creationId="{3C1E5485-254E-40F2-8FE4-E9C3E9388AB2}"/>
          </ac:inkMkLst>
        </pc:inkChg>
        <pc:inkChg chg="add mod">
          <ac:chgData name="VIkram Goyal" userId="4529b0165c9307b1" providerId="LiveId" clId="{697E15A4-21D4-47E2-9C79-C70DAE4A1DFB}" dt="2021-09-25T06:42:39.711" v="5042"/>
          <ac:inkMkLst>
            <pc:docMk/>
            <pc:sldMk cId="968449155" sldId="267"/>
            <ac:inkMk id="122" creationId="{F7ADCC88-4512-4E20-94E2-4CB386E2E2F0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24" creationId="{AAC3F315-37CC-4B04-A210-D2F69410D067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25" creationId="{0A844F68-D7D5-4D19-8B6A-B4EE2426D40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26" creationId="{D7635AB6-9FF8-40F5-9CF6-72DA351A8B35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28" creationId="{1A387137-BA80-49FB-8518-E0619B79AACC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29" creationId="{36D87C8F-BFB1-4B62-B385-FB70F1AE20DB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30" creationId="{3DF381C6-639F-464B-AE80-821A11487184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32" creationId="{0A679EB4-E29C-4ED4-A76D-67B7FEDB2E08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33" creationId="{64F9DB68-66AE-4BE5-982E-D51B27BAE39A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35" creationId="{E0331E3F-0526-4CD6-B21D-20B861F67EC2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36" creationId="{4EF8DD2B-6354-4F37-B8AD-880EB132076D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38" creationId="{73E4A1AA-EC93-4227-9051-74A70E805889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39" creationId="{623768A5-3A39-4A0E-B400-943AD794F09C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40" creationId="{ECFCA1C2-9CA9-4940-96D7-797D587466E1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42" creationId="{6BB91F76-1E81-4D7A-B859-2117CF60484B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43" creationId="{278DD349-2FD0-41B4-BF18-31BB9ED0809C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44" creationId="{8E276E6D-046B-4217-B132-36B673E358FA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45" creationId="{C059B832-387B-4580-80F5-E483131C68AB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46" creationId="{0A9E4DE1-6B36-4196-983F-C155B8EA1632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47" creationId="{94509757-FC2F-41AA-A906-B1750DB4C63F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48" creationId="{8F9FD2BB-2761-4FBA-9B80-F9FB3D57971A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49" creationId="{75905C1C-F385-496E-8039-D111E7985726}"/>
          </ac:inkMkLst>
        </pc:inkChg>
        <pc:inkChg chg="add mod">
          <ac:chgData name="VIkram Goyal" userId="4529b0165c9307b1" providerId="LiveId" clId="{697E15A4-21D4-47E2-9C79-C70DAE4A1DFB}" dt="2021-09-25T06:42:58.063" v="5066"/>
          <ac:inkMkLst>
            <pc:docMk/>
            <pc:sldMk cId="968449155" sldId="267"/>
            <ac:inkMk id="150" creationId="{C2E2D261-FA31-4469-BD0D-3AF1D2F061AA}"/>
          </ac:inkMkLst>
        </pc:inkChg>
      </pc:sldChg>
      <pc:sldChg chg="addSp delSp modSp new del mod">
        <pc:chgData name="VIkram Goyal" userId="4529b0165c9307b1" providerId="LiveId" clId="{697E15A4-21D4-47E2-9C79-C70DAE4A1DFB}" dt="2021-09-25T05:05:53.318" v="4351" actId="47"/>
        <pc:sldMkLst>
          <pc:docMk/>
          <pc:sldMk cId="2770096750" sldId="267"/>
        </pc:sldMkLst>
        <pc:grpChg chg="del mod">
          <ac:chgData name="VIkram Goyal" userId="4529b0165c9307b1" providerId="LiveId" clId="{697E15A4-21D4-47E2-9C79-C70DAE4A1DFB}" dt="2021-01-15T07:22:18.781" v="1616"/>
          <ac:grpSpMkLst>
            <pc:docMk/>
            <pc:sldMk cId="2770096750" sldId="267"/>
            <ac:grpSpMk id="4" creationId="{8B71A552-FFAE-4297-B919-78B1A245DAE6}"/>
          </ac:grpSpMkLst>
        </pc:grpChg>
        <pc:grpChg chg="del mod">
          <ac:chgData name="VIkram Goyal" userId="4529b0165c9307b1" providerId="LiveId" clId="{697E15A4-21D4-47E2-9C79-C70DAE4A1DFB}" dt="2021-01-15T07:22:19.303" v="1618"/>
          <ac:grpSpMkLst>
            <pc:docMk/>
            <pc:sldMk cId="2770096750" sldId="267"/>
            <ac:grpSpMk id="9" creationId="{6F003647-92DF-4AD2-9C2E-B672A21914E8}"/>
          </ac:grpSpMkLst>
        </pc:grpChg>
        <pc:grpChg chg="del mod">
          <ac:chgData name="VIkram Goyal" userId="4529b0165c9307b1" providerId="LiveId" clId="{697E15A4-21D4-47E2-9C79-C70DAE4A1DFB}" dt="2021-01-15T07:22:36.058" v="1621"/>
          <ac:grpSpMkLst>
            <pc:docMk/>
            <pc:sldMk cId="2770096750" sldId="267"/>
            <ac:grpSpMk id="11" creationId="{B1A9E21B-A205-425C-8B0F-DB9431452211}"/>
          </ac:grpSpMkLst>
        </pc:grpChg>
        <pc:grpChg chg="del mod">
          <ac:chgData name="VIkram Goyal" userId="4529b0165c9307b1" providerId="LiveId" clId="{697E15A4-21D4-47E2-9C79-C70DAE4A1DFB}" dt="2021-01-15T07:22:39.719" v="1624"/>
          <ac:grpSpMkLst>
            <pc:docMk/>
            <pc:sldMk cId="2770096750" sldId="267"/>
            <ac:grpSpMk id="14" creationId="{F58E4D9A-39A5-4559-A4FD-5DC59B2CCCB1}"/>
          </ac:grpSpMkLst>
        </pc:grpChg>
        <pc:grpChg chg="del mod">
          <ac:chgData name="VIkram Goyal" userId="4529b0165c9307b1" providerId="LiveId" clId="{697E15A4-21D4-47E2-9C79-C70DAE4A1DFB}" dt="2021-01-15T07:24:55.104" v="1702"/>
          <ac:grpSpMkLst>
            <pc:docMk/>
            <pc:sldMk cId="2770096750" sldId="267"/>
            <ac:grpSpMk id="17" creationId="{AA4617C3-8E35-47F8-82AB-42E1E499B585}"/>
          </ac:grpSpMkLst>
        </pc:grpChg>
        <pc:grpChg chg="del mod">
          <ac:chgData name="VIkram Goyal" userId="4529b0165c9307b1" providerId="LiveId" clId="{697E15A4-21D4-47E2-9C79-C70DAE4A1DFB}" dt="2021-01-15T07:24:23.508" v="1686"/>
          <ac:grpSpMkLst>
            <pc:docMk/>
            <pc:sldMk cId="2770096750" sldId="267"/>
            <ac:grpSpMk id="25" creationId="{6D2E0242-1AAC-4565-8E62-6F45E7AE97D0}"/>
          </ac:grpSpMkLst>
        </pc:grpChg>
        <pc:grpChg chg="del mod">
          <ac:chgData name="VIkram Goyal" userId="4529b0165c9307b1" providerId="LiveId" clId="{697E15A4-21D4-47E2-9C79-C70DAE4A1DFB}" dt="2021-01-15T07:24:23.508" v="1686"/>
          <ac:grpSpMkLst>
            <pc:docMk/>
            <pc:sldMk cId="2770096750" sldId="267"/>
            <ac:grpSpMk id="26" creationId="{C7D83D7A-8EDD-41EA-B1BE-E082C96BB385}"/>
          </ac:grpSpMkLst>
        </pc:grpChg>
        <pc:grpChg chg="del mod">
          <ac:chgData name="VIkram Goyal" userId="4529b0165c9307b1" providerId="LiveId" clId="{697E15A4-21D4-47E2-9C79-C70DAE4A1DFB}" dt="2021-01-15T07:25:16.741" v="1710"/>
          <ac:grpSpMkLst>
            <pc:docMk/>
            <pc:sldMk cId="2770096750" sldId="267"/>
            <ac:grpSpMk id="30" creationId="{ABF43FE1-FF47-446A-9C81-37BCD23B808F}"/>
          </ac:grpSpMkLst>
        </pc:grpChg>
        <pc:grpChg chg="del mod">
          <ac:chgData name="VIkram Goyal" userId="4529b0165c9307b1" providerId="LiveId" clId="{697E15A4-21D4-47E2-9C79-C70DAE4A1DFB}" dt="2021-01-15T07:23:23.380" v="1642"/>
          <ac:grpSpMkLst>
            <pc:docMk/>
            <pc:sldMk cId="2770096750" sldId="267"/>
            <ac:grpSpMk id="33" creationId="{4C2EFBE6-DF9F-4587-91E6-06FAF8680F32}"/>
          </ac:grpSpMkLst>
        </pc:grpChg>
        <pc:grpChg chg="del mod">
          <ac:chgData name="VIkram Goyal" userId="4529b0165c9307b1" providerId="LiveId" clId="{697E15A4-21D4-47E2-9C79-C70DAE4A1DFB}" dt="2021-01-15T07:24:23.508" v="1686"/>
          <ac:grpSpMkLst>
            <pc:docMk/>
            <pc:sldMk cId="2770096750" sldId="267"/>
            <ac:grpSpMk id="36" creationId="{AEF706A5-F7E4-4DA6-B82D-5C50B50A5306}"/>
          </ac:grpSpMkLst>
        </pc:grpChg>
        <pc:grpChg chg="del mod">
          <ac:chgData name="VIkram Goyal" userId="4529b0165c9307b1" providerId="LiveId" clId="{697E15A4-21D4-47E2-9C79-C70DAE4A1DFB}" dt="2021-01-15T07:23:52.123" v="1661"/>
          <ac:grpSpMkLst>
            <pc:docMk/>
            <pc:sldMk cId="2770096750" sldId="267"/>
            <ac:grpSpMk id="51" creationId="{1BEB8481-BFE4-4F48-B30D-C6623C4B680D}"/>
          </ac:grpSpMkLst>
        </pc:grpChg>
        <pc:grpChg chg="del mod">
          <ac:chgData name="VIkram Goyal" userId="4529b0165c9307b1" providerId="LiveId" clId="{697E15A4-21D4-47E2-9C79-C70DAE4A1DFB}" dt="2021-01-15T07:23:52.123" v="1661"/>
          <ac:grpSpMkLst>
            <pc:docMk/>
            <pc:sldMk cId="2770096750" sldId="267"/>
            <ac:grpSpMk id="52" creationId="{89CD5E3B-EC3C-4B97-91B1-56999E67F03A}"/>
          </ac:grpSpMkLst>
        </pc:grpChg>
        <pc:grpChg chg="del mod">
          <ac:chgData name="VIkram Goyal" userId="4529b0165c9307b1" providerId="LiveId" clId="{697E15A4-21D4-47E2-9C79-C70DAE4A1DFB}" dt="2021-01-15T07:23:52.123" v="1661"/>
          <ac:grpSpMkLst>
            <pc:docMk/>
            <pc:sldMk cId="2770096750" sldId="267"/>
            <ac:grpSpMk id="53" creationId="{735BF00E-A682-47C6-9C0E-89F9AEE7F589}"/>
          </ac:grpSpMkLst>
        </pc:grpChg>
        <pc:grpChg chg="del mod">
          <ac:chgData name="VIkram Goyal" userId="4529b0165c9307b1" providerId="LiveId" clId="{697E15A4-21D4-47E2-9C79-C70DAE4A1DFB}" dt="2021-01-15T07:23:52.123" v="1661"/>
          <ac:grpSpMkLst>
            <pc:docMk/>
            <pc:sldMk cId="2770096750" sldId="267"/>
            <ac:grpSpMk id="54" creationId="{CE5E3F18-0E05-4081-97E7-61776FC9057C}"/>
          </ac:grpSpMkLst>
        </pc:grpChg>
        <pc:grpChg chg="del mod">
          <ac:chgData name="VIkram Goyal" userId="4529b0165c9307b1" providerId="LiveId" clId="{697E15A4-21D4-47E2-9C79-C70DAE4A1DFB}" dt="2021-01-15T07:25:16.741" v="1710"/>
          <ac:grpSpMkLst>
            <pc:docMk/>
            <pc:sldMk cId="2770096750" sldId="267"/>
            <ac:grpSpMk id="58" creationId="{7CCB6A82-53B4-413D-874C-A4FC17930FB1}"/>
          </ac:grpSpMkLst>
        </pc:grpChg>
        <pc:grpChg chg="del mod">
          <ac:chgData name="VIkram Goyal" userId="4529b0165c9307b1" providerId="LiveId" clId="{697E15A4-21D4-47E2-9C79-C70DAE4A1DFB}" dt="2021-01-15T07:24:08.083" v="1671"/>
          <ac:grpSpMkLst>
            <pc:docMk/>
            <pc:sldMk cId="2770096750" sldId="267"/>
            <ac:grpSpMk id="66" creationId="{F9C5AA52-D199-4EAD-BF72-C9AC3464A1EC}"/>
          </ac:grpSpMkLst>
        </pc:grpChg>
        <pc:grpChg chg="del mod">
          <ac:chgData name="VIkram Goyal" userId="4529b0165c9307b1" providerId="LiveId" clId="{697E15A4-21D4-47E2-9C79-C70DAE4A1DFB}" dt="2021-01-15T07:24:12.315" v="1679"/>
          <ac:grpSpMkLst>
            <pc:docMk/>
            <pc:sldMk cId="2770096750" sldId="267"/>
            <ac:grpSpMk id="68" creationId="{ECEFD5AB-93A2-4AA5-9FE6-CE49509CC883}"/>
          </ac:grpSpMkLst>
        </pc:grpChg>
        <pc:grpChg chg="del mod">
          <ac:chgData name="VIkram Goyal" userId="4529b0165c9307b1" providerId="LiveId" clId="{697E15A4-21D4-47E2-9C79-C70DAE4A1DFB}" dt="2021-01-15T07:24:15.260" v="1681"/>
          <ac:grpSpMkLst>
            <pc:docMk/>
            <pc:sldMk cId="2770096750" sldId="267"/>
            <ac:grpSpMk id="76" creationId="{7706C927-370C-4DF5-AE2B-8639F9D5DBFF}"/>
          </ac:grpSpMkLst>
        </pc:grpChg>
        <pc:grpChg chg="del mod">
          <ac:chgData name="VIkram Goyal" userId="4529b0165c9307b1" providerId="LiveId" clId="{697E15A4-21D4-47E2-9C79-C70DAE4A1DFB}" dt="2021-01-15T07:24:59.057" v="1704"/>
          <ac:grpSpMkLst>
            <pc:docMk/>
            <pc:sldMk cId="2770096750" sldId="267"/>
            <ac:grpSpMk id="78" creationId="{9286F104-5174-4FB6-8877-0526D3DB7502}"/>
          </ac:grpSpMkLst>
        </pc:grpChg>
        <pc:grpChg chg="del mod">
          <ac:chgData name="VIkram Goyal" userId="4529b0165c9307b1" providerId="LiveId" clId="{697E15A4-21D4-47E2-9C79-C70DAE4A1DFB}" dt="2021-01-15T07:25:03.132" v="1707"/>
          <ac:grpSpMkLst>
            <pc:docMk/>
            <pc:sldMk cId="2770096750" sldId="267"/>
            <ac:grpSpMk id="83" creationId="{B0398C86-B3A3-424A-B7E2-A6D5D7691041}"/>
          </ac:grpSpMkLst>
        </pc:grpChg>
        <pc:grpChg chg="del mod">
          <ac:chgData name="VIkram Goyal" userId="4529b0165c9307b1" providerId="LiveId" clId="{697E15A4-21D4-47E2-9C79-C70DAE4A1DFB}" dt="2021-01-15T07:25:16.741" v="1710"/>
          <ac:grpSpMkLst>
            <pc:docMk/>
            <pc:sldMk cId="2770096750" sldId="267"/>
            <ac:grpSpMk id="99" creationId="{871EF377-22D2-4E72-A121-EFFF64B8C71A}"/>
          </ac:grpSpMkLst>
        </pc:grpChg>
        <pc:grpChg chg="del mod">
          <ac:chgData name="VIkram Goyal" userId="4529b0165c9307b1" providerId="LiveId" clId="{697E15A4-21D4-47E2-9C79-C70DAE4A1DFB}" dt="2021-01-15T07:25:16.741" v="1710"/>
          <ac:grpSpMkLst>
            <pc:docMk/>
            <pc:sldMk cId="2770096750" sldId="267"/>
            <ac:grpSpMk id="101" creationId="{D4B2FA00-7DB3-416E-A932-323BAD27D46D}"/>
          </ac:grpSpMkLst>
        </pc:grpChg>
        <pc:grpChg chg="del mod">
          <ac:chgData name="VIkram Goyal" userId="4529b0165c9307b1" providerId="LiveId" clId="{697E15A4-21D4-47E2-9C79-C70DAE4A1DFB}" dt="2021-01-15T07:25:16.741" v="1710"/>
          <ac:grpSpMkLst>
            <pc:docMk/>
            <pc:sldMk cId="2770096750" sldId="267"/>
            <ac:grpSpMk id="104" creationId="{8AD78318-865C-473D-8EE3-5A0891525D61}"/>
          </ac:grpSpMkLst>
        </pc:grpChg>
        <pc:grpChg chg="del mod">
          <ac:chgData name="VIkram Goyal" userId="4529b0165c9307b1" providerId="LiveId" clId="{697E15A4-21D4-47E2-9C79-C70DAE4A1DFB}" dt="2021-01-15T07:25:18.202" v="1713"/>
          <ac:grpSpMkLst>
            <pc:docMk/>
            <pc:sldMk cId="2770096750" sldId="267"/>
            <ac:grpSpMk id="107" creationId="{1B0A5C40-304A-4236-93DA-137E6646DD1F}"/>
          </ac:grpSpMkLst>
        </pc:grpChg>
        <pc:grpChg chg="del mod">
          <ac:chgData name="VIkram Goyal" userId="4529b0165c9307b1" providerId="LiveId" clId="{697E15A4-21D4-47E2-9C79-C70DAE4A1DFB}" dt="2021-01-15T07:25:33.488" v="1737"/>
          <ac:grpSpMkLst>
            <pc:docMk/>
            <pc:sldMk cId="2770096750" sldId="267"/>
            <ac:grpSpMk id="110" creationId="{AF595336-CD84-40EA-A427-287A423BF0EE}"/>
          </ac:grpSpMkLst>
        </pc:grpChg>
        <pc:grpChg chg="del mod">
          <ac:chgData name="VIkram Goyal" userId="4529b0165c9307b1" providerId="LiveId" clId="{697E15A4-21D4-47E2-9C79-C70DAE4A1DFB}" dt="2021-01-15T07:25:47.269" v="1753"/>
          <ac:grpSpMkLst>
            <pc:docMk/>
            <pc:sldMk cId="2770096750" sldId="267"/>
            <ac:grpSpMk id="134" creationId="{D9635335-A00E-46F7-8109-6C5932CE5EC2}"/>
          </ac:grpSpMkLst>
        </pc:grpChg>
        <pc:grpChg chg="del mod">
          <ac:chgData name="VIkram Goyal" userId="4529b0165c9307b1" providerId="LiveId" clId="{697E15A4-21D4-47E2-9C79-C70DAE4A1DFB}" dt="2021-01-15T07:25:39.838" v="1742"/>
          <ac:grpSpMkLst>
            <pc:docMk/>
            <pc:sldMk cId="2770096750" sldId="267"/>
            <ac:grpSpMk id="137" creationId="{1C98C5E9-F6DF-456C-A67D-CC432D3A7450}"/>
          </ac:grpSpMkLst>
        </pc:grpChg>
        <pc:grpChg chg="del mod">
          <ac:chgData name="VIkram Goyal" userId="4529b0165c9307b1" providerId="LiveId" clId="{697E15A4-21D4-47E2-9C79-C70DAE4A1DFB}" dt="2021-01-15T07:25:47.269" v="1753"/>
          <ac:grpSpMkLst>
            <pc:docMk/>
            <pc:sldMk cId="2770096750" sldId="267"/>
            <ac:grpSpMk id="139" creationId="{D7E243A5-8E83-4735-87E5-CB5177C743B9}"/>
          </ac:grpSpMkLst>
        </pc:grpChg>
        <pc:grpChg chg="del mod">
          <ac:chgData name="VIkram Goyal" userId="4529b0165c9307b1" providerId="LiveId" clId="{697E15A4-21D4-47E2-9C79-C70DAE4A1DFB}" dt="2021-01-15T07:26:04.582" v="1782"/>
          <ac:grpSpMkLst>
            <pc:docMk/>
            <pc:sldMk cId="2770096750" sldId="267"/>
            <ac:grpSpMk id="150" creationId="{ACCF9928-2C1A-4F29-BBD2-C2DB35EDA166}"/>
          </ac:grpSpMkLst>
        </pc:grpChg>
        <pc:grpChg chg="del mod">
          <ac:chgData name="VIkram Goyal" userId="4529b0165c9307b1" providerId="LiveId" clId="{697E15A4-21D4-47E2-9C79-C70DAE4A1DFB}" dt="2021-01-15T07:26:04.582" v="1782"/>
          <ac:grpSpMkLst>
            <pc:docMk/>
            <pc:sldMk cId="2770096750" sldId="267"/>
            <ac:grpSpMk id="179" creationId="{2601D054-AE3C-4D9A-8571-8C11373DD5F8}"/>
          </ac:grpSpMkLst>
        </pc:grpChg>
        <pc:grpChg chg="mod">
          <ac:chgData name="VIkram Goyal" userId="4529b0165c9307b1" providerId="LiveId" clId="{697E15A4-21D4-47E2-9C79-C70DAE4A1DFB}" dt="2021-01-15T07:26:04.582" v="1782"/>
          <ac:grpSpMkLst>
            <pc:docMk/>
            <pc:sldMk cId="2770096750" sldId="267"/>
            <ac:grpSpMk id="180" creationId="{12238C3F-F15B-4D31-AD76-B546C029948B}"/>
          </ac:grpSpMkLst>
        </pc:grp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2" creationId="{CDEA418C-E1FD-4168-984D-578ACF5C7B35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3" creationId="{E397A75D-B39C-45C7-B5CB-CAA10FBD5603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5" creationId="{47394679-D59B-4576-8B5A-2570D46CC269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6" creationId="{0340E149-3BF3-42FE-9BCB-8C65CF1EE2A4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7" creationId="{EDFF06F4-508D-483F-92A8-3AC52928DB7E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8" creationId="{359DE9B6-6DDE-4618-91FD-B51173F9EACA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10" creationId="{A9657436-DED0-4096-9D03-67DA4FD009A2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12" creationId="{A17A5E09-EB8D-4978-ACEB-951798925B78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13" creationId="{A57E628B-F4A1-4124-9F15-F0F7D4504C73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15" creationId="{8084C93D-A9FA-4230-B2C4-24A8BB3ED82A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16" creationId="{A71750F7-5119-42E6-8A40-32634B4B24C6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18" creationId="{937764EA-1077-46EF-B73D-4C69CDDF1E2A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19" creationId="{1D18B5D4-2634-4A31-92D9-B1D4DB260C5C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20" creationId="{36ABB708-E2A1-4484-AD54-1B7E220CAD3F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21" creationId="{699C8324-FC64-4EA7-991B-309788FCBC8F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22" creationId="{A24EDA06-98B6-4DA7-97A8-DB43765A7713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23" creationId="{53D724FA-14F7-4A27-903F-1B798702C88C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24" creationId="{55549EC5-D670-4E11-968E-5FD4CB7A9A5F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27" creationId="{852B759F-EB09-49C0-847C-D7C2CFDE11C7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28" creationId="{DDE0BB5A-76B4-456A-B1A5-BBDBAA67879A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29" creationId="{273E3C1F-7176-42A5-BDB9-95F23F49C28C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31" creationId="{1B1494CF-1F65-47C9-BEA6-97EA16F6EB48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32" creationId="{9E59F78C-8024-4E6C-8255-799E1E50B3F5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34" creationId="{4F0ED590-BBE8-482E-9A32-3611BDD1B8B5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35" creationId="{8AA00050-5D48-441C-85C5-CBB9E943EC73}"/>
          </ac:inkMkLst>
        </pc:inkChg>
        <pc:inkChg chg="add">
          <ac:chgData name="VIkram Goyal" userId="4529b0165c9307b1" providerId="LiveId" clId="{697E15A4-21D4-47E2-9C79-C70DAE4A1DFB}" dt="2021-01-15T07:23:32.009" v="1643" actId="9405"/>
          <ac:inkMkLst>
            <pc:docMk/>
            <pc:sldMk cId="2770096750" sldId="267"/>
            <ac:inkMk id="37" creationId="{7D004476-4442-4F10-8CF1-3CED1CE9CD80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38" creationId="{95228B3B-79C0-41A0-9CD6-69ABD5810162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39" creationId="{BCA8B14D-3FF1-43B9-B0E8-ED82C213107C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40" creationId="{074F9C21-80E8-47AF-A50E-9669786E8132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41" creationId="{14A8019C-9817-42FD-9CE6-3BD57119F9E1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42" creationId="{67664BA0-C8E2-4D86-AB34-24182AD50D1E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43" creationId="{0411E5B9-10C4-4DBD-88C5-756A5E309CC6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44" creationId="{B4C43773-0A7D-4587-8D4E-339A2F4D455D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45" creationId="{0E607670-F027-4593-96DB-E2E4E264AA81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46" creationId="{8E4FA406-EBD5-4DB7-8B16-5994645FAEF2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47" creationId="{2D5E4FD3-22F5-49DA-8588-F8EF24ADF35A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48" creationId="{7D41D64B-EAC5-4356-A14B-F9755C4D9B0F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49" creationId="{1DCB7A01-CAA9-46B5-97B5-B95C8EA11C6E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50" creationId="{8463CE42-3025-47B7-BA06-BDA93EC8492C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55" creationId="{1CB4D9D6-DF2A-46C9-A3F4-6CE67A2435B7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56" creationId="{9B0E1E97-8ABC-46CA-BEA6-214CEF1AAA47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57" creationId="{0BD9C7A7-0E16-4FA2-8E0B-524D739320DF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59" creationId="{C3F762AE-4300-49AE-BBC8-28F53BDF1231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60" creationId="{CB3216C3-2CE9-4939-9D1C-8ADB51005759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61" creationId="{7187408F-DCAA-4E56-BE98-482398CD557C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62" creationId="{1EF60FD0-FAAF-4628-BD41-6B8D745395AB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63" creationId="{0B5EF8E7-EE7C-448C-BD2A-3932927ADA3D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64" creationId="{3CFA1F63-0F99-427D-A06C-8F3F1B9AFB99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65" creationId="{C4BBFD54-96A5-4BB1-AFA1-3D0E7E6650DA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67" creationId="{4CED651A-89DF-4771-B6A5-774E5467CB65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69" creationId="{8704DB4B-73C6-44EB-A913-14EA5FF1CCAA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70" creationId="{9BC8054D-092D-41D9-B8E8-556168EEEF55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71" creationId="{50D1A5F1-82C8-4A38-992D-AAB51ABBA4CA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72" creationId="{82E42131-89B1-4390-8808-2FFE3A19D821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73" creationId="{E2340B83-A6C2-4D6D-8EAD-631C7558B2F0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74" creationId="{C95F4AF9-4A0B-4575-985F-7C4AFD744A3E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75" creationId="{CE7D2B10-920D-4765-A015-719FB2EC5689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77" creationId="{8BE60AE6-549F-4E70-ABE2-BA8F4DB009DD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79" creationId="{48606E5B-4455-43AA-A410-F1023B44AB64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80" creationId="{46848C8B-E40C-46CB-AC04-45D79B70273B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81" creationId="{E431A1A3-86E5-42C7-9079-95F7C729F303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82" creationId="{C67166FC-6600-4A07-8BEB-4BB78ED96B15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84" creationId="{03D7D2F1-D3AF-4954-B714-30E7DA66740D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85" creationId="{5EF97149-13E0-4FC1-BA65-B8002C7B7DCB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86" creationId="{5E441F22-F061-483B-BDBA-04955C76D311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87" creationId="{57C3F718-0AFF-47B2-B574-D60FE1273457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88" creationId="{44EEC6A1-077E-4406-B792-153801353D1D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89" creationId="{EEC906E7-354D-4070-A9BE-C8E852901DCC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90" creationId="{74823D96-B080-47AF-8811-2AB1FF3C178E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91" creationId="{4C07F0A4-1CDF-4928-B6AD-E4CAE5AB5951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92" creationId="{A2F6476C-8814-48FC-A9D9-D78268D2623D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93" creationId="{1246D745-BD95-48DD-B730-A64B0F752AFB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94" creationId="{4E599571-D713-4F92-B3D7-A6A229B67D80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95" creationId="{8AD10667-61D9-47EC-B8A7-CF263644465F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96" creationId="{FFC34B5D-CC85-44E2-AD38-30C422ABA29B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97" creationId="{82137C91-0DCA-428B-8D93-C1AA88204FB0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98" creationId="{3C54A907-EE38-4DE5-9E55-C15B82CB72E2}"/>
          </ac:inkMkLst>
        </pc:inkChg>
        <pc:inkChg chg="add mod">
          <ac:chgData name="VIkram Goyal" userId="4529b0165c9307b1" providerId="LiveId" clId="{697E15A4-21D4-47E2-9C79-C70DAE4A1DFB}" dt="2021-01-15T07:25:16.741" v="1710"/>
          <ac:inkMkLst>
            <pc:docMk/>
            <pc:sldMk cId="2770096750" sldId="267"/>
            <ac:inkMk id="100" creationId="{1103F424-E8CA-4CB8-A710-668023C60FBE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102" creationId="{9D336E3A-5CAA-4EB2-A26A-7DA2C003DB33}"/>
          </ac:inkMkLst>
        </pc:inkChg>
        <pc:inkChg chg="add mod">
          <ac:chgData name="VIkram Goyal" userId="4529b0165c9307b1" providerId="LiveId" clId="{697E15A4-21D4-47E2-9C79-C70DAE4A1DFB}" dt="2021-01-15T07:25:18.202" v="1713"/>
          <ac:inkMkLst>
            <pc:docMk/>
            <pc:sldMk cId="2770096750" sldId="267"/>
            <ac:inkMk id="103" creationId="{13963104-AAD2-4E83-A4E1-807E331DB1D8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05" creationId="{96D420D0-3234-4D21-AD35-6A6C83C296A7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06" creationId="{3606080B-53ED-44B2-B2BA-43CCC138AD58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08" creationId="{B25A9CBD-9A79-434A-8F32-ED59F23C5905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09" creationId="{63EA3F4E-07A7-4033-AA73-26D0750AC335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11" creationId="{90961820-0504-4B85-A67F-AC7BB7DA1A98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12" creationId="{44739ACD-C21C-49C7-A1BD-F200CC0DE670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13" creationId="{B7A31574-A462-4EC6-BF89-19655ACD37B0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14" creationId="{A42C85D9-FFC3-482B-82BB-FD01FA9C47F7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15" creationId="{D89AEE72-9309-460B-A843-EC9A9F7AD20C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16" creationId="{AEF39C38-18E4-4EB6-9264-B91E3E4A59F1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17" creationId="{103D64E0-CC38-4700-ABFB-6278CB675999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18" creationId="{D79AE012-1234-4737-B19C-D0E62468A697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19" creationId="{187700C1-F857-42F6-A181-ACDAF1DF4BD0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20" creationId="{A0996F9D-6B6A-4ABE-8DB1-E067B8532061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21" creationId="{B7B12EA4-1274-46B5-83A8-CE81C17FF33C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22" creationId="{441CA45E-3907-4F5E-9F90-C412904D0B68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23" creationId="{96A7270D-F528-4FC5-ABFB-FE8FCEA0F231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24" creationId="{282476E6-0E24-4AD7-AB01-D1C2FBF4A51D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25" creationId="{FFE6F00C-827A-4116-9552-A870035060FA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26" creationId="{278A9C7F-3FE8-4619-ADC2-3FFC057D7286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27" creationId="{2B614073-0622-48CB-ABB9-F6174E1779A8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28" creationId="{3FB01740-4275-4701-8C83-C3F1BC17EA1D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29" creationId="{C5E630D6-9E23-49BE-83E4-B8ACD432E9BD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30" creationId="{8ACA6F76-D16A-4F41-B221-DF8863031282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31" creationId="{9119EAB8-5E41-4812-8F3D-D3C3C2A2A2B2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32" creationId="{B2651359-9030-4408-9DFF-A68063BE5BFF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33" creationId="{BAE9D87C-3441-45D0-842A-F1D8E8788CFC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35" creationId="{5B55B8BA-7BD7-4655-BF2A-2998DA800C7F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36" creationId="{AE34BCA0-FD2D-4CB8-992A-6BF9823C6450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38" creationId="{AA7B6DE5-A561-45B5-B370-1AB075DC4B2D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40" creationId="{241F06D8-4F3F-4714-A643-7F7101B24DE8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41" creationId="{87B64E13-1F6B-48AD-955A-D7304559AD19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42" creationId="{90D9450B-2F69-431D-A3D2-130DB5FC57FA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43" creationId="{09D53828-6227-4C74-A32C-265D7BAE783C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44" creationId="{54C603FD-4A1F-4500-91AD-E6DFBEF322A0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45" creationId="{9BCC2448-C3B2-4590-BC8E-96D2E28F0701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46" creationId="{E9C39984-8FB1-4853-9AF1-C8B89CB894A1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47" creationId="{427AC9FB-5FE2-4E10-BB87-A373AB92B6D7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48" creationId="{B02A1957-3339-46E2-858A-B98F4B1E8D5D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49" creationId="{C7C4A283-A2B7-489E-9F6D-14A8A5201BDC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51" creationId="{E60F7D62-BE65-481C-8D39-DCCFD99C5202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52" creationId="{AC0CFC64-9B68-4FA6-997A-94B3D86A2D57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53" creationId="{FB375AF5-E1A2-43AA-AEA3-501960C074BA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54" creationId="{7066AE5B-FA55-4560-8D8D-79069127FE82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55" creationId="{B83445DF-77D2-4EE5-8483-55787F962335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56" creationId="{6B60252B-EDB6-4900-84CA-36C47EE089F6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57" creationId="{30E49C73-EEF0-4C20-8D50-574DE69189AD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58" creationId="{961328D0-A65F-470D-9A17-775E9FABE2C1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59" creationId="{22602D50-C682-4AE6-B1D5-0980FC46CDA2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60" creationId="{239B5FE0-92CC-486F-A4D1-D134196345B0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61" creationId="{BC1D771A-3998-463E-AF13-2F8CBACBDEA9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62" creationId="{9D4274C1-6292-4F28-9BD3-099EC25D8481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63" creationId="{ECE6E45D-7D58-4775-B70E-1382258E1C98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64" creationId="{C7AD263A-BE11-40BC-8D1F-FB0AC7494957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65" creationId="{C7C4B1EF-BBFF-4185-BA95-57601DDF38AF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66" creationId="{729A95DC-6521-4644-974F-6A8F7CD895D5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67" creationId="{2A2B9AFE-AF1B-493B-A7A5-DFD6AAE9157A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68" creationId="{4EE80AA0-A478-4BDC-B13D-F849005FBAFB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69" creationId="{80244820-8110-40E6-A7A1-6A02002817AF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70" creationId="{89CD65E2-FFB9-4B4D-A8D6-2C572FD89385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71" creationId="{A0AB694D-4521-469E-8469-2D0C871CA207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72" creationId="{1A99C4EA-C2EE-435B-B779-E62B122665E5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73" creationId="{124E10E3-7ABE-466C-BA1D-CAA4CBCADA34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74" creationId="{DA24A742-75DC-4FE1-B372-B462DEDEFF45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75" creationId="{2A74A6B8-D4A7-4CC4-9F50-B8286019C3A0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76" creationId="{15781A0D-E612-455A-AF74-3AF0BDD44BD5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77" creationId="{B32667B2-758B-4DE8-B468-24868E7270DA}"/>
          </ac:inkMkLst>
        </pc:inkChg>
        <pc:inkChg chg="add mod">
          <ac:chgData name="VIkram Goyal" userId="4529b0165c9307b1" providerId="LiveId" clId="{697E15A4-21D4-47E2-9C79-C70DAE4A1DFB}" dt="2021-01-15T07:26:04.582" v="1782"/>
          <ac:inkMkLst>
            <pc:docMk/>
            <pc:sldMk cId="2770096750" sldId="267"/>
            <ac:inkMk id="178" creationId="{7972C104-008F-447E-A59F-2E419A5D6AE9}"/>
          </ac:inkMkLst>
        </pc:inkChg>
      </pc:sldChg>
      <pc:sldChg chg="addSp delSp modSp new del mod">
        <pc:chgData name="VIkram Goyal" userId="4529b0165c9307b1" providerId="LiveId" clId="{697E15A4-21D4-47E2-9C79-C70DAE4A1DFB}" dt="2021-09-25T05:05:54.451" v="4352" actId="47"/>
        <pc:sldMkLst>
          <pc:docMk/>
          <pc:sldMk cId="953880039" sldId="268"/>
        </pc:sldMkLst>
        <pc:grpChg chg="del mod">
          <ac:chgData name="VIkram Goyal" userId="4529b0165c9307b1" providerId="LiveId" clId="{697E15A4-21D4-47E2-9C79-C70DAE4A1DFB}" dt="2021-01-15T07:26:16.552" v="1794"/>
          <ac:grpSpMkLst>
            <pc:docMk/>
            <pc:sldMk cId="953880039" sldId="268"/>
            <ac:grpSpMk id="8" creationId="{FEE1D46B-5377-456B-9FBA-EFD4D53F52A1}"/>
          </ac:grpSpMkLst>
        </pc:grpChg>
        <pc:grpChg chg="del mod">
          <ac:chgData name="VIkram Goyal" userId="4529b0165c9307b1" providerId="LiveId" clId="{697E15A4-21D4-47E2-9C79-C70DAE4A1DFB}" dt="2021-01-15T07:26:19.079" v="1799"/>
          <ac:grpSpMkLst>
            <pc:docMk/>
            <pc:sldMk cId="953880039" sldId="268"/>
            <ac:grpSpMk id="12" creationId="{65D01931-AA78-4B6B-A1DC-AB51C73D8FB9}"/>
          </ac:grpSpMkLst>
        </pc:grpChg>
        <pc:grpChg chg="del mod">
          <ac:chgData name="VIkram Goyal" userId="4529b0165c9307b1" providerId="LiveId" clId="{697E15A4-21D4-47E2-9C79-C70DAE4A1DFB}" dt="2021-01-15T07:26:19.612" v="1801"/>
          <ac:grpSpMkLst>
            <pc:docMk/>
            <pc:sldMk cId="953880039" sldId="268"/>
            <ac:grpSpMk id="17" creationId="{2E8D5C85-F5C8-4B6B-9797-FE9F3ED60838}"/>
          </ac:grpSpMkLst>
        </pc:grpChg>
        <pc:grpChg chg="del mod">
          <ac:chgData name="VIkram Goyal" userId="4529b0165c9307b1" providerId="LiveId" clId="{697E15A4-21D4-47E2-9C79-C70DAE4A1DFB}" dt="2021-01-15T07:26:28.056" v="1815"/>
          <ac:grpSpMkLst>
            <pc:docMk/>
            <pc:sldMk cId="953880039" sldId="268"/>
            <ac:grpSpMk id="19" creationId="{3E41FE15-48C5-47F8-9A06-434966884902}"/>
          </ac:grpSpMkLst>
        </pc:grpChg>
        <pc:grpChg chg="del mod">
          <ac:chgData name="VIkram Goyal" userId="4529b0165c9307b1" providerId="LiveId" clId="{697E15A4-21D4-47E2-9C79-C70DAE4A1DFB}" dt="2021-01-15T07:26:28.056" v="1815"/>
          <ac:grpSpMkLst>
            <pc:docMk/>
            <pc:sldMk cId="953880039" sldId="268"/>
            <ac:grpSpMk id="31" creationId="{F0225937-AC43-4ECA-9C6C-0B8E9C6F415E}"/>
          </ac:grpSpMkLst>
        </pc:grpChg>
        <pc:grpChg chg="del mod">
          <ac:chgData name="VIkram Goyal" userId="4529b0165c9307b1" providerId="LiveId" clId="{697E15A4-21D4-47E2-9C79-C70DAE4A1DFB}" dt="2021-01-15T07:26:28.056" v="1815"/>
          <ac:grpSpMkLst>
            <pc:docMk/>
            <pc:sldMk cId="953880039" sldId="268"/>
            <ac:grpSpMk id="32" creationId="{BE3D0072-C719-4127-81F8-644C809B6434}"/>
          </ac:grpSpMkLst>
        </pc:grpChg>
        <pc:grpChg chg="del mod">
          <ac:chgData name="VIkram Goyal" userId="4529b0165c9307b1" providerId="LiveId" clId="{697E15A4-21D4-47E2-9C79-C70DAE4A1DFB}" dt="2021-01-15T07:26:34.419" v="1823"/>
          <ac:grpSpMkLst>
            <pc:docMk/>
            <pc:sldMk cId="953880039" sldId="268"/>
            <ac:grpSpMk id="34" creationId="{D819D178-4570-43ED-9433-5A27CE38A605}"/>
          </ac:grpSpMkLst>
        </pc:grpChg>
        <pc:grpChg chg="del mod">
          <ac:chgData name="VIkram Goyal" userId="4529b0165c9307b1" providerId="LiveId" clId="{697E15A4-21D4-47E2-9C79-C70DAE4A1DFB}" dt="2021-01-15T07:26:34.419" v="1823"/>
          <ac:grpSpMkLst>
            <pc:docMk/>
            <pc:sldMk cId="953880039" sldId="268"/>
            <ac:grpSpMk id="42" creationId="{05A34F5D-75EF-4FE0-B3BA-FE86E3F82239}"/>
          </ac:grpSpMkLst>
        </pc:grpChg>
        <pc:grpChg chg="del mod">
          <ac:chgData name="VIkram Goyal" userId="4529b0165c9307b1" providerId="LiveId" clId="{697E15A4-21D4-47E2-9C79-C70DAE4A1DFB}" dt="2021-01-15T07:26:34.419" v="1823"/>
          <ac:grpSpMkLst>
            <pc:docMk/>
            <pc:sldMk cId="953880039" sldId="268"/>
            <ac:grpSpMk id="43" creationId="{A679D265-6690-44A6-BFD1-5B80904FAD17}"/>
          </ac:grpSpMkLst>
        </pc:grpChg>
        <pc:grpChg chg="del mod">
          <ac:chgData name="VIkram Goyal" userId="4529b0165c9307b1" providerId="LiveId" clId="{697E15A4-21D4-47E2-9C79-C70DAE4A1DFB}" dt="2021-01-15T07:26:36.763" v="1825"/>
          <ac:grpSpMkLst>
            <pc:docMk/>
            <pc:sldMk cId="953880039" sldId="268"/>
            <ac:grpSpMk id="44" creationId="{9080BDE9-57DB-41F3-81C3-701A7DA99820}"/>
          </ac:grpSpMkLst>
        </pc:grpChg>
        <pc:grpChg chg="mod">
          <ac:chgData name="VIkram Goyal" userId="4529b0165c9307b1" providerId="LiveId" clId="{697E15A4-21D4-47E2-9C79-C70DAE4A1DFB}" dt="2021-01-15T07:26:36.763" v="1825"/>
          <ac:grpSpMkLst>
            <pc:docMk/>
            <pc:sldMk cId="953880039" sldId="268"/>
            <ac:grpSpMk id="46" creationId="{BE1CE347-9398-4160-86E7-2D9F31DD3889}"/>
          </ac:grpSpMkLst>
        </pc:grpChg>
        <pc:grpChg chg="del mod">
          <ac:chgData name="VIkram Goyal" userId="4529b0165c9307b1" providerId="LiveId" clId="{697E15A4-21D4-47E2-9C79-C70DAE4A1DFB}" dt="2021-01-15T07:26:52.467" v="1843"/>
          <ac:grpSpMkLst>
            <pc:docMk/>
            <pc:sldMk cId="953880039" sldId="268"/>
            <ac:grpSpMk id="50" creationId="{7514ADCB-4619-4D7F-92FA-1B66E3064220}"/>
          </ac:grpSpMkLst>
        </pc:grpChg>
        <pc:grpChg chg="del mod">
          <ac:chgData name="VIkram Goyal" userId="4529b0165c9307b1" providerId="LiveId" clId="{697E15A4-21D4-47E2-9C79-C70DAE4A1DFB}" dt="2021-01-15T07:26:52.467" v="1843"/>
          <ac:grpSpMkLst>
            <pc:docMk/>
            <pc:sldMk cId="953880039" sldId="268"/>
            <ac:grpSpMk id="56" creationId="{AC3A6E70-C31A-4F07-89CA-35028F256F87}"/>
          </ac:grpSpMkLst>
        </pc:grpChg>
        <pc:grpChg chg="del mod">
          <ac:chgData name="VIkram Goyal" userId="4529b0165c9307b1" providerId="LiveId" clId="{697E15A4-21D4-47E2-9C79-C70DAE4A1DFB}" dt="2021-01-15T07:26:54.573" v="1845"/>
          <ac:grpSpMkLst>
            <pc:docMk/>
            <pc:sldMk cId="953880039" sldId="268"/>
            <ac:grpSpMk id="64" creationId="{48330BC2-1030-4657-8C7D-2D24C4410AC3}"/>
          </ac:grpSpMkLst>
        </pc:grpChg>
        <pc:grpChg chg="del mod">
          <ac:chgData name="VIkram Goyal" userId="4529b0165c9307b1" providerId="LiveId" clId="{697E15A4-21D4-47E2-9C79-C70DAE4A1DFB}" dt="2021-01-15T07:27:27.771" v="1870"/>
          <ac:grpSpMkLst>
            <pc:docMk/>
            <pc:sldMk cId="953880039" sldId="268"/>
            <ac:grpSpMk id="66" creationId="{9B363DB2-DBB5-4EE0-AEE6-E57BCD684E6A}"/>
          </ac:grpSpMkLst>
        </pc:grpChg>
        <pc:grpChg chg="del mod">
          <ac:chgData name="VIkram Goyal" userId="4529b0165c9307b1" providerId="LiveId" clId="{697E15A4-21D4-47E2-9C79-C70DAE4A1DFB}" dt="2021-01-15T07:27:05.148" v="1850"/>
          <ac:grpSpMkLst>
            <pc:docMk/>
            <pc:sldMk cId="953880039" sldId="268"/>
            <ac:grpSpMk id="71" creationId="{77A4BC31-06B7-44D3-862E-83030EC1DEB7}"/>
          </ac:grpSpMkLst>
        </pc:grpChg>
        <pc:grpChg chg="del mod">
          <ac:chgData name="VIkram Goyal" userId="4529b0165c9307b1" providerId="LiveId" clId="{697E15A4-21D4-47E2-9C79-C70DAE4A1DFB}" dt="2021-01-15T07:27:27.771" v="1870"/>
          <ac:grpSpMkLst>
            <pc:docMk/>
            <pc:sldMk cId="953880039" sldId="268"/>
            <ac:grpSpMk id="72" creationId="{A0A885F8-D640-4D0F-9688-245CC54D5E71}"/>
          </ac:grpSpMkLst>
        </pc:grpChg>
        <pc:grpChg chg="del mod">
          <ac:chgData name="VIkram Goyal" userId="4529b0165c9307b1" providerId="LiveId" clId="{697E15A4-21D4-47E2-9C79-C70DAE4A1DFB}" dt="2021-01-15T07:27:27.771" v="1870"/>
          <ac:grpSpMkLst>
            <pc:docMk/>
            <pc:sldMk cId="953880039" sldId="268"/>
            <ac:grpSpMk id="76" creationId="{192C5399-78B1-4405-83A5-490D61D7F4ED}"/>
          </ac:grpSpMkLst>
        </pc:grpChg>
        <pc:grpChg chg="del mod">
          <ac:chgData name="VIkram Goyal" userId="4529b0165c9307b1" providerId="LiveId" clId="{697E15A4-21D4-47E2-9C79-C70DAE4A1DFB}" dt="2021-01-15T07:27:27.771" v="1870"/>
          <ac:grpSpMkLst>
            <pc:docMk/>
            <pc:sldMk cId="953880039" sldId="268"/>
            <ac:grpSpMk id="81" creationId="{B45AB176-B4BE-4D80-BE4E-B0A6507609A4}"/>
          </ac:grpSpMkLst>
        </pc:grpChg>
        <pc:grpChg chg="del mod">
          <ac:chgData name="VIkram Goyal" userId="4529b0165c9307b1" providerId="LiveId" clId="{697E15A4-21D4-47E2-9C79-C70DAE4A1DFB}" dt="2021-01-15T07:27:27.771" v="1870"/>
          <ac:grpSpMkLst>
            <pc:docMk/>
            <pc:sldMk cId="953880039" sldId="268"/>
            <ac:grpSpMk id="85" creationId="{2B8D1CC8-BBD9-463E-950C-6C0FDF97DB43}"/>
          </ac:grpSpMkLst>
        </pc:grpChg>
        <pc:grpChg chg="del mod">
          <ac:chgData name="VIkram Goyal" userId="4529b0165c9307b1" providerId="LiveId" clId="{697E15A4-21D4-47E2-9C79-C70DAE4A1DFB}" dt="2021-01-15T07:27:27.771" v="1870"/>
          <ac:grpSpMkLst>
            <pc:docMk/>
            <pc:sldMk cId="953880039" sldId="268"/>
            <ac:grpSpMk id="92" creationId="{443DBB98-4AC8-45B0-A37B-B2975C25EE5F}"/>
          </ac:grpSpMkLst>
        </pc:grpChg>
        <pc:grpChg chg="del mod">
          <ac:chgData name="VIkram Goyal" userId="4529b0165c9307b1" providerId="LiveId" clId="{697E15A4-21D4-47E2-9C79-C70DAE4A1DFB}" dt="2021-01-15T07:27:29.710" v="1872"/>
          <ac:grpSpMkLst>
            <pc:docMk/>
            <pc:sldMk cId="953880039" sldId="268"/>
            <ac:grpSpMk id="93" creationId="{9ECB7119-3051-4D05-9397-9FF6D88CA04D}"/>
          </ac:grpSpMkLst>
        </pc:grpChg>
        <pc:grpChg chg="del mod">
          <ac:chgData name="VIkram Goyal" userId="4529b0165c9307b1" providerId="LiveId" clId="{697E15A4-21D4-47E2-9C79-C70DAE4A1DFB}" dt="2021-01-15T07:27:37.331" v="1887"/>
          <ac:grpSpMkLst>
            <pc:docMk/>
            <pc:sldMk cId="953880039" sldId="268"/>
            <ac:grpSpMk id="95" creationId="{51942E83-610F-445B-BE11-96D8DD28AD52}"/>
          </ac:grpSpMkLst>
        </pc:grpChg>
        <pc:grpChg chg="del mod">
          <ac:chgData name="VIkram Goyal" userId="4529b0165c9307b1" providerId="LiveId" clId="{697E15A4-21D4-47E2-9C79-C70DAE4A1DFB}" dt="2021-01-15T07:27:37.331" v="1887"/>
          <ac:grpSpMkLst>
            <pc:docMk/>
            <pc:sldMk cId="953880039" sldId="268"/>
            <ac:grpSpMk id="102" creationId="{2C997B8F-C814-48DE-93D9-AE6B5AC9F22E}"/>
          </ac:grpSpMkLst>
        </pc:grpChg>
        <pc:grpChg chg="del mod">
          <ac:chgData name="VIkram Goyal" userId="4529b0165c9307b1" providerId="LiveId" clId="{697E15A4-21D4-47E2-9C79-C70DAE4A1DFB}" dt="2021-01-15T07:27:42.092" v="1890"/>
          <ac:grpSpMkLst>
            <pc:docMk/>
            <pc:sldMk cId="953880039" sldId="268"/>
            <ac:grpSpMk id="110" creationId="{B3C7A0B0-715F-4EF4-8F72-285CD24D7CC1}"/>
          </ac:grpSpMkLst>
        </pc:grpChg>
        <pc:grpChg chg="mod">
          <ac:chgData name="VIkram Goyal" userId="4529b0165c9307b1" providerId="LiveId" clId="{697E15A4-21D4-47E2-9C79-C70DAE4A1DFB}" dt="2021-01-15T07:27:42.092" v="1890"/>
          <ac:grpSpMkLst>
            <pc:docMk/>
            <pc:sldMk cId="953880039" sldId="268"/>
            <ac:grpSpMk id="112" creationId="{34A3E1F6-F4DA-464D-BB10-9882C907E681}"/>
          </ac:grpSpMkLst>
        </pc:grpChg>
        <pc:grpChg chg="mod">
          <ac:chgData name="VIkram Goyal" userId="4529b0165c9307b1" providerId="LiveId" clId="{697E15A4-21D4-47E2-9C79-C70DAE4A1DFB}" dt="2021-01-15T07:27:51.838" v="1904"/>
          <ac:grpSpMkLst>
            <pc:docMk/>
            <pc:sldMk cId="953880039" sldId="268"/>
            <ac:grpSpMk id="126" creationId="{2227B3E6-AD21-4AFB-91D6-F01F6D68F755}"/>
          </ac:grpSpMkLst>
        </pc:grpChg>
        <pc:grpChg chg="mod">
          <ac:chgData name="VIkram Goyal" userId="4529b0165c9307b1" providerId="LiveId" clId="{697E15A4-21D4-47E2-9C79-C70DAE4A1DFB}" dt="2021-01-15T07:27:51.838" v="1904"/>
          <ac:grpSpMkLst>
            <pc:docMk/>
            <pc:sldMk cId="953880039" sldId="268"/>
            <ac:grpSpMk id="127" creationId="{746A7E9C-6843-428D-8C61-80F853BFA6EC}"/>
          </ac:grpSpMkLst>
        </pc:grpChg>
        <pc:grpChg chg="mod">
          <ac:chgData name="VIkram Goyal" userId="4529b0165c9307b1" providerId="LiveId" clId="{697E15A4-21D4-47E2-9C79-C70DAE4A1DFB}" dt="2021-01-15T07:27:51.838" v="1904"/>
          <ac:grpSpMkLst>
            <pc:docMk/>
            <pc:sldMk cId="953880039" sldId="268"/>
            <ac:grpSpMk id="128" creationId="{A06B46EB-9C6C-42DA-9F18-CDE370CDAAD1}"/>
          </ac:grpSpMkLst>
        </pc:grpChg>
        <pc:grpChg chg="mod">
          <ac:chgData name="VIkram Goyal" userId="4529b0165c9307b1" providerId="LiveId" clId="{697E15A4-21D4-47E2-9C79-C70DAE4A1DFB}" dt="2021-01-15T07:27:55.843" v="1909"/>
          <ac:grpSpMkLst>
            <pc:docMk/>
            <pc:sldMk cId="953880039" sldId="268"/>
            <ac:grpSpMk id="133" creationId="{4BA92D02-D680-4A57-9E72-F93108DA6C2C}"/>
          </ac:grpSpMkLst>
        </pc:grpChg>
        <pc:grpChg chg="mod">
          <ac:chgData name="VIkram Goyal" userId="4529b0165c9307b1" providerId="LiveId" clId="{697E15A4-21D4-47E2-9C79-C70DAE4A1DFB}" dt="2021-01-15T07:27:58.671" v="1913"/>
          <ac:grpSpMkLst>
            <pc:docMk/>
            <pc:sldMk cId="953880039" sldId="268"/>
            <ac:grpSpMk id="137" creationId="{BA93F266-2388-43BF-9915-881473306E48}"/>
          </ac:grpSpMkLst>
        </pc:grp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2" creationId="{84F7684E-4E0D-4437-B0FD-EE7C8F377A12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3" creationId="{FFF72C84-47BC-4CD5-8237-8A60A9349D14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4" creationId="{FD692315-1BFC-4928-BCE4-8695DE1246F9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5" creationId="{167CE2FC-EEE6-4EED-AF20-50E181FC0D8B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6" creationId="{FF8A7096-5DE5-4041-B935-60B40ABEAF8B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7" creationId="{3D0CDB44-8FA3-4A1F-9741-25E60FDCC041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9" creationId="{A1380637-3F19-4D7A-9FDD-13E8E033B7D3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10" creationId="{04BF9855-9765-4141-B6F4-A1B18700C980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11" creationId="{D0E27DB0-D2D2-4078-9A97-F496555D33C3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13" creationId="{D0F98F21-3EBB-4831-993E-91DB24A96072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14" creationId="{7FEADCCF-EE56-43B9-BDB1-F2E44927F583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15" creationId="{DC421F99-6CB8-438C-A437-833B889C1228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16" creationId="{3B01F657-94D9-4D6C-A235-B91F49ED7124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18" creationId="{D67DBD87-3387-4179-82CD-CDE6897C4AD0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20" creationId="{EB8E7FA1-490A-4F9B-BE94-14924C58D726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21" creationId="{547DD109-56C3-4B5D-8A0E-6056A8027A44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22" creationId="{CA6C3C13-5AD8-479B-8F94-06CE3A2130C9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23" creationId="{63419508-3340-48F2-A707-A8AACE0D0478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24" creationId="{39E1D2E8-3F2D-4FBF-AE36-C1BDEA56410F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25" creationId="{2AB4A22D-13C6-49C2-AE4C-8A8A0E7F09C8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26" creationId="{A1AB9EB4-055F-458A-9ADA-E5075D6433AF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27" creationId="{C198D2B0-BC1C-4549-B879-E5DAC84DE6DC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28" creationId="{29AA1C49-E231-44EF-B673-FFB46B3DFB1A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29" creationId="{285F75C0-439B-4970-BF81-0929427CECBF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30" creationId="{19DEE5F4-7C0F-4FEE-96A2-BA550AC10CEF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33" creationId="{B195E7F1-AD17-4973-89B6-127E5CCBC8B3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35" creationId="{682839BD-FC9B-4EA9-A002-829EACBFDB30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36" creationId="{53180EF6-FE61-4AE4-8EF8-2B40A09D0226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37" creationId="{A9E01524-6FEC-4E23-A9DB-AB81259B06D7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38" creationId="{9D89EE60-EE61-4001-8024-83CD5079B76D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39" creationId="{41A6460C-387A-40F6-9025-2E9FF027FDF8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40" creationId="{DED096AB-D81C-4B2C-97BB-CDA4B39F9B05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41" creationId="{DC5072FD-9175-4CD2-B6F4-23E6D68876DA}"/>
          </ac:inkMkLst>
        </pc:inkChg>
        <pc:inkChg chg="add mod">
          <ac:chgData name="VIkram Goyal" userId="4529b0165c9307b1" providerId="LiveId" clId="{697E15A4-21D4-47E2-9C79-C70DAE4A1DFB}" dt="2021-01-15T07:26:36.763" v="1825"/>
          <ac:inkMkLst>
            <pc:docMk/>
            <pc:sldMk cId="953880039" sldId="268"/>
            <ac:inkMk id="45" creationId="{9E5C107E-1D66-400C-A241-07138F7AC076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47" creationId="{BC6A3BA7-AF88-4D6D-9E82-B6CAA9163369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48" creationId="{A024036B-4525-4EB3-A113-B1EAD3FF6B3B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49" creationId="{D2B7DCEA-4A9F-47E8-A1CC-D870ABC08A05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51" creationId="{BE17AA3E-EF62-4BA7-B572-67B8E31824AB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52" creationId="{2C2958B0-973A-4B07-B680-F45E7F7D7519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53" creationId="{897727E4-D30B-4773-85D7-0405AD2F2495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54" creationId="{8754E5F1-E519-40A0-99C4-C372DE371B78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55" creationId="{512B33E9-1B4D-4CA6-8F50-F29886EA0FDD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57" creationId="{CDE06BFE-0400-4995-986E-FBC07DC57B6F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58" creationId="{248B1A58-16D8-4AFF-86E8-1BAA3B7BB627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59" creationId="{D70B4C4B-B12C-4ADE-B80F-75A94B2DA457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60" creationId="{0E707607-39E2-4D23-8848-DAC8C0545409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61" creationId="{B0209C49-1CE7-4FB1-851A-C0838A20338F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62" creationId="{48EFD44A-B1CE-4D6E-984E-26035DE810A6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63" creationId="{C319D90F-FB36-4DC7-B8A5-0DCEB51B11F0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65" creationId="{D86DE34C-1DE1-4DA1-8D75-FFE70840BFBF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67" creationId="{6B9A662E-1D3A-4DC0-89A3-E37DFDD36CB8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68" creationId="{6797E851-FAB1-42E8-A957-619BC6C9A0C2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69" creationId="{FCE1525E-6B7C-44BA-8AAD-D6EC0632667E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70" creationId="{518AA516-9283-4277-BB82-4A50C4695A2B}"/>
          </ac:inkMkLst>
        </pc:inkChg>
        <pc:inkChg chg="add">
          <ac:chgData name="VIkram Goyal" userId="4529b0165c9307b1" providerId="LiveId" clId="{697E15A4-21D4-47E2-9C79-C70DAE4A1DFB}" dt="2021-01-15T07:27:08.323" v="1851" actId="9405"/>
          <ac:inkMkLst>
            <pc:docMk/>
            <pc:sldMk cId="953880039" sldId="268"/>
            <ac:inkMk id="73" creationId="{39CEEF14-41E5-4B6F-BF74-4E318E6EBADB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74" creationId="{B971E7B1-3C9D-4154-878B-621345EBAA82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75" creationId="{595053F1-DB8B-451B-8201-BA3342430D42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77" creationId="{801098D5-B6DB-4753-9FF4-E91C6D1A8A06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78" creationId="{6E0D974D-F183-4E44-AB9B-04BB98F09D50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79" creationId="{AB9C5BCD-1FF4-4058-9FAE-08621E0E438D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80" creationId="{04D8B696-5416-437A-B5E2-DFCD452DD40B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82" creationId="{7463E288-467B-4157-AF1F-450D3EE30B0F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83" creationId="{53442EB6-AD6B-4176-A0A9-67D65ED5BF15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84" creationId="{2C6D78BF-7407-4A17-8213-E6CA0415C7AF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86" creationId="{0723D6AE-8979-431F-9228-952E465E298C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87" creationId="{2FBC5EED-43D1-4F7D-AC84-67E7FD71EB6F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88" creationId="{4DB6AD85-AEEA-4504-BA24-1B72E7F04B64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89" creationId="{DD4AF7E2-0DAD-4E3A-892A-63E97F3ECF1A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90" creationId="{7B10B9BE-848B-4175-A4BE-FE92CFE9C142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91" creationId="{87F512D1-AC4C-4BC7-9935-DEB658C032FD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94" creationId="{596620DE-2C64-4E4C-98C9-C114BF1147C5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96" creationId="{E34F502C-046B-48A9-A55F-2F246A5625EE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97" creationId="{19C70591-3221-4AAF-9FD4-DEA46480FE78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98" creationId="{D7761492-D953-412F-8673-ED1474967EAD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99" creationId="{6873DFC2-6627-4833-8909-8379357AB2DA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100" creationId="{5973EFF4-7DB8-4BD1-84AF-B932D11A0192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101" creationId="{670C1320-2CC3-41C3-8E8B-90D5DEC72FE4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103" creationId="{899D93ED-CF70-4E84-B128-2D88EA72E4BA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104" creationId="{B0AB4310-1CBA-4203-B6B7-2EC06DC55AC4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105" creationId="{8F315C08-436B-486D-8EE7-FC1A182B24EF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106" creationId="{6D021E5A-D631-416C-B944-AB301E3BA6EB}"/>
          </ac:inkMkLst>
        </pc:inkChg>
        <pc:inkChg chg="add del mod">
          <ac:chgData name="VIkram Goyal" userId="4529b0165c9307b1" providerId="LiveId" clId="{697E15A4-21D4-47E2-9C79-C70DAE4A1DFB}" dt="2021-01-15T07:27:38.358" v="1888"/>
          <ac:inkMkLst>
            <pc:docMk/>
            <pc:sldMk cId="953880039" sldId="268"/>
            <ac:inkMk id="107" creationId="{63576234-AD3F-4286-B1E5-EBE213C18A6B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108" creationId="{741D7EB1-F5B9-48FD-A3D3-752D455D375D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109" creationId="{3CD51961-56C7-4FAD-B9FF-3324DB771F72}"/>
          </ac:inkMkLst>
        </pc:inkChg>
        <pc:inkChg chg="add mod">
          <ac:chgData name="VIkram Goyal" userId="4529b0165c9307b1" providerId="LiveId" clId="{697E15A4-21D4-47E2-9C79-C70DAE4A1DFB}" dt="2021-01-15T07:27:42.092" v="1890"/>
          <ac:inkMkLst>
            <pc:docMk/>
            <pc:sldMk cId="953880039" sldId="268"/>
            <ac:inkMk id="111" creationId="{6B2ADEA0-3E52-483D-8445-6EE5B8A5E218}"/>
          </ac:inkMkLst>
        </pc:inkChg>
        <pc:inkChg chg="add">
          <ac:chgData name="VIkram Goyal" userId="4529b0165c9307b1" providerId="LiveId" clId="{697E15A4-21D4-47E2-9C79-C70DAE4A1DFB}" dt="2021-01-15T07:27:43.280" v="1891" actId="9405"/>
          <ac:inkMkLst>
            <pc:docMk/>
            <pc:sldMk cId="953880039" sldId="268"/>
            <ac:inkMk id="113" creationId="{3B1B8FEB-28EE-4A6E-9D90-529AC8D1CADB}"/>
          </ac:inkMkLst>
        </pc:inkChg>
        <pc:inkChg chg="add mod">
          <ac:chgData name="VIkram Goyal" userId="4529b0165c9307b1" providerId="LiveId" clId="{697E15A4-21D4-47E2-9C79-C70DAE4A1DFB}" dt="2021-01-15T07:27:51.838" v="1904"/>
          <ac:inkMkLst>
            <pc:docMk/>
            <pc:sldMk cId="953880039" sldId="268"/>
            <ac:inkMk id="114" creationId="{8E257850-A3E0-4857-BCE8-B60255F8D1CF}"/>
          </ac:inkMkLst>
        </pc:inkChg>
        <pc:inkChg chg="add mod">
          <ac:chgData name="VIkram Goyal" userId="4529b0165c9307b1" providerId="LiveId" clId="{697E15A4-21D4-47E2-9C79-C70DAE4A1DFB}" dt="2021-01-15T07:27:51.838" v="1904"/>
          <ac:inkMkLst>
            <pc:docMk/>
            <pc:sldMk cId="953880039" sldId="268"/>
            <ac:inkMk id="115" creationId="{E3AFA871-9F0B-404D-965F-731B169C8475}"/>
          </ac:inkMkLst>
        </pc:inkChg>
        <pc:inkChg chg="add mod">
          <ac:chgData name="VIkram Goyal" userId="4529b0165c9307b1" providerId="LiveId" clId="{697E15A4-21D4-47E2-9C79-C70DAE4A1DFB}" dt="2021-01-15T07:27:51.838" v="1904"/>
          <ac:inkMkLst>
            <pc:docMk/>
            <pc:sldMk cId="953880039" sldId="268"/>
            <ac:inkMk id="116" creationId="{E43B0810-0CEF-46F2-9239-AE23A20AB87F}"/>
          </ac:inkMkLst>
        </pc:inkChg>
        <pc:inkChg chg="add">
          <ac:chgData name="VIkram Goyal" userId="4529b0165c9307b1" providerId="LiveId" clId="{697E15A4-21D4-47E2-9C79-C70DAE4A1DFB}" dt="2021-01-15T07:27:46.018" v="1895" actId="9405"/>
          <ac:inkMkLst>
            <pc:docMk/>
            <pc:sldMk cId="953880039" sldId="268"/>
            <ac:inkMk id="117" creationId="{2B2D06ED-1F99-484A-926E-A99D404B8BDE}"/>
          </ac:inkMkLst>
        </pc:inkChg>
        <pc:inkChg chg="add mod">
          <ac:chgData name="VIkram Goyal" userId="4529b0165c9307b1" providerId="LiveId" clId="{697E15A4-21D4-47E2-9C79-C70DAE4A1DFB}" dt="2021-01-15T07:27:51.838" v="1904"/>
          <ac:inkMkLst>
            <pc:docMk/>
            <pc:sldMk cId="953880039" sldId="268"/>
            <ac:inkMk id="118" creationId="{07AEB5D1-5EC1-4D82-9743-64A445D086F8}"/>
          </ac:inkMkLst>
        </pc:inkChg>
        <pc:inkChg chg="add mod">
          <ac:chgData name="VIkram Goyal" userId="4529b0165c9307b1" providerId="LiveId" clId="{697E15A4-21D4-47E2-9C79-C70DAE4A1DFB}" dt="2021-01-15T07:27:51.838" v="1904"/>
          <ac:inkMkLst>
            <pc:docMk/>
            <pc:sldMk cId="953880039" sldId="268"/>
            <ac:inkMk id="119" creationId="{3B3FAC24-3A2C-47C2-A663-668FBA667C08}"/>
          </ac:inkMkLst>
        </pc:inkChg>
        <pc:inkChg chg="add mod">
          <ac:chgData name="VIkram Goyal" userId="4529b0165c9307b1" providerId="LiveId" clId="{697E15A4-21D4-47E2-9C79-C70DAE4A1DFB}" dt="2021-01-15T07:27:51.838" v="1904"/>
          <ac:inkMkLst>
            <pc:docMk/>
            <pc:sldMk cId="953880039" sldId="268"/>
            <ac:inkMk id="120" creationId="{8ADA8AC9-59C9-498A-88F7-F5E824DC2D31}"/>
          </ac:inkMkLst>
        </pc:inkChg>
        <pc:inkChg chg="add mod">
          <ac:chgData name="VIkram Goyal" userId="4529b0165c9307b1" providerId="LiveId" clId="{697E15A4-21D4-47E2-9C79-C70DAE4A1DFB}" dt="2021-01-15T07:27:51.838" v="1904"/>
          <ac:inkMkLst>
            <pc:docMk/>
            <pc:sldMk cId="953880039" sldId="268"/>
            <ac:inkMk id="121" creationId="{15E8D7A2-92CD-477E-80AB-C68678AD72B7}"/>
          </ac:inkMkLst>
        </pc:inkChg>
        <pc:inkChg chg="add mod">
          <ac:chgData name="VIkram Goyal" userId="4529b0165c9307b1" providerId="LiveId" clId="{697E15A4-21D4-47E2-9C79-C70DAE4A1DFB}" dt="2021-01-15T07:27:51.838" v="1904"/>
          <ac:inkMkLst>
            <pc:docMk/>
            <pc:sldMk cId="953880039" sldId="268"/>
            <ac:inkMk id="122" creationId="{9CE920E0-1691-47EA-9D4A-C9FDD3E6348F}"/>
          </ac:inkMkLst>
        </pc:inkChg>
        <pc:inkChg chg="add mod">
          <ac:chgData name="VIkram Goyal" userId="4529b0165c9307b1" providerId="LiveId" clId="{697E15A4-21D4-47E2-9C79-C70DAE4A1DFB}" dt="2021-01-15T07:27:51.838" v="1904"/>
          <ac:inkMkLst>
            <pc:docMk/>
            <pc:sldMk cId="953880039" sldId="268"/>
            <ac:inkMk id="123" creationId="{A9AAFDBB-8631-4941-98C3-F97BAAB6D90E}"/>
          </ac:inkMkLst>
        </pc:inkChg>
        <pc:inkChg chg="add mod">
          <ac:chgData name="VIkram Goyal" userId="4529b0165c9307b1" providerId="LiveId" clId="{697E15A4-21D4-47E2-9C79-C70DAE4A1DFB}" dt="2021-01-15T07:27:51.838" v="1904"/>
          <ac:inkMkLst>
            <pc:docMk/>
            <pc:sldMk cId="953880039" sldId="268"/>
            <ac:inkMk id="124" creationId="{FA701AEE-1A4A-4CB3-A8C0-B81A014B7014}"/>
          </ac:inkMkLst>
        </pc:inkChg>
        <pc:inkChg chg="add mod">
          <ac:chgData name="VIkram Goyal" userId="4529b0165c9307b1" providerId="LiveId" clId="{697E15A4-21D4-47E2-9C79-C70DAE4A1DFB}" dt="2021-01-15T07:27:51.838" v="1904"/>
          <ac:inkMkLst>
            <pc:docMk/>
            <pc:sldMk cId="953880039" sldId="268"/>
            <ac:inkMk id="125" creationId="{44F64C46-52E6-409C-BAE5-A8242B6E971A}"/>
          </ac:inkMkLst>
        </pc:inkChg>
        <pc:inkChg chg="add">
          <ac:chgData name="VIkram Goyal" userId="4529b0165c9307b1" providerId="LiveId" clId="{697E15A4-21D4-47E2-9C79-C70DAE4A1DFB}" dt="2021-01-15T07:27:52.668" v="1905" actId="9405"/>
          <ac:inkMkLst>
            <pc:docMk/>
            <pc:sldMk cId="953880039" sldId="268"/>
            <ac:inkMk id="129" creationId="{5E6023F7-7E11-4967-B1B4-0631E9BFC2A6}"/>
          </ac:inkMkLst>
        </pc:inkChg>
        <pc:inkChg chg="add mod">
          <ac:chgData name="VIkram Goyal" userId="4529b0165c9307b1" providerId="LiveId" clId="{697E15A4-21D4-47E2-9C79-C70DAE4A1DFB}" dt="2021-01-15T07:27:55.843" v="1909"/>
          <ac:inkMkLst>
            <pc:docMk/>
            <pc:sldMk cId="953880039" sldId="268"/>
            <ac:inkMk id="130" creationId="{D885B4C2-607C-4959-8EC6-E25EB6542852}"/>
          </ac:inkMkLst>
        </pc:inkChg>
        <pc:inkChg chg="add mod">
          <ac:chgData name="VIkram Goyal" userId="4529b0165c9307b1" providerId="LiveId" clId="{697E15A4-21D4-47E2-9C79-C70DAE4A1DFB}" dt="2021-01-15T07:27:55.843" v="1909"/>
          <ac:inkMkLst>
            <pc:docMk/>
            <pc:sldMk cId="953880039" sldId="268"/>
            <ac:inkMk id="131" creationId="{508110DB-60AB-48FF-B11E-DA5C2792C1E0}"/>
          </ac:inkMkLst>
        </pc:inkChg>
        <pc:inkChg chg="add mod">
          <ac:chgData name="VIkram Goyal" userId="4529b0165c9307b1" providerId="LiveId" clId="{697E15A4-21D4-47E2-9C79-C70DAE4A1DFB}" dt="2021-01-15T07:27:55.843" v="1909"/>
          <ac:inkMkLst>
            <pc:docMk/>
            <pc:sldMk cId="953880039" sldId="268"/>
            <ac:inkMk id="132" creationId="{81E61A83-FED5-4D96-B837-7781FB698C94}"/>
          </ac:inkMkLst>
        </pc:inkChg>
        <pc:inkChg chg="add mod">
          <ac:chgData name="VIkram Goyal" userId="4529b0165c9307b1" providerId="LiveId" clId="{697E15A4-21D4-47E2-9C79-C70DAE4A1DFB}" dt="2021-01-15T07:27:58.671" v="1913"/>
          <ac:inkMkLst>
            <pc:docMk/>
            <pc:sldMk cId="953880039" sldId="268"/>
            <ac:inkMk id="134" creationId="{A293B0E8-B675-42B2-8366-ED5FBD190273}"/>
          </ac:inkMkLst>
        </pc:inkChg>
        <pc:inkChg chg="add mod">
          <ac:chgData name="VIkram Goyal" userId="4529b0165c9307b1" providerId="LiveId" clId="{697E15A4-21D4-47E2-9C79-C70DAE4A1DFB}" dt="2021-01-15T07:27:58.671" v="1913"/>
          <ac:inkMkLst>
            <pc:docMk/>
            <pc:sldMk cId="953880039" sldId="268"/>
            <ac:inkMk id="135" creationId="{8B02B5B1-5C49-4C40-B38C-010192A6E8D9}"/>
          </ac:inkMkLst>
        </pc:inkChg>
        <pc:inkChg chg="add mod">
          <ac:chgData name="VIkram Goyal" userId="4529b0165c9307b1" providerId="LiveId" clId="{697E15A4-21D4-47E2-9C79-C70DAE4A1DFB}" dt="2021-01-15T07:27:58.671" v="1913"/>
          <ac:inkMkLst>
            <pc:docMk/>
            <pc:sldMk cId="953880039" sldId="268"/>
            <ac:inkMk id="136" creationId="{56108ADC-E8C3-42F1-9D30-0321F30865B0}"/>
          </ac:inkMkLst>
        </pc:inkChg>
        <pc:inkChg chg="add">
          <ac:chgData name="VIkram Goyal" userId="4529b0165c9307b1" providerId="LiveId" clId="{697E15A4-21D4-47E2-9C79-C70DAE4A1DFB}" dt="2021-01-15T07:27:59.684" v="1914" actId="9405"/>
          <ac:inkMkLst>
            <pc:docMk/>
            <pc:sldMk cId="953880039" sldId="268"/>
            <ac:inkMk id="138" creationId="{0B6E9B32-D205-4B4C-97B4-7E2D6F311B78}"/>
          </ac:inkMkLst>
        </pc:inkChg>
      </pc:sldChg>
      <pc:sldChg chg="addSp delSp modSp new del mod">
        <pc:chgData name="VIkram Goyal" userId="4529b0165c9307b1" providerId="LiveId" clId="{697E15A4-21D4-47E2-9C79-C70DAE4A1DFB}" dt="2022-01-19T06:24:24.251" v="6425" actId="47"/>
        <pc:sldMkLst>
          <pc:docMk/>
          <pc:sldMk cId="1004514014" sldId="268"/>
        </pc:sldMkLst>
        <pc:spChg chg="mod">
          <ac:chgData name="VIkram Goyal" userId="4529b0165c9307b1" providerId="LiveId" clId="{697E15A4-21D4-47E2-9C79-C70DAE4A1DFB}" dt="2021-09-25T06:48:17.891" v="5361" actId="1076"/>
          <ac:spMkLst>
            <pc:docMk/>
            <pc:sldMk cId="1004514014" sldId="268"/>
            <ac:spMk id="2" creationId="{C13B2FE9-E591-4FAD-B9D9-E3EB6565A44D}"/>
          </ac:spMkLst>
        </pc:spChg>
        <pc:grpChg chg="del mod">
          <ac:chgData name="VIkram Goyal" userId="4529b0165c9307b1" providerId="LiveId" clId="{697E15A4-21D4-47E2-9C79-C70DAE4A1DFB}" dt="2021-09-25T06:46:28.749" v="5214"/>
          <ac:grpSpMkLst>
            <pc:docMk/>
            <pc:sldMk cId="1004514014" sldId="268"/>
            <ac:grpSpMk id="9" creationId="{1F9C11DB-C0E4-407F-B914-51C8F77B324D}"/>
          </ac:grpSpMkLst>
        </pc:grpChg>
        <pc:grpChg chg="del mod">
          <ac:chgData name="VIkram Goyal" userId="4529b0165c9307b1" providerId="LiveId" clId="{697E15A4-21D4-47E2-9C79-C70DAE4A1DFB}" dt="2021-09-25T06:46:35.301" v="5221"/>
          <ac:grpSpMkLst>
            <pc:docMk/>
            <pc:sldMk cId="1004514014" sldId="268"/>
            <ac:grpSpMk id="14" creationId="{0761C22B-8346-4EBA-990C-121C9B472326}"/>
          </ac:grpSpMkLst>
        </pc:grpChg>
        <pc:grpChg chg="del mod">
          <ac:chgData name="VIkram Goyal" userId="4529b0165c9307b1" providerId="LiveId" clId="{697E15A4-21D4-47E2-9C79-C70DAE4A1DFB}" dt="2021-09-25T06:46:38.210" v="5226"/>
          <ac:grpSpMkLst>
            <pc:docMk/>
            <pc:sldMk cId="1004514014" sldId="268"/>
            <ac:grpSpMk id="21" creationId="{45C0F853-4803-4785-876D-5FCA81330EE4}"/>
          </ac:grpSpMkLst>
        </pc:grpChg>
        <pc:grpChg chg="del mod">
          <ac:chgData name="VIkram Goyal" userId="4529b0165c9307b1" providerId="LiveId" clId="{697E15A4-21D4-47E2-9C79-C70DAE4A1DFB}" dt="2021-09-25T06:46:39.690" v="5228"/>
          <ac:grpSpMkLst>
            <pc:docMk/>
            <pc:sldMk cId="1004514014" sldId="268"/>
            <ac:grpSpMk id="26" creationId="{0459940B-B7EC-4587-BFA2-14E9DBE4081F}"/>
          </ac:grpSpMkLst>
        </pc:grpChg>
        <pc:grpChg chg="del mod">
          <ac:chgData name="VIkram Goyal" userId="4529b0165c9307b1" providerId="LiveId" clId="{697E15A4-21D4-47E2-9C79-C70DAE4A1DFB}" dt="2021-09-25T06:46:45.113" v="5231"/>
          <ac:grpSpMkLst>
            <pc:docMk/>
            <pc:sldMk cId="1004514014" sldId="268"/>
            <ac:grpSpMk id="28" creationId="{A04767E4-F27E-4E62-BB66-459A2ECEE36A}"/>
          </ac:grpSpMkLst>
        </pc:grpChg>
        <pc:grpChg chg="del mod">
          <ac:chgData name="VIkram Goyal" userId="4529b0165c9307b1" providerId="LiveId" clId="{697E15A4-21D4-47E2-9C79-C70DAE4A1DFB}" dt="2021-09-25T06:46:49.112" v="5237"/>
          <ac:grpSpMkLst>
            <pc:docMk/>
            <pc:sldMk cId="1004514014" sldId="268"/>
            <ac:grpSpMk id="31" creationId="{1E82E209-319A-4DC6-978E-4B80399486E7}"/>
          </ac:grpSpMkLst>
        </pc:grpChg>
        <pc:grpChg chg="del mod">
          <ac:chgData name="VIkram Goyal" userId="4529b0165c9307b1" providerId="LiveId" clId="{697E15A4-21D4-47E2-9C79-C70DAE4A1DFB}" dt="2021-09-25T06:46:52.804" v="5240"/>
          <ac:grpSpMkLst>
            <pc:docMk/>
            <pc:sldMk cId="1004514014" sldId="268"/>
            <ac:grpSpMk id="37" creationId="{B7A9DC37-3A3B-4AA5-9369-BAAB4CA838B6}"/>
          </ac:grpSpMkLst>
        </pc:grpChg>
        <pc:grpChg chg="del mod">
          <ac:chgData name="VIkram Goyal" userId="4529b0165c9307b1" providerId="LiveId" clId="{697E15A4-21D4-47E2-9C79-C70DAE4A1DFB}" dt="2021-09-25T06:46:58.510" v="5249"/>
          <ac:grpSpMkLst>
            <pc:docMk/>
            <pc:sldMk cId="1004514014" sldId="268"/>
            <ac:grpSpMk id="40" creationId="{DAB27548-F55E-4298-A30C-2D751584BEE2}"/>
          </ac:grpSpMkLst>
        </pc:grpChg>
        <pc:grpChg chg="del mod">
          <ac:chgData name="VIkram Goyal" userId="4529b0165c9307b1" providerId="LiveId" clId="{697E15A4-21D4-47E2-9C79-C70DAE4A1DFB}" dt="2021-09-25T06:47:02.638" v="5251"/>
          <ac:grpSpMkLst>
            <pc:docMk/>
            <pc:sldMk cId="1004514014" sldId="268"/>
            <ac:grpSpMk id="49" creationId="{078A66EC-C2AF-408E-8B3A-A1663932F05F}"/>
          </ac:grpSpMkLst>
        </pc:grpChg>
        <pc:grpChg chg="del mod">
          <ac:chgData name="VIkram Goyal" userId="4529b0165c9307b1" providerId="LiveId" clId="{697E15A4-21D4-47E2-9C79-C70DAE4A1DFB}" dt="2021-09-25T06:47:05.232" v="5255"/>
          <ac:grpSpMkLst>
            <pc:docMk/>
            <pc:sldMk cId="1004514014" sldId="268"/>
            <ac:grpSpMk id="51" creationId="{B862BAFE-01F1-4C52-AF24-44F6C89E7D15}"/>
          </ac:grpSpMkLst>
        </pc:grpChg>
        <pc:grpChg chg="del mod">
          <ac:chgData name="VIkram Goyal" userId="4529b0165c9307b1" providerId="LiveId" clId="{697E15A4-21D4-47E2-9C79-C70DAE4A1DFB}" dt="2021-09-25T06:47:12.911" v="5265"/>
          <ac:grpSpMkLst>
            <pc:docMk/>
            <pc:sldMk cId="1004514014" sldId="268"/>
            <ac:grpSpMk id="55" creationId="{6EB93649-63ED-4241-BFDC-4EA96F225FF8}"/>
          </ac:grpSpMkLst>
        </pc:grpChg>
        <pc:grpChg chg="del mod">
          <ac:chgData name="VIkram Goyal" userId="4529b0165c9307b1" providerId="LiveId" clId="{697E15A4-21D4-47E2-9C79-C70DAE4A1DFB}" dt="2021-09-25T06:47:16.435" v="5272"/>
          <ac:grpSpMkLst>
            <pc:docMk/>
            <pc:sldMk cId="1004514014" sldId="268"/>
            <ac:grpSpMk id="65" creationId="{0F95B9AB-49EF-40B0-B404-58D01AF0C943}"/>
          </ac:grpSpMkLst>
        </pc:grpChg>
        <pc:grpChg chg="del mod">
          <ac:chgData name="VIkram Goyal" userId="4529b0165c9307b1" providerId="LiveId" clId="{697E15A4-21D4-47E2-9C79-C70DAE4A1DFB}" dt="2021-09-25T06:47:20.188" v="5277"/>
          <ac:grpSpMkLst>
            <pc:docMk/>
            <pc:sldMk cId="1004514014" sldId="268"/>
            <ac:grpSpMk id="72" creationId="{B90637E5-D546-4A42-A58D-76A947F9BF60}"/>
          </ac:grpSpMkLst>
        </pc:grpChg>
        <pc:grpChg chg="del mod">
          <ac:chgData name="VIkram Goyal" userId="4529b0165c9307b1" providerId="LiveId" clId="{697E15A4-21D4-47E2-9C79-C70DAE4A1DFB}" dt="2021-09-25T06:47:21.870" v="5281"/>
          <ac:grpSpMkLst>
            <pc:docMk/>
            <pc:sldMk cId="1004514014" sldId="268"/>
            <ac:grpSpMk id="77" creationId="{F68C3D32-8A24-416E-ABC4-F68CF04937EF}"/>
          </ac:grpSpMkLst>
        </pc:grpChg>
        <pc:grpChg chg="del mod">
          <ac:chgData name="VIkram Goyal" userId="4529b0165c9307b1" providerId="LiveId" clId="{697E15A4-21D4-47E2-9C79-C70DAE4A1DFB}" dt="2021-09-25T06:47:23.682" v="5283"/>
          <ac:grpSpMkLst>
            <pc:docMk/>
            <pc:sldMk cId="1004514014" sldId="268"/>
            <ac:grpSpMk id="81" creationId="{3CB8F90F-E55B-4A61-BCA2-C2C24AC623FB}"/>
          </ac:grpSpMkLst>
        </pc:grpChg>
        <pc:grpChg chg="del mod">
          <ac:chgData name="VIkram Goyal" userId="4529b0165c9307b1" providerId="LiveId" clId="{697E15A4-21D4-47E2-9C79-C70DAE4A1DFB}" dt="2021-09-25T06:47:26.018" v="5287"/>
          <ac:grpSpMkLst>
            <pc:docMk/>
            <pc:sldMk cId="1004514014" sldId="268"/>
            <ac:grpSpMk id="83" creationId="{FFF0940A-9F5F-45D6-B844-841964632323}"/>
          </ac:grpSpMkLst>
        </pc:grpChg>
        <pc:grpChg chg="del mod">
          <ac:chgData name="VIkram Goyal" userId="4529b0165c9307b1" providerId="LiveId" clId="{697E15A4-21D4-47E2-9C79-C70DAE4A1DFB}" dt="2021-09-25T06:47:27.933" v="5289"/>
          <ac:grpSpMkLst>
            <pc:docMk/>
            <pc:sldMk cId="1004514014" sldId="268"/>
            <ac:grpSpMk id="87" creationId="{7A6BCF77-B8CE-48A9-9E75-55F1375A129D}"/>
          </ac:grpSpMkLst>
        </pc:grpChg>
        <pc:grpChg chg="del mod">
          <ac:chgData name="VIkram Goyal" userId="4529b0165c9307b1" providerId="LiveId" clId="{697E15A4-21D4-47E2-9C79-C70DAE4A1DFB}" dt="2021-09-25T06:47:30.196" v="5293"/>
          <ac:grpSpMkLst>
            <pc:docMk/>
            <pc:sldMk cId="1004514014" sldId="268"/>
            <ac:grpSpMk id="89" creationId="{F5B9F6E0-F247-4700-8879-9D8861B6A853}"/>
          </ac:grpSpMkLst>
        </pc:grpChg>
        <pc:grpChg chg="del mod">
          <ac:chgData name="VIkram Goyal" userId="4529b0165c9307b1" providerId="LiveId" clId="{697E15A4-21D4-47E2-9C79-C70DAE4A1DFB}" dt="2021-09-25T06:47:36.244" v="5305"/>
          <ac:grpSpMkLst>
            <pc:docMk/>
            <pc:sldMk cId="1004514014" sldId="268"/>
            <ac:grpSpMk id="93" creationId="{C862E827-DBD1-4071-9321-60F8DD0148E4}"/>
          </ac:grpSpMkLst>
        </pc:grpChg>
        <pc:grpChg chg="del mod">
          <ac:chgData name="VIkram Goyal" userId="4529b0165c9307b1" providerId="LiveId" clId="{697E15A4-21D4-47E2-9C79-C70DAE4A1DFB}" dt="2021-09-25T06:47:38.169" v="5308"/>
          <ac:grpSpMkLst>
            <pc:docMk/>
            <pc:sldMk cId="1004514014" sldId="268"/>
            <ac:grpSpMk id="105" creationId="{5FF0AADC-0A6D-4570-850C-AEF13C816A93}"/>
          </ac:grpSpMkLst>
        </pc:grpChg>
        <pc:grpChg chg="del mod">
          <ac:chgData name="VIkram Goyal" userId="4529b0165c9307b1" providerId="LiveId" clId="{697E15A4-21D4-47E2-9C79-C70DAE4A1DFB}" dt="2021-09-25T06:47:42.472" v="5313"/>
          <ac:grpSpMkLst>
            <pc:docMk/>
            <pc:sldMk cId="1004514014" sldId="268"/>
            <ac:grpSpMk id="108" creationId="{00E1A161-47D9-47D9-9D38-D388DEEB4AE2}"/>
          </ac:grpSpMkLst>
        </pc:grpChg>
        <pc:grpChg chg="del mod">
          <ac:chgData name="VIkram Goyal" userId="4529b0165c9307b1" providerId="LiveId" clId="{697E15A4-21D4-47E2-9C79-C70DAE4A1DFB}" dt="2021-09-25T06:48:06.627" v="5349"/>
          <ac:grpSpMkLst>
            <pc:docMk/>
            <pc:sldMk cId="1004514014" sldId="268"/>
            <ac:grpSpMk id="113" creationId="{F4CCC66C-DD41-4A45-8E8B-FAE092E255F5}"/>
          </ac:grpSpMkLst>
        </pc:grpChg>
        <pc:grpChg chg="del mod">
          <ac:chgData name="VIkram Goyal" userId="4529b0165c9307b1" providerId="LiveId" clId="{697E15A4-21D4-47E2-9C79-C70DAE4A1DFB}" dt="2021-09-25T06:47:57.993" v="5341"/>
          <ac:grpSpMkLst>
            <pc:docMk/>
            <pc:sldMk cId="1004514014" sldId="268"/>
            <ac:grpSpMk id="117" creationId="{E9BDB0B9-B1D1-43D5-BE38-39117B5C8DF2}"/>
          </ac:grpSpMkLst>
        </pc:grpChg>
        <pc:grpChg chg="del mod">
          <ac:chgData name="VIkram Goyal" userId="4529b0165c9307b1" providerId="LiveId" clId="{697E15A4-21D4-47E2-9C79-C70DAE4A1DFB}" dt="2021-09-25T06:47:57.993" v="5341"/>
          <ac:grpSpMkLst>
            <pc:docMk/>
            <pc:sldMk cId="1004514014" sldId="268"/>
            <ac:grpSpMk id="124" creationId="{D4E552DF-5090-4DE4-A0DB-F60D68D4BD3B}"/>
          </ac:grpSpMkLst>
        </pc:grpChg>
        <pc:grpChg chg="del mod">
          <ac:chgData name="VIkram Goyal" userId="4529b0165c9307b1" providerId="LiveId" clId="{697E15A4-21D4-47E2-9C79-C70DAE4A1DFB}" dt="2021-09-25T06:48:06.627" v="5349"/>
          <ac:grpSpMkLst>
            <pc:docMk/>
            <pc:sldMk cId="1004514014" sldId="268"/>
            <ac:grpSpMk id="141" creationId="{8B0CF144-92DA-40F4-8129-E8516D2A6A2D}"/>
          </ac:grpSpMkLst>
        </pc:grpChg>
        <pc:grpChg chg="del mod">
          <ac:chgData name="VIkram Goyal" userId="4529b0165c9307b1" providerId="LiveId" clId="{697E15A4-21D4-47E2-9C79-C70DAE4A1DFB}" dt="2021-09-25T06:48:10.092" v="5354"/>
          <ac:grpSpMkLst>
            <pc:docMk/>
            <pc:sldMk cId="1004514014" sldId="268"/>
            <ac:grpSpMk id="149" creationId="{B9EB0EE7-2E1F-4F73-B388-74B2243A3EC2}"/>
          </ac:grpSpMkLst>
        </pc:grpChg>
        <pc:grpChg chg="del mod">
          <ac:chgData name="VIkram Goyal" userId="4529b0165c9307b1" providerId="LiveId" clId="{697E15A4-21D4-47E2-9C79-C70DAE4A1DFB}" dt="2021-09-25T06:48:17.378" v="5360"/>
          <ac:grpSpMkLst>
            <pc:docMk/>
            <pc:sldMk cId="1004514014" sldId="268"/>
            <ac:grpSpMk id="154" creationId="{44E51FD9-5B69-4ABA-93FC-859515C0EA86}"/>
          </ac:grpSpMkLst>
        </pc:grpChg>
        <pc:grpChg chg="del mod">
          <ac:chgData name="VIkram Goyal" userId="4529b0165c9307b1" providerId="LiveId" clId="{697E15A4-21D4-47E2-9C79-C70DAE4A1DFB}" dt="2021-09-25T06:48:20.774" v="5367"/>
          <ac:grpSpMkLst>
            <pc:docMk/>
            <pc:sldMk cId="1004514014" sldId="268"/>
            <ac:grpSpMk id="158" creationId="{FEB43B06-66B8-4139-99F6-E21EA6218ED5}"/>
          </ac:grpSpMkLst>
        </pc:grpChg>
        <pc:grpChg chg="del mod">
          <ac:chgData name="VIkram Goyal" userId="4529b0165c9307b1" providerId="LiveId" clId="{697E15A4-21D4-47E2-9C79-C70DAE4A1DFB}" dt="2021-09-25T06:48:29.779" v="5374"/>
          <ac:grpSpMkLst>
            <pc:docMk/>
            <pc:sldMk cId="1004514014" sldId="268"/>
            <ac:grpSpMk id="164" creationId="{0EB2C0BE-4D01-4E07-99BF-7E37331DF39C}"/>
          </ac:grpSpMkLst>
        </pc:grpChg>
        <pc:grpChg chg="del mod">
          <ac:chgData name="VIkram Goyal" userId="4529b0165c9307b1" providerId="LiveId" clId="{697E15A4-21D4-47E2-9C79-C70DAE4A1DFB}" dt="2021-09-25T06:48:29.779" v="5374"/>
          <ac:grpSpMkLst>
            <pc:docMk/>
            <pc:sldMk cId="1004514014" sldId="268"/>
            <ac:grpSpMk id="167" creationId="{DAC812D1-8215-4847-B1F8-E70F501112E0}"/>
          </ac:grpSpMkLst>
        </pc:grpChg>
        <pc:grpChg chg="del mod">
          <ac:chgData name="VIkram Goyal" userId="4529b0165c9307b1" providerId="LiveId" clId="{697E15A4-21D4-47E2-9C79-C70DAE4A1DFB}" dt="2021-09-25T06:48:33.228" v="5378"/>
          <ac:grpSpMkLst>
            <pc:docMk/>
            <pc:sldMk cId="1004514014" sldId="268"/>
            <ac:grpSpMk id="171" creationId="{241471A8-D546-4ED0-AADE-75CBF6BC747E}"/>
          </ac:grpSpMkLst>
        </pc:grpChg>
        <pc:grpChg chg="del mod">
          <ac:chgData name="VIkram Goyal" userId="4529b0165c9307b1" providerId="LiveId" clId="{697E15A4-21D4-47E2-9C79-C70DAE4A1DFB}" dt="2021-09-25T06:48:34.961" v="5380"/>
          <ac:grpSpMkLst>
            <pc:docMk/>
            <pc:sldMk cId="1004514014" sldId="268"/>
            <ac:grpSpMk id="175" creationId="{4A434120-6A2F-4E6E-BDA3-F320CDAB1200}"/>
          </ac:grpSpMkLst>
        </pc:grpChg>
        <pc:grpChg chg="del mod">
          <ac:chgData name="VIkram Goyal" userId="4529b0165c9307b1" providerId="LiveId" clId="{697E15A4-21D4-47E2-9C79-C70DAE4A1DFB}" dt="2021-09-25T06:48:38.123" v="5384"/>
          <ac:grpSpMkLst>
            <pc:docMk/>
            <pc:sldMk cId="1004514014" sldId="268"/>
            <ac:grpSpMk id="177" creationId="{5C592C60-8854-43EE-B31F-8FCF0DD37611}"/>
          </ac:grpSpMkLst>
        </pc:grpChg>
        <pc:grpChg chg="del mod">
          <ac:chgData name="VIkram Goyal" userId="4529b0165c9307b1" providerId="LiveId" clId="{697E15A4-21D4-47E2-9C79-C70DAE4A1DFB}" dt="2021-09-25T06:48:40.371" v="5386"/>
          <ac:grpSpMkLst>
            <pc:docMk/>
            <pc:sldMk cId="1004514014" sldId="268"/>
            <ac:grpSpMk id="181" creationId="{959875CC-784B-4C09-9A9A-019B054D39DE}"/>
          </ac:grpSpMkLst>
        </pc:grpChg>
        <pc:grpChg chg="del mod">
          <ac:chgData name="VIkram Goyal" userId="4529b0165c9307b1" providerId="LiveId" clId="{697E15A4-21D4-47E2-9C79-C70DAE4A1DFB}" dt="2021-09-25T06:48:50.330" v="5394"/>
          <ac:grpSpMkLst>
            <pc:docMk/>
            <pc:sldMk cId="1004514014" sldId="268"/>
            <ac:grpSpMk id="183" creationId="{7041E80B-3629-459E-8DC1-2EC17F25F7F0}"/>
          </ac:grpSpMkLst>
        </pc:grpChg>
        <pc:grpChg chg="del mod">
          <ac:chgData name="VIkram Goyal" userId="4529b0165c9307b1" providerId="LiveId" clId="{697E15A4-21D4-47E2-9C79-C70DAE4A1DFB}" dt="2021-09-25T06:48:53.776" v="5398"/>
          <ac:grpSpMkLst>
            <pc:docMk/>
            <pc:sldMk cId="1004514014" sldId="268"/>
            <ac:grpSpMk id="185" creationId="{11B1BDCB-EBEA-452B-9E9A-E853EAAE8C36}"/>
          </ac:grpSpMkLst>
        </pc:grpChg>
        <pc:grpChg chg="del mod">
          <ac:chgData name="VIkram Goyal" userId="4529b0165c9307b1" providerId="LiveId" clId="{697E15A4-21D4-47E2-9C79-C70DAE4A1DFB}" dt="2021-09-25T06:48:58.956" v="5401"/>
          <ac:grpSpMkLst>
            <pc:docMk/>
            <pc:sldMk cId="1004514014" sldId="268"/>
            <ac:grpSpMk id="189" creationId="{8F94B5A1-30B9-4C34-BEB9-7F3FD5F2D5A7}"/>
          </ac:grpSpMkLst>
        </pc:grpChg>
        <pc:grpChg chg="del mod">
          <ac:chgData name="VIkram Goyal" userId="4529b0165c9307b1" providerId="LiveId" clId="{697E15A4-21D4-47E2-9C79-C70DAE4A1DFB}" dt="2021-09-25T06:49:00.496" v="5403"/>
          <ac:grpSpMkLst>
            <pc:docMk/>
            <pc:sldMk cId="1004514014" sldId="268"/>
            <ac:grpSpMk id="192" creationId="{7C815F22-DF2D-4FCC-A6C8-E71F18B9CBA3}"/>
          </ac:grpSpMkLst>
        </pc:grpChg>
        <pc:grpChg chg="del mod">
          <ac:chgData name="VIkram Goyal" userId="4529b0165c9307b1" providerId="LiveId" clId="{697E15A4-21D4-47E2-9C79-C70DAE4A1DFB}" dt="2021-09-25T06:49:03.967" v="5406"/>
          <ac:grpSpMkLst>
            <pc:docMk/>
            <pc:sldMk cId="1004514014" sldId="268"/>
            <ac:grpSpMk id="194" creationId="{73E3B7B9-F281-4745-91BE-949059C1F632}"/>
          </ac:grpSpMkLst>
        </pc:grpChg>
        <pc:grpChg chg="del mod">
          <ac:chgData name="VIkram Goyal" userId="4529b0165c9307b1" providerId="LiveId" clId="{697E15A4-21D4-47E2-9C79-C70DAE4A1DFB}" dt="2021-09-25T06:49:11.318" v="5409"/>
          <ac:grpSpMkLst>
            <pc:docMk/>
            <pc:sldMk cId="1004514014" sldId="268"/>
            <ac:grpSpMk id="197" creationId="{3E86A09F-F60E-42A6-A262-46C1124AB13C}"/>
          </ac:grpSpMkLst>
        </pc:grpChg>
        <pc:grpChg chg="del mod">
          <ac:chgData name="VIkram Goyal" userId="4529b0165c9307b1" providerId="LiveId" clId="{697E15A4-21D4-47E2-9C79-C70DAE4A1DFB}" dt="2021-09-25T06:49:13.477" v="5412"/>
          <ac:grpSpMkLst>
            <pc:docMk/>
            <pc:sldMk cId="1004514014" sldId="268"/>
            <ac:grpSpMk id="200" creationId="{EFF81C11-3E6B-4AC8-9167-0D652D61E789}"/>
          </ac:grpSpMkLst>
        </pc:grpChg>
        <pc:grpChg chg="del mod">
          <ac:chgData name="VIkram Goyal" userId="4529b0165c9307b1" providerId="LiveId" clId="{697E15A4-21D4-47E2-9C79-C70DAE4A1DFB}" dt="2021-09-25T06:49:15.476" v="5414"/>
          <ac:grpSpMkLst>
            <pc:docMk/>
            <pc:sldMk cId="1004514014" sldId="268"/>
            <ac:grpSpMk id="203" creationId="{363176C2-5D48-4F19-B93E-3694A4B36351}"/>
          </ac:grpSpMkLst>
        </pc:grpChg>
        <pc:grpChg chg="del mod">
          <ac:chgData name="VIkram Goyal" userId="4529b0165c9307b1" providerId="LiveId" clId="{697E15A4-21D4-47E2-9C79-C70DAE4A1DFB}" dt="2021-09-25T06:49:16.150" v="5416"/>
          <ac:grpSpMkLst>
            <pc:docMk/>
            <pc:sldMk cId="1004514014" sldId="268"/>
            <ac:grpSpMk id="205" creationId="{C218D604-43A4-4172-8706-D0901F5F5B38}"/>
          </ac:grpSpMkLst>
        </pc:grpChg>
        <pc:grpChg chg="del mod">
          <ac:chgData name="VIkram Goyal" userId="4529b0165c9307b1" providerId="LiveId" clId="{697E15A4-21D4-47E2-9C79-C70DAE4A1DFB}" dt="2021-09-25T06:49:19.040" v="5418"/>
          <ac:grpSpMkLst>
            <pc:docMk/>
            <pc:sldMk cId="1004514014" sldId="268"/>
            <ac:grpSpMk id="207" creationId="{9BA5B4C4-DEC8-42DE-9290-1EED6ABCD614}"/>
          </ac:grpSpMkLst>
        </pc:grpChg>
        <pc:grpChg chg="del mod">
          <ac:chgData name="VIkram Goyal" userId="4529b0165c9307b1" providerId="LiveId" clId="{697E15A4-21D4-47E2-9C79-C70DAE4A1DFB}" dt="2021-09-25T06:49:23.428" v="5423"/>
          <ac:grpSpMkLst>
            <pc:docMk/>
            <pc:sldMk cId="1004514014" sldId="268"/>
            <ac:grpSpMk id="209" creationId="{A903DE51-6EAF-45B6-8BDF-5E0602C1A45F}"/>
          </ac:grpSpMkLst>
        </pc:grpChg>
        <pc:grpChg chg="del mod">
          <ac:chgData name="VIkram Goyal" userId="4529b0165c9307b1" providerId="LiveId" clId="{697E15A4-21D4-47E2-9C79-C70DAE4A1DFB}" dt="2021-09-25T06:49:36.068" v="5443"/>
          <ac:grpSpMkLst>
            <pc:docMk/>
            <pc:sldMk cId="1004514014" sldId="268"/>
            <ac:grpSpMk id="214" creationId="{85480348-C76D-410E-BA42-2014F93DCD9B}"/>
          </ac:grpSpMkLst>
        </pc:grpChg>
        <pc:grpChg chg="mod">
          <ac:chgData name="VIkram Goyal" userId="4529b0165c9307b1" providerId="LiveId" clId="{697E15A4-21D4-47E2-9C79-C70DAE4A1DFB}" dt="2021-09-25T06:49:36.068" v="5443"/>
          <ac:grpSpMkLst>
            <pc:docMk/>
            <pc:sldMk cId="1004514014" sldId="268"/>
            <ac:grpSpMk id="234" creationId="{1957023B-0002-45D9-8144-63F60BE55618}"/>
          </ac:grpSpMkLst>
        </pc:grp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4" creationId="{F590CBDF-BAF7-4661-816D-8CDF7EA6734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5" creationId="{F5B559FA-7B71-401C-94A1-1448D9147C6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6" creationId="{EE50C435-F34F-414E-9F7A-E4F29CC29A1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7" creationId="{38654A9C-18DB-48DB-89BE-0730CD0B2FA5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8" creationId="{2CEB302B-A825-47B2-B67A-2CE2D8104F5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0" creationId="{DED33A2F-C433-467C-9181-DCF095640232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1" creationId="{2A1684D1-8F38-41D9-87C3-C00A963F8A2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2" creationId="{397606D8-03AB-4FD8-AFCA-672DAFE9A727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3" creationId="{F50F8CE1-25C4-43C0-A3B2-4C0E76076CC7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5" creationId="{501E5463-F08C-493F-B1CE-25A6971F50E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6" creationId="{6DFB3276-BC5D-45A5-AC47-D214585016A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7" creationId="{D87E8B41-3A55-4B9F-A5C3-7A72AD578EA9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8" creationId="{7FA28726-01E1-4FC0-B78A-7E2A03AFD6D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9" creationId="{883C256A-93A4-4FBB-BD05-BF7DC39A7823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0" creationId="{5EE066E5-99E5-404C-86B6-1BF845C11B3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2" creationId="{0EBD6FC2-4EC9-4422-9F9C-484161E0F192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3" creationId="{3840643B-2E38-4736-8778-6E3E00D7DB73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4" creationId="{B8AD4E12-C927-4FC1-8E24-4D196B9EE3B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5" creationId="{D4764EA0-6673-4B8D-8989-5A2C29D756C5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7" creationId="{02F0E7ED-7C07-4F39-B65D-6A57EE004E8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9" creationId="{77F1E188-869D-4660-A70F-3E0160C3A16A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30" creationId="{0FE25CB5-DDA6-4569-9151-D2F12C0404B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32" creationId="{DF3816BE-C753-4C62-914D-D97DC2F9E6DA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33" creationId="{B4757C78-1FE7-41DD-9DB6-7459F2090DD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34" creationId="{0EDC9A55-481D-404D-A2C5-EC2F1C17660E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35" creationId="{F8BD8D33-9A18-417D-828B-D1DA374BB364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36" creationId="{BAF735FD-6816-4280-A10C-13F5AB754EB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38" creationId="{BF076CFA-5ECC-4774-9A15-3EE63BDE9C55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39" creationId="{730484E3-CCC6-44AE-9FFD-15FCFF029005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41" creationId="{29991C82-F00C-49C7-B3BD-A6EDE4B7911B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42" creationId="{451EDFE2-53F0-41D6-B085-A06870F269B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43" creationId="{FA344CDD-4BFC-4734-96F2-4E49DA82FC5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44" creationId="{E3A45666-40D8-4F9B-BBC2-723ECD122C9E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45" creationId="{25233655-4D52-4E99-B388-82D44043961B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46" creationId="{54543BD3-36AB-41AE-AC4C-CE719B4579E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47" creationId="{3BC9BAD5-00EB-4C5F-BAD6-42ECAF2B8E9B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48" creationId="{D5776929-680D-4E18-91FD-5328C4810F6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50" creationId="{912C17B9-7A53-42E3-A61E-80837D6EB501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52" creationId="{1BE92144-5B4D-4E93-B084-001DAFE0AAF1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53" creationId="{1E747962-52BC-4A8E-8B39-05458DE9877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54" creationId="{0B1B861B-4079-4B92-9C9E-29D7DCAB6BD3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56" creationId="{CEF90682-8701-4A57-A450-4FC40160496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57" creationId="{D7B34068-E297-48AA-861B-90DCF533F1C1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58" creationId="{37AA6F21-DE95-4665-985C-4A3D420E788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59" creationId="{D260E902-F9FC-42E7-AD2A-032A0E81461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60" creationId="{5A40EF82-FFC1-479C-A54B-B45F13C03B5B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61" creationId="{B80B3B91-380E-4545-B0EF-7E34CC90D6A3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62" creationId="{284FBC12-3AAB-4909-811E-749B2D2C7FFA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63" creationId="{A04C087D-CF5F-4FD7-91BF-800D9BA52547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64" creationId="{47D41557-8EBF-4BEC-B475-1BD28867605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66" creationId="{0FECD54A-56AD-47A9-B4D6-9059DF7928D0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67" creationId="{F1839B65-B592-4F28-AC89-8DA0BEC7712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68" creationId="{D92132C5-36AA-4197-A30D-2D2FD5EB185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69" creationId="{4F5BA23B-15C4-42A3-BFC0-3B1A76966DDB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70" creationId="{5E5BAC2E-E87C-4BA2-B16C-240DC4C876A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71" creationId="{8B038ED0-1289-457B-B6D2-862B26A96C0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73" creationId="{D585B5B2-0FBE-4ED3-A412-D482E6F0A352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74" creationId="{003D20B9-6F40-4DD3-9A5B-EA262B98813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75" creationId="{3397E42D-D2F0-419F-B9CB-876AC9A41F02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76" creationId="{A790691E-32F2-423C-B7CC-C7D5B11AFD1A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78" creationId="{1D41E7D4-B219-47B8-9976-61B552805D7A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79" creationId="{DADFFBF9-18DB-481B-9CCD-7ED0681A814E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80" creationId="{0922D67F-0C93-4349-A36C-799967EF5C3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82" creationId="{86959415-9AEA-4FEB-943E-9AE3C9EB664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84" creationId="{F93CC9F9-7DCE-4252-9804-872DF90625D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85" creationId="{2F10E98F-914D-404E-A2D8-832AC7500C6B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86" creationId="{B3F17481-36E5-4FD8-A725-7927A1C3F57A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88" creationId="{B5672C00-FA25-4513-BCF5-55C8CAAF43F0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90" creationId="{FEA941EB-C738-499D-A65F-D9009DF0E9AA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91" creationId="{C51791E0-E8CE-4FA3-BCB3-797B8D43DDA5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92" creationId="{B1E6D8E9-BFD1-43E0-A0AE-EFCD9A5AA579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94" creationId="{CAD6A404-AF95-4B51-9AF8-307C2E8BD0D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95" creationId="{959E3D8A-22A4-4C89-B59F-E539ED7C7B35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96" creationId="{61F43A39-833E-4B9E-8F60-7DDFC1852E9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97" creationId="{E1EC7583-9772-453E-B7F2-2987D1F95427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98" creationId="{0A9BC95F-1DD0-4B30-BB32-30B45B8AD664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99" creationId="{C2981717-495A-42E8-8F37-84CD5E82960E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00" creationId="{EC55377F-E633-4B55-B755-B6F75333B25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01" creationId="{ACC16E99-1981-48A8-8801-FB3CE5C1FA71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02" creationId="{29FD06A7-C1CE-4551-8BC0-0571115BFA4A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03" creationId="{64184504-5A0F-4FA6-B0CE-05C7EA59FB19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04" creationId="{AB0816F5-07CC-44CC-A443-E8E44A6671F4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06" creationId="{5FDD95FA-93BA-4130-A69A-2A88185BCF4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07" creationId="{56F592C9-861C-4E80-9FA2-2E4899FB8394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09" creationId="{9D7F3C8E-4E98-41AF-8A0E-45C2105F9BE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10" creationId="{A6619378-3AD2-4D95-9FA5-EE1FBC7AF9A1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11" creationId="{5AF47F01-A3CE-457E-B36A-F90193B26993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12" creationId="{4105D531-A8AD-45F7-8F27-1745C59B2067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14" creationId="{1F3DED82-A61C-4949-9D2C-BD3B9FE87D9B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15" creationId="{0FBD1E57-89FB-42D4-9AF7-9CE0B181F334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16" creationId="{60305D84-541F-46B3-8D23-CCB79E3F9BA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18" creationId="{7EB0B388-9FCF-466C-859C-52EE5407DC1A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19" creationId="{314C28BB-BA23-46BC-816F-7F0D28B710D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20" creationId="{F3004274-E196-4196-AB66-D0299CD51399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21" creationId="{951C2C1D-CE43-4FB0-B848-FF6EE27BDA0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22" creationId="{A5DEECAB-7AB9-4FAC-B7C9-D7B1C99665D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23" creationId="{79E4E23D-ADC1-4E10-93E4-8601B9010A0E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25" creationId="{14611DB1-3248-4060-8CC8-3FE32B832EA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26" creationId="{80967E55-7655-4B18-B485-12D068728ED5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27" creationId="{065FE136-CEC9-4583-94C2-1D05C84FFF95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28" creationId="{02A63C3B-E87C-4C6A-92DE-C1206AC01A87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29" creationId="{5FC8A9F6-8AE7-4D88-B7DE-22F4CE386C23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30" creationId="{8C3F7ED7-3AE0-47B9-9BB3-E1CF0B1A6EC4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31" creationId="{9F683900-75D8-497F-9716-1501646134F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32" creationId="{4C755EFD-F6C0-439B-9F97-532BFEFCC48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33" creationId="{B3B0A8E8-AE26-484B-A52B-B9D824544A8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34" creationId="{7BA1DAAA-312D-4EC4-85D1-E6CC26F0F4E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35" creationId="{15F9A30E-80B6-4531-B65B-FCE19567CE00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36" creationId="{72A09F26-64CF-4E44-A1C0-34CD13641A8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37" creationId="{32F5603E-BBE1-4324-966D-098556C1B6EA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38" creationId="{3647A1F4-C705-47A1-88A9-D8C9DCFE8F0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39" creationId="{60D3A291-F859-408E-973D-F3E9B62E8327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40" creationId="{6A8D91D8-3605-4DA8-988B-0616079CB0E5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42" creationId="{3006DD84-9215-4B18-8369-541F81C70BFE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43" creationId="{75A735C3-5BB5-409B-AD2C-2EE7C01F626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44" creationId="{8D7A12D4-88C2-4101-9E84-6583B8A7C733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45" creationId="{61222FB3-97E0-4EE7-8980-AC1C6F2C7200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46" creationId="{012A7FF0-36B0-4788-9AFD-2E4CAA30B7E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47" creationId="{109677FE-A41E-41CE-B9CD-9DC2882934A2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48" creationId="{95468B81-C2C1-4838-81EC-30CB86C5550E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50" creationId="{75EDBC0C-673C-4AB9-9ABA-984A1CF22027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51" creationId="{BFA35849-89F5-4636-BB57-9D0C982F5389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52" creationId="{32EB4E06-F6FD-4C7C-A509-8A54801923A1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53" creationId="{4F71F845-F22C-4C89-984E-F5CA9CDFDAFE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55" creationId="{71178ABB-D3CC-4B43-BE3D-43F6F8B3D3C2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56" creationId="{6C91C60C-DA1E-486A-830E-6113866BA4AD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57" creationId="{FED07A4A-D889-4A51-B742-D2030DDAA3D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59" creationId="{60FDA020-0E1D-470F-BCC3-B29CA57C291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60" creationId="{6D3AEB0A-3E15-40E6-A7F5-5B17CF0FFDC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61" creationId="{EFE9183B-FEEE-4A25-BB99-FEC9C3260A0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62" creationId="{0776ABF0-40AB-4312-A1E2-06EEDAE22F60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63" creationId="{B363C332-95A8-4F70-9475-3F61642B6C99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65" creationId="{F1F393E9-CBBD-43C2-A554-4843C82438F2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66" creationId="{12103A91-F175-4EDF-B004-08FBF922E6B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68" creationId="{F95DB4E8-E643-4D77-AC90-94980BAF463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69" creationId="{2F4B7FAE-EA45-4B77-8CF0-2CC4A3ACC95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70" creationId="{F48029DA-5E93-47A5-BC20-AA648DE13207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72" creationId="{F38E25E1-AD63-49A3-AD2C-88DD9FEE2617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73" creationId="{0806E404-5889-4D51-8F7C-451B28D5C50A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74" creationId="{5A2902B7-017E-4B6B-BD83-AB5DB8B7BD54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76" creationId="{9E6B38E9-9D69-4343-B197-3FEEC5A84613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78" creationId="{BCAAAD44-DD26-4C46-A904-2CD5A7B71830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79" creationId="{9F64F57B-BDE3-4941-94EF-4DDC0D79D8C3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80" creationId="{DA97CAC0-DA96-4DDF-B3BF-DCC44775B394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82" creationId="{36D12C26-AF94-45A1-9DC9-17F89F5A6D54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84" creationId="{0CA484CA-9365-4E49-800C-B6807EA9D080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86" creationId="{8E124D35-4D74-4D90-B3FA-B1C39F508152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87" creationId="{69212E89-DA53-45DC-800F-241E0CDBF234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88" creationId="{4FA610E2-1100-47D7-A429-2094F7D14E6B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90" creationId="{A7BEB1F2-A995-4DE5-B95C-E81E66E2C49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91" creationId="{215E5982-2E63-4354-8ECB-C58E97DB508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93" creationId="{A19C3D36-0194-4165-BC5C-C27391DEEACA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95" creationId="{116DE91D-1AB1-4D92-8DF3-B70683DABE63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96" creationId="{EF8076DF-2F5F-4853-AB41-DBD21258FFF3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98" creationId="{99BC2E20-29F1-4884-9991-303727C7FC1E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199" creationId="{57FFA411-EA28-44B9-BEDF-329D8EA1700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01" creationId="{BAA36847-5B5F-4DCF-9A49-7FBA31B8EBF0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02" creationId="{7CD46B4A-344E-40A7-824F-AE140F21F75B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04" creationId="{76165205-6DFE-4BAA-924E-F58E70AA0B1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06" creationId="{060BF63C-A853-4D04-96AC-FBF2D92B0074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08" creationId="{08AC9AED-1428-433D-A012-3A328C598E14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10" creationId="{F36E0ED1-D770-4FB5-848A-9C75AAEF4280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11" creationId="{9AAFAF1E-CD4F-4835-AD29-948424710FF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12" creationId="{F081281F-B3FB-485A-8FF5-BB899061D782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13" creationId="{7D64C2CE-50E8-4929-BF2B-C3C55209DF8F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15" creationId="{EFBD26D1-2485-4BE7-B3D6-F06D2ADF463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16" creationId="{296C4832-36CA-4E9C-B1E1-CC4226F0B110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17" creationId="{33554495-9421-4C44-A29D-A926060B62D1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18" creationId="{7E4C7197-5EBE-4521-95B6-C96C545631B2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19" creationId="{E2737DAA-074E-43C4-BA31-C746CA5E4CEB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20" creationId="{8EBE8B36-FA2B-4CA5-A77A-133648AD7969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21" creationId="{C98EB507-25F7-4EFA-B2EC-1A71718C9162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22" creationId="{01D12AEC-5025-46F3-A062-264DB91A9747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23" creationId="{98DDCD00-9576-4D5A-A998-4D7BE276A06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24" creationId="{E1127E80-100A-4E6A-8A01-93EC7B77FF3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25" creationId="{D1B42E37-090C-4B79-837F-D4F7EE4C7F7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26" creationId="{F60F1D28-620E-4E06-99FD-07AD09FF9BF0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27" creationId="{DD4E84E5-8AA4-48EB-81D1-AA756E8CF166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28" creationId="{73F57840-0F6F-4A75-A722-A0822448572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29" creationId="{1D46FADC-E8E3-4471-B485-7340F40F2BCC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30" creationId="{E30899F9-E70D-44B0-AB83-23CAE81A7868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31" creationId="{8F02CFBF-E5CD-49A3-8190-C6F0FEA25507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32" creationId="{81E1FA7F-6F45-4913-9D08-610B869AA1C3}"/>
          </ac:inkMkLst>
        </pc:inkChg>
        <pc:inkChg chg="add mod">
          <ac:chgData name="VIkram Goyal" userId="4529b0165c9307b1" providerId="LiveId" clId="{697E15A4-21D4-47E2-9C79-C70DAE4A1DFB}" dt="2021-09-25T06:49:36.068" v="5443"/>
          <ac:inkMkLst>
            <pc:docMk/>
            <pc:sldMk cId="1004514014" sldId="268"/>
            <ac:inkMk id="233" creationId="{440214FD-850F-4D7E-8D10-E356FC754AA0}"/>
          </ac:inkMkLst>
        </pc:inkChg>
      </pc:sldChg>
      <pc:sldChg chg="addSp delSp modSp new del mod">
        <pc:chgData name="VIkram Goyal" userId="4529b0165c9307b1" providerId="LiveId" clId="{697E15A4-21D4-47E2-9C79-C70DAE4A1DFB}" dt="2022-01-19T06:24:29.215" v="6426" actId="47"/>
        <pc:sldMkLst>
          <pc:docMk/>
          <pc:sldMk cId="2372459777" sldId="269"/>
        </pc:sldMkLst>
        <pc:spChg chg="mod">
          <ac:chgData name="VIkram Goyal" userId="4529b0165c9307b1" providerId="LiveId" clId="{697E15A4-21D4-47E2-9C79-C70DAE4A1DFB}" dt="2021-09-25T06:54:12.024" v="5558"/>
          <ac:spMkLst>
            <pc:docMk/>
            <pc:sldMk cId="2372459777" sldId="269"/>
            <ac:spMk id="2" creationId="{C90F004E-6C8F-41A5-8A29-DC5C32779520}"/>
          </ac:spMkLst>
        </pc:spChg>
        <pc:grpChg chg="del mod">
          <ac:chgData name="VIkram Goyal" userId="4529b0165c9307b1" providerId="LiveId" clId="{697E15A4-21D4-47E2-9C79-C70DAE4A1DFB}" dt="2021-09-25T06:51:14.393" v="5491"/>
          <ac:grpSpMkLst>
            <pc:docMk/>
            <pc:sldMk cId="2372459777" sldId="269"/>
            <ac:grpSpMk id="36" creationId="{2381B466-0190-4DC6-8587-1DCA591AED7F}"/>
          </ac:grpSpMkLst>
        </pc:grpChg>
        <pc:grpChg chg="del mod">
          <ac:chgData name="VIkram Goyal" userId="4529b0165c9307b1" providerId="LiveId" clId="{697E15A4-21D4-47E2-9C79-C70DAE4A1DFB}" dt="2021-09-25T06:51:17.198" v="5493"/>
          <ac:grpSpMkLst>
            <pc:docMk/>
            <pc:sldMk cId="2372459777" sldId="269"/>
            <ac:grpSpMk id="38" creationId="{50A7B065-7B48-42B0-B04F-FAF273612521}"/>
          </ac:grpSpMkLst>
        </pc:grpChg>
        <pc:grpChg chg="del mod">
          <ac:chgData name="VIkram Goyal" userId="4529b0165c9307b1" providerId="LiveId" clId="{697E15A4-21D4-47E2-9C79-C70DAE4A1DFB}" dt="2021-09-25T06:51:19.085" v="5496"/>
          <ac:grpSpMkLst>
            <pc:docMk/>
            <pc:sldMk cId="2372459777" sldId="269"/>
            <ac:grpSpMk id="40" creationId="{D9C526B4-4F35-4494-A39C-715F2A71A6DD}"/>
          </ac:grpSpMkLst>
        </pc:grpChg>
        <pc:grpChg chg="del mod">
          <ac:chgData name="VIkram Goyal" userId="4529b0165c9307b1" providerId="LiveId" clId="{697E15A4-21D4-47E2-9C79-C70DAE4A1DFB}" dt="2021-09-25T06:51:22.926" v="5502"/>
          <ac:grpSpMkLst>
            <pc:docMk/>
            <pc:sldMk cId="2372459777" sldId="269"/>
            <ac:grpSpMk id="43" creationId="{93534FFD-D65F-48E4-B256-914761C9F06C}"/>
          </ac:grpSpMkLst>
        </pc:grpChg>
        <pc:grpChg chg="del mod">
          <ac:chgData name="VIkram Goyal" userId="4529b0165c9307b1" providerId="LiveId" clId="{697E15A4-21D4-47E2-9C79-C70DAE4A1DFB}" dt="2021-09-25T06:51:33.457" v="5516"/>
          <ac:grpSpMkLst>
            <pc:docMk/>
            <pc:sldMk cId="2372459777" sldId="269"/>
            <ac:grpSpMk id="49" creationId="{4FB322F8-0CF9-43E2-81DB-B7B249041BBD}"/>
          </ac:grpSpMkLst>
        </pc:grpChg>
        <pc:grpChg chg="del mod">
          <ac:chgData name="VIkram Goyal" userId="4529b0165c9307b1" providerId="LiveId" clId="{697E15A4-21D4-47E2-9C79-C70DAE4A1DFB}" dt="2021-09-25T06:51:38.613" v="5521"/>
          <ac:grpSpMkLst>
            <pc:docMk/>
            <pc:sldMk cId="2372459777" sldId="269"/>
            <ac:grpSpMk id="63" creationId="{7208422C-F139-456A-ABA5-3602528C5B66}"/>
          </ac:grpSpMkLst>
        </pc:grpChg>
        <pc:grpChg chg="del mod">
          <ac:chgData name="VIkram Goyal" userId="4529b0165c9307b1" providerId="LiveId" clId="{697E15A4-21D4-47E2-9C79-C70DAE4A1DFB}" dt="2021-09-25T06:51:41.685" v="5529"/>
          <ac:grpSpMkLst>
            <pc:docMk/>
            <pc:sldMk cId="2372459777" sldId="269"/>
            <ac:grpSpMk id="68" creationId="{D930903F-226C-442B-A1C2-278439243BB8}"/>
          </ac:grpSpMkLst>
        </pc:grpChg>
        <pc:grpChg chg="del mod">
          <ac:chgData name="VIkram Goyal" userId="4529b0165c9307b1" providerId="LiveId" clId="{697E15A4-21D4-47E2-9C79-C70DAE4A1DFB}" dt="2021-09-25T06:51:48.627" v="5542"/>
          <ac:grpSpMkLst>
            <pc:docMk/>
            <pc:sldMk cId="2372459777" sldId="269"/>
            <ac:grpSpMk id="76" creationId="{FF1AAA1A-5B2F-47AF-9124-08220E435248}"/>
          </ac:grpSpMkLst>
        </pc:grpChg>
        <pc:grpChg chg="del mod">
          <ac:chgData name="VIkram Goyal" userId="4529b0165c9307b1" providerId="LiveId" clId="{697E15A4-21D4-47E2-9C79-C70DAE4A1DFB}" dt="2021-09-25T06:51:51.930" v="5544"/>
          <ac:grpSpMkLst>
            <pc:docMk/>
            <pc:sldMk cId="2372459777" sldId="269"/>
            <ac:grpSpMk id="89" creationId="{93BE24CF-E27B-4D9C-99F0-20F8B590E214}"/>
          </ac:grpSpMkLst>
        </pc:grpChg>
        <pc:grpChg chg="del mod">
          <ac:chgData name="VIkram Goyal" userId="4529b0165c9307b1" providerId="LiveId" clId="{697E15A4-21D4-47E2-9C79-C70DAE4A1DFB}" dt="2021-09-25T06:53:59.697" v="5546"/>
          <ac:grpSpMkLst>
            <pc:docMk/>
            <pc:sldMk cId="2372459777" sldId="269"/>
            <ac:grpSpMk id="91" creationId="{377491AF-8D87-4F0E-B300-5A3F32AEEBA3}"/>
          </ac:grpSpMkLst>
        </pc:grpChg>
        <pc:grpChg chg="del mod">
          <ac:chgData name="VIkram Goyal" userId="4529b0165c9307b1" providerId="LiveId" clId="{697E15A4-21D4-47E2-9C79-C70DAE4A1DFB}" dt="2021-09-25T06:54:02.124" v="5549"/>
          <ac:grpSpMkLst>
            <pc:docMk/>
            <pc:sldMk cId="2372459777" sldId="269"/>
            <ac:grpSpMk id="93" creationId="{19E6C306-586C-440B-956D-6409DCB01CD8}"/>
          </ac:grpSpMkLst>
        </pc:grpChg>
        <pc:grpChg chg="del mod">
          <ac:chgData name="VIkram Goyal" userId="4529b0165c9307b1" providerId="LiveId" clId="{697E15A4-21D4-47E2-9C79-C70DAE4A1DFB}" dt="2021-09-25T06:54:12.024" v="5558"/>
          <ac:grpSpMkLst>
            <pc:docMk/>
            <pc:sldMk cId="2372459777" sldId="269"/>
            <ac:grpSpMk id="96" creationId="{C508F3FC-3316-4D0D-A3CE-2D7B2FAC5B7B}"/>
          </ac:grpSpMkLst>
        </pc:grpChg>
        <pc:grpChg chg="del mod">
          <ac:chgData name="VIkram Goyal" userId="4529b0165c9307b1" providerId="LiveId" clId="{697E15A4-21D4-47E2-9C79-C70DAE4A1DFB}" dt="2021-09-25T06:54:13.691" v="5560"/>
          <ac:grpSpMkLst>
            <pc:docMk/>
            <pc:sldMk cId="2372459777" sldId="269"/>
            <ac:grpSpMk id="104" creationId="{85D6A952-154A-4A1D-A5BC-854955AAD31C}"/>
          </ac:grpSpMkLst>
        </pc:grpChg>
        <pc:grpChg chg="del mod">
          <ac:chgData name="VIkram Goyal" userId="4529b0165c9307b1" providerId="LiveId" clId="{697E15A4-21D4-47E2-9C79-C70DAE4A1DFB}" dt="2021-09-25T06:54:24.646" v="5562"/>
          <ac:grpSpMkLst>
            <pc:docMk/>
            <pc:sldMk cId="2372459777" sldId="269"/>
            <ac:grpSpMk id="106" creationId="{8020A08E-FF3D-4122-ABFC-9593FD07BCB6}"/>
          </ac:grpSpMkLst>
        </pc:grpChg>
        <pc:grpChg chg="del mod">
          <ac:chgData name="VIkram Goyal" userId="4529b0165c9307b1" providerId="LiveId" clId="{697E15A4-21D4-47E2-9C79-C70DAE4A1DFB}" dt="2021-09-25T06:55:56.008" v="5564"/>
          <ac:grpSpMkLst>
            <pc:docMk/>
            <pc:sldMk cId="2372459777" sldId="269"/>
            <ac:grpSpMk id="108" creationId="{645C0EF6-5FD3-4976-84AD-878238D5A6BE}"/>
          </ac:grpSpMkLst>
        </pc:grpChg>
        <pc:grpChg chg="del mod">
          <ac:chgData name="VIkram Goyal" userId="4529b0165c9307b1" providerId="LiveId" clId="{697E15A4-21D4-47E2-9C79-C70DAE4A1DFB}" dt="2021-09-25T06:55:57.359" v="5566"/>
          <ac:grpSpMkLst>
            <pc:docMk/>
            <pc:sldMk cId="2372459777" sldId="269"/>
            <ac:grpSpMk id="110" creationId="{76853D26-BA1F-4D73-82C8-7C6C05AE1730}"/>
          </ac:grpSpMkLst>
        </pc:grpChg>
        <pc:grpChg chg="del mod">
          <ac:chgData name="VIkram Goyal" userId="4529b0165c9307b1" providerId="LiveId" clId="{697E15A4-21D4-47E2-9C79-C70DAE4A1DFB}" dt="2021-09-25T06:56:00.498" v="5570"/>
          <ac:grpSpMkLst>
            <pc:docMk/>
            <pc:sldMk cId="2372459777" sldId="269"/>
            <ac:grpSpMk id="112" creationId="{F223C797-54C2-4385-B4B9-6FF3622A0671}"/>
          </ac:grpSpMkLst>
        </pc:grpChg>
        <pc:grpChg chg="del mod">
          <ac:chgData name="VIkram Goyal" userId="4529b0165c9307b1" providerId="LiveId" clId="{697E15A4-21D4-47E2-9C79-C70DAE4A1DFB}" dt="2021-09-25T06:56:02.571" v="5572"/>
          <ac:grpSpMkLst>
            <pc:docMk/>
            <pc:sldMk cId="2372459777" sldId="269"/>
            <ac:grpSpMk id="116" creationId="{85D825F0-C7C0-4787-B303-5AF1B70AD5BB}"/>
          </ac:grpSpMkLst>
        </pc:grpChg>
        <pc:grpChg chg="del mod">
          <ac:chgData name="VIkram Goyal" userId="4529b0165c9307b1" providerId="LiveId" clId="{697E15A4-21D4-47E2-9C79-C70DAE4A1DFB}" dt="2021-09-25T06:56:10.576" v="5575"/>
          <ac:grpSpMkLst>
            <pc:docMk/>
            <pc:sldMk cId="2372459777" sldId="269"/>
            <ac:grpSpMk id="118" creationId="{574A8E5B-A58F-47A4-B17A-2344B4BC8E05}"/>
          </ac:grpSpMkLst>
        </pc:grpChg>
        <pc:grpChg chg="del mod">
          <ac:chgData name="VIkram Goyal" userId="4529b0165c9307b1" providerId="LiveId" clId="{697E15A4-21D4-47E2-9C79-C70DAE4A1DFB}" dt="2021-09-25T06:56:15.145" v="5583"/>
          <ac:grpSpMkLst>
            <pc:docMk/>
            <pc:sldMk cId="2372459777" sldId="269"/>
            <ac:grpSpMk id="121" creationId="{AC5A5F58-8B11-4592-89DC-DCC534CBEA0A}"/>
          </ac:grpSpMkLst>
        </pc:grpChg>
        <pc:grpChg chg="del mod">
          <ac:chgData name="VIkram Goyal" userId="4529b0165c9307b1" providerId="LiveId" clId="{697E15A4-21D4-47E2-9C79-C70DAE4A1DFB}" dt="2021-09-25T06:56:15.145" v="5583"/>
          <ac:grpSpMkLst>
            <pc:docMk/>
            <pc:sldMk cId="2372459777" sldId="269"/>
            <ac:grpSpMk id="129" creationId="{A725CADD-D488-4613-A027-3D66BEFFEFF2}"/>
          </ac:grpSpMkLst>
        </pc:grpChg>
        <pc:grpChg chg="del mod">
          <ac:chgData name="VIkram Goyal" userId="4529b0165c9307b1" providerId="LiveId" clId="{697E15A4-21D4-47E2-9C79-C70DAE4A1DFB}" dt="2021-09-25T06:56:21.867" v="5586"/>
          <ac:grpSpMkLst>
            <pc:docMk/>
            <pc:sldMk cId="2372459777" sldId="269"/>
            <ac:grpSpMk id="130" creationId="{F82EF6E6-4AE0-4A50-A917-1925F94EF1EA}"/>
          </ac:grpSpMkLst>
        </pc:grpChg>
        <pc:grpChg chg="del mod">
          <ac:chgData name="VIkram Goyal" userId="4529b0165c9307b1" providerId="LiveId" clId="{697E15A4-21D4-47E2-9C79-C70DAE4A1DFB}" dt="2021-09-25T06:56:29.754" v="5592"/>
          <ac:grpSpMkLst>
            <pc:docMk/>
            <pc:sldMk cId="2372459777" sldId="269"/>
            <ac:grpSpMk id="133" creationId="{75B15B86-B10F-4FFE-8379-C1954BE6D68C}"/>
          </ac:grpSpMkLst>
        </pc:grpChg>
        <pc:grpChg chg="del mod">
          <ac:chgData name="VIkram Goyal" userId="4529b0165c9307b1" providerId="LiveId" clId="{697E15A4-21D4-47E2-9C79-C70DAE4A1DFB}" dt="2021-09-25T06:56:31.564" v="5594"/>
          <ac:grpSpMkLst>
            <pc:docMk/>
            <pc:sldMk cId="2372459777" sldId="269"/>
            <ac:grpSpMk id="139" creationId="{DD2A2112-9209-4860-9934-74D05AE97787}"/>
          </ac:grpSpMkLst>
        </pc:grpChg>
        <pc:grpChg chg="del mod">
          <ac:chgData name="VIkram Goyal" userId="4529b0165c9307b1" providerId="LiveId" clId="{697E15A4-21D4-47E2-9C79-C70DAE4A1DFB}" dt="2021-09-25T06:56:35.818" v="5597"/>
          <ac:grpSpMkLst>
            <pc:docMk/>
            <pc:sldMk cId="2372459777" sldId="269"/>
            <ac:grpSpMk id="141" creationId="{63057A4B-4120-40E2-9572-A7573F766C57}"/>
          </ac:grpSpMkLst>
        </pc:grpChg>
        <pc:grpChg chg="del mod">
          <ac:chgData name="VIkram Goyal" userId="4529b0165c9307b1" providerId="LiveId" clId="{697E15A4-21D4-47E2-9C79-C70DAE4A1DFB}" dt="2021-09-25T06:56:39.110" v="5599"/>
          <ac:grpSpMkLst>
            <pc:docMk/>
            <pc:sldMk cId="2372459777" sldId="269"/>
            <ac:grpSpMk id="144" creationId="{7BC56DE1-E68C-43ED-96E3-21F8B1377E22}"/>
          </ac:grpSpMkLst>
        </pc:grpChg>
        <pc:grpChg chg="del mod">
          <ac:chgData name="VIkram Goyal" userId="4529b0165c9307b1" providerId="LiveId" clId="{697E15A4-21D4-47E2-9C79-C70DAE4A1DFB}" dt="2021-09-25T06:56:41.608" v="5602"/>
          <ac:grpSpMkLst>
            <pc:docMk/>
            <pc:sldMk cId="2372459777" sldId="269"/>
            <ac:grpSpMk id="146" creationId="{414BDC55-F5DD-4230-A27E-474DBEF27535}"/>
          </ac:grpSpMkLst>
        </pc:grpChg>
        <pc:grpChg chg="del mod">
          <ac:chgData name="VIkram Goyal" userId="4529b0165c9307b1" providerId="LiveId" clId="{697E15A4-21D4-47E2-9C79-C70DAE4A1DFB}" dt="2021-09-25T06:56:44.886" v="5604"/>
          <ac:grpSpMkLst>
            <pc:docMk/>
            <pc:sldMk cId="2372459777" sldId="269"/>
            <ac:grpSpMk id="149" creationId="{D5499A7B-67E1-48CC-A630-0254CE0B9984}"/>
          </ac:grpSpMkLst>
        </pc:grpChg>
        <pc:grpChg chg="del mod">
          <ac:chgData name="VIkram Goyal" userId="4529b0165c9307b1" providerId="LiveId" clId="{697E15A4-21D4-47E2-9C79-C70DAE4A1DFB}" dt="2021-09-25T06:56:46.021" v="5607"/>
          <ac:grpSpMkLst>
            <pc:docMk/>
            <pc:sldMk cId="2372459777" sldId="269"/>
            <ac:grpSpMk id="151" creationId="{3C46ADD2-C2AB-429B-A3AA-1DBDA8B74E73}"/>
          </ac:grpSpMkLst>
        </pc:grpChg>
        <pc:grpChg chg="del mod">
          <ac:chgData name="VIkram Goyal" userId="4529b0165c9307b1" providerId="LiveId" clId="{697E15A4-21D4-47E2-9C79-C70DAE4A1DFB}" dt="2021-09-25T06:56:47.768" v="5609"/>
          <ac:grpSpMkLst>
            <pc:docMk/>
            <pc:sldMk cId="2372459777" sldId="269"/>
            <ac:grpSpMk id="154" creationId="{747F5A52-2128-4C4C-BCDF-BF25C18427BF}"/>
          </ac:grpSpMkLst>
        </pc:grpChg>
        <pc:grpChg chg="del mod">
          <ac:chgData name="VIkram Goyal" userId="4529b0165c9307b1" providerId="LiveId" clId="{697E15A4-21D4-47E2-9C79-C70DAE4A1DFB}" dt="2021-09-25T06:56:53.999" v="5615"/>
          <ac:grpSpMkLst>
            <pc:docMk/>
            <pc:sldMk cId="2372459777" sldId="269"/>
            <ac:grpSpMk id="156" creationId="{23D455AC-E5BD-4D12-B5DB-EA15CC4324B8}"/>
          </ac:grpSpMkLst>
        </pc:grpChg>
        <pc:grpChg chg="del mod">
          <ac:chgData name="VIkram Goyal" userId="4529b0165c9307b1" providerId="LiveId" clId="{697E15A4-21D4-47E2-9C79-C70DAE4A1DFB}" dt="2021-09-25T06:56:56.262" v="5618"/>
          <ac:grpSpMkLst>
            <pc:docMk/>
            <pc:sldMk cId="2372459777" sldId="269"/>
            <ac:grpSpMk id="162" creationId="{66EB5440-9EE1-40FC-90EF-4A746DF42270}"/>
          </ac:grpSpMkLst>
        </pc:grpChg>
        <pc:grpChg chg="del mod">
          <ac:chgData name="VIkram Goyal" userId="4529b0165c9307b1" providerId="LiveId" clId="{697E15A4-21D4-47E2-9C79-C70DAE4A1DFB}" dt="2021-09-25T06:56:58.454" v="5621"/>
          <ac:grpSpMkLst>
            <pc:docMk/>
            <pc:sldMk cId="2372459777" sldId="269"/>
            <ac:grpSpMk id="165" creationId="{04D160AD-7A53-443D-94FA-69AD77B99067}"/>
          </ac:grpSpMkLst>
        </pc:grpChg>
        <pc:grpChg chg="del mod">
          <ac:chgData name="VIkram Goyal" userId="4529b0165c9307b1" providerId="LiveId" clId="{697E15A4-21D4-47E2-9C79-C70DAE4A1DFB}" dt="2021-09-25T06:57:12.203" v="5624"/>
          <ac:grpSpMkLst>
            <pc:docMk/>
            <pc:sldMk cId="2372459777" sldId="269"/>
            <ac:grpSpMk id="168" creationId="{7B11C915-9B14-493C-937C-4C82C9E7ACCF}"/>
          </ac:grpSpMkLst>
        </pc:grpChg>
        <pc:grpChg chg="del mod">
          <ac:chgData name="VIkram Goyal" userId="4529b0165c9307b1" providerId="LiveId" clId="{697E15A4-21D4-47E2-9C79-C70DAE4A1DFB}" dt="2021-09-25T06:57:15.088" v="5626"/>
          <ac:grpSpMkLst>
            <pc:docMk/>
            <pc:sldMk cId="2372459777" sldId="269"/>
            <ac:grpSpMk id="171" creationId="{24F5E3B0-8F89-4F80-8014-0CC7640CFCEE}"/>
          </ac:grpSpMkLst>
        </pc:grpChg>
        <pc:grpChg chg="del mod">
          <ac:chgData name="VIkram Goyal" userId="4529b0165c9307b1" providerId="LiveId" clId="{697E15A4-21D4-47E2-9C79-C70DAE4A1DFB}" dt="2021-09-25T06:57:19.074" v="5628"/>
          <ac:grpSpMkLst>
            <pc:docMk/>
            <pc:sldMk cId="2372459777" sldId="269"/>
            <ac:grpSpMk id="173" creationId="{761781C8-0023-4ED9-97CA-8049F8A71DC4}"/>
          </ac:grpSpMkLst>
        </pc:grpChg>
        <pc:grpChg chg="del mod">
          <ac:chgData name="VIkram Goyal" userId="4529b0165c9307b1" providerId="LiveId" clId="{697E15A4-21D4-47E2-9C79-C70DAE4A1DFB}" dt="2021-09-25T06:57:25.117" v="5630"/>
          <ac:grpSpMkLst>
            <pc:docMk/>
            <pc:sldMk cId="2372459777" sldId="269"/>
            <ac:grpSpMk id="175" creationId="{BB43ACBD-C97C-4856-AB6C-F8FE13EF3F65}"/>
          </ac:grpSpMkLst>
        </pc:grpChg>
        <pc:grpChg chg="del mod">
          <ac:chgData name="VIkram Goyal" userId="4529b0165c9307b1" providerId="LiveId" clId="{697E15A4-21D4-47E2-9C79-C70DAE4A1DFB}" dt="2021-09-25T06:57:53.322" v="5634"/>
          <ac:grpSpMkLst>
            <pc:docMk/>
            <pc:sldMk cId="2372459777" sldId="269"/>
            <ac:grpSpMk id="177" creationId="{755B0B07-5F6D-4490-98D2-93C21608268E}"/>
          </ac:grpSpMkLst>
        </pc:grpChg>
        <pc:grpChg chg="del mod">
          <ac:chgData name="VIkram Goyal" userId="4529b0165c9307b1" providerId="LiveId" clId="{697E15A4-21D4-47E2-9C79-C70DAE4A1DFB}" dt="2021-09-25T06:57:54.533" v="5636"/>
          <ac:grpSpMkLst>
            <pc:docMk/>
            <pc:sldMk cId="2372459777" sldId="269"/>
            <ac:grpSpMk id="181" creationId="{3BF781D5-73DD-405E-9D8D-DCDBE4A26C07}"/>
          </ac:grpSpMkLst>
        </pc:grpChg>
        <pc:grpChg chg="mod">
          <ac:chgData name="VIkram Goyal" userId="4529b0165c9307b1" providerId="LiveId" clId="{697E15A4-21D4-47E2-9C79-C70DAE4A1DFB}" dt="2021-09-25T06:57:54.533" v="5636"/>
          <ac:grpSpMkLst>
            <pc:docMk/>
            <pc:sldMk cId="2372459777" sldId="269"/>
            <ac:grpSpMk id="183" creationId="{DCD34B7D-566E-4A78-A05C-EF4BD254BDE2}"/>
          </ac:grpSpMkLst>
        </pc:grp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4" creationId="{57026E1F-4214-4768-A842-E417C3C982BB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5" creationId="{009AA083-A57B-4240-AEB9-5384E291EC0B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6" creationId="{460A0DA8-C9DD-4668-932B-F3B1C4DEE2DE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7" creationId="{5C97A2BA-D99A-4084-BC7D-B025424EE7CC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8" creationId="{210308EC-63D2-4EDC-88E5-96354C4CAB6A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9" creationId="{DD1FE968-E620-42D5-96AE-C072CA091B27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0" creationId="{A92336B9-C799-4572-A876-03CC6C87171A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1" creationId="{20A30988-CC46-4CE1-BBBC-32C606AB5846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2" creationId="{0D6E3051-6814-4B4B-89B4-B399A52A7A0E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3" creationId="{52134C9B-F528-4A7D-82E1-6801BFB98F78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4" creationId="{A06A83BE-51BB-4EB4-8B23-4090EBC34792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5" creationId="{45479EC2-5A70-484E-944C-0C73EF4DD390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6" creationId="{5C595BEB-EC1C-4955-8BE9-B566FD2DFC29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7" creationId="{07A9ED2F-DF67-4554-907C-6FD6D9559A92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8" creationId="{E4BF9389-3666-4201-BB69-B11A6D75BA4B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9" creationId="{073BFB20-6220-4CD9-BCBD-F8966E71CA24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20" creationId="{2B7B15D0-EF0B-4B9D-A5E9-1BBFCA67F232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21" creationId="{2D1362AF-603F-478B-B040-AA64BDC392B3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22" creationId="{3A09AAAF-0A8E-46C2-92C4-FFC0BCB0F1EB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23" creationId="{C884EF8A-C20A-4407-B45A-185C88947BFD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24" creationId="{04C79664-5801-4B50-B892-F1360A7642DA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25" creationId="{0D9D973B-3ADF-425E-99DB-6D9B049B8E65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26" creationId="{85083CF1-8F33-44A3-B36A-9B9FF00269A3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27" creationId="{D79FC4B7-AA55-4DD5-8E75-4A2229933E43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28" creationId="{A7F43B03-D88C-48D7-8197-F0AEE7B121DD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29" creationId="{D85F824B-927F-4F1A-BC99-AF6A2180C704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30" creationId="{FB0358DE-DA15-43B2-AE88-CBF6C5872156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31" creationId="{3907B33F-D831-4628-B010-D59CE969EADD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32" creationId="{52B2ACBE-D4A8-455F-94C9-CBDE914438A7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33" creationId="{806C02D2-2BBD-452A-92C1-0FD1FA36E1F6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34" creationId="{ED149EEC-5908-4691-A598-6539378D2529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35" creationId="{69A21F0D-5A56-4624-9ACF-120F43C797DD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37" creationId="{5558548A-58E0-4BC2-B490-73940A3AFBD8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39" creationId="{5B704095-79D2-41E3-B827-6D30A464B0D0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41" creationId="{39EB24AE-FD56-46CA-82C8-90AD5DB3AD8F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42" creationId="{62C5BF36-8DE1-4101-AED7-7B68C99633C0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44" creationId="{0B02F54F-51A2-466F-A8BD-B5F8D623AA69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45" creationId="{1CD2B6EE-36FA-4ADC-A555-EF6814003D49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46" creationId="{C8B21C74-2DC1-4A10-AE92-F7C620E6BF71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47" creationId="{1362AF97-1475-4ABE-B4C6-466361CAC202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48" creationId="{A04CC48C-6F27-499E-9501-CC6FED1D1B26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50" creationId="{3D6BF7CD-0D1C-4311-8FF1-A3A438490301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51" creationId="{42BAB44C-B6DD-451B-BB4A-76F53B62AED3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52" creationId="{9B3DD4A9-9693-4936-83DD-EDFB98AE0202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53" creationId="{0216BAFF-9E76-43C4-836E-4B663FB46812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54" creationId="{4264D9D7-9247-4E99-A4E1-281C7B6E2DF0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55" creationId="{37B61DB9-DC9A-45E1-A424-5CE6937D9F9A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56" creationId="{050AFBE4-4AC2-4625-B2F0-FDE2D1F5F460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57" creationId="{478CE6D7-550F-4C1D-A249-24DEC7A7F7B0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58" creationId="{CC5CF439-82FF-4D31-90B5-600F1B5D8A44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59" creationId="{64CED69D-CC46-42FA-A25A-93AFAC35626D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60" creationId="{7C2EB2CC-0D91-438E-8226-596F61797CC3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61" creationId="{E3591F8E-7014-46AD-AF5A-F2993D68BA0E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62" creationId="{3E0F0C8C-33F0-4DF8-BE32-8585B8C0EBAA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64" creationId="{18E3EA9F-46BA-461E-AC53-53094BA18B1F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65" creationId="{95C00F6A-14FC-40BC-96BC-0385BD631948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66" creationId="{D94EAA3D-8F9F-4F05-BF1A-D2E2764A5A24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67" creationId="{139FE0BA-DEDA-46A0-93F1-FD5B2BC9BACC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69" creationId="{B61FB328-1B7E-4615-BB69-C44F9664142D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70" creationId="{E8BDB463-176C-430D-868F-3AA5110BF5A8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71" creationId="{F4CA422C-369C-41B5-9460-F1D69DDAAA35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72" creationId="{636BAA71-DD47-4FF0-8DC2-DE5F0BCBC065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73" creationId="{51E7592D-B428-4272-AFDF-3A14D95A9A68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74" creationId="{C7A1D76A-9F1F-45D5-94C1-501F7C4A582C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75" creationId="{F6E9D7D5-242B-43EF-B9B2-7534FE3F2B14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77" creationId="{618C9D94-2758-4613-A5C5-B1B0147354A5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78" creationId="{48F10F90-B046-44E8-9BE3-5320B3ED6391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79" creationId="{BDC2E7DB-E07B-48D6-8A9C-876512C6A7C3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80" creationId="{F962482C-8A4E-4A13-BB00-99F3ADE1AFC6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81" creationId="{803C9E1B-6489-4F35-92FC-A6DFF6569A00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82" creationId="{20740731-8F13-4FCA-BAFB-D929F10C8BC7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83" creationId="{28CBDF66-E43C-4F8C-9C62-1943EAB0A31A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84" creationId="{047C859B-2362-4800-9BD9-E801C6A3BA32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85" creationId="{E8086CE0-1BB7-4CB4-9470-202287C8A265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86" creationId="{D006D0AF-CE66-4EC3-86EC-177DECCB163B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87" creationId="{646BC666-9BD3-4311-9AD6-CF2244BEFF75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88" creationId="{F6E26343-408D-475E-A96A-C9429A629F4F}"/>
          </ac:inkMkLst>
        </pc:inkChg>
        <pc:inkChg chg="add mod">
          <ac:chgData name="VIkram Goyal" userId="4529b0165c9307b1" providerId="LiveId" clId="{697E15A4-21D4-47E2-9C79-C70DAE4A1DFB}" dt="2021-09-25T06:53:59.697" v="5546"/>
          <ac:inkMkLst>
            <pc:docMk/>
            <pc:sldMk cId="2372459777" sldId="269"/>
            <ac:inkMk id="90" creationId="{3469B6F0-8E80-46A5-B823-8C3733A27383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92" creationId="{7C1FE181-549F-4FD2-817E-20560A4B9FED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94" creationId="{C0CC360F-C2DE-45E7-80FD-68EF01CE1573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95" creationId="{0B8EA10A-946C-46A4-8249-45F745F07B5F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97" creationId="{03CD063E-7B31-48D9-8D59-7DF1B744AE4A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98" creationId="{8F21F3A7-757A-47B3-913F-06467EA340D4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99" creationId="{DD6B027C-DBE4-481F-989D-09FA2CAD18D3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00" creationId="{4CBBF40E-FFE3-4663-8A69-464A7DB462BC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01" creationId="{AFA363AD-6BD4-4C55-8151-2F47A0DFA6A9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02" creationId="{D3FDEC1E-7FAE-4454-8F03-4C3B7F914AD3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03" creationId="{F1007213-ECC2-47E3-BA7A-2147168D9C03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05" creationId="{7A018F42-4127-4FCB-B93A-997AAE35777E}"/>
          </ac:inkMkLst>
        </pc:inkChg>
        <pc:inkChg chg="add mod">
          <ac:chgData name="VIkram Goyal" userId="4529b0165c9307b1" providerId="LiveId" clId="{697E15A4-21D4-47E2-9C79-C70DAE4A1DFB}" dt="2021-09-25T06:55:56.008" v="5564"/>
          <ac:inkMkLst>
            <pc:docMk/>
            <pc:sldMk cId="2372459777" sldId="269"/>
            <ac:inkMk id="107" creationId="{E6667C0C-A13A-4553-9A42-AC4D416E2AB8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09" creationId="{E27936A0-0FF0-4FD4-A277-C4A0DB5DA602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11" creationId="{6ED0323F-01C2-4E05-B5CA-C9C3F83DBE3D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13" creationId="{F7B8095F-C1AE-404D-9447-02385858EAD1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14" creationId="{08F3AC14-5EE5-4D56-901B-A396B713F4FC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15" creationId="{FD40DB79-044A-413A-A472-B6B70CFA1EBD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17" creationId="{CC3920C2-BF8A-4645-9CDB-87DE7EC22B87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19" creationId="{15228EF7-3B53-497D-8328-E27D9DB0502C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20" creationId="{483FAFDA-70C4-44A6-897D-5A7FC8A77E5F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22" creationId="{A4362468-E3BD-4D6E-84A7-CC8111348936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23" creationId="{03CBF4BB-1A8A-4CE7-937D-2DA577105D0A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24" creationId="{6898AD6E-AEFC-40FC-97D2-DE85ACD8B3AA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25" creationId="{C1CAAF7D-6287-44AA-AA6A-8D05584E2D1F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26" creationId="{4B0189C4-098A-426E-A59F-32001C8591BE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27" creationId="{67795605-6608-4FE2-A254-D0A18CA00281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28" creationId="{754F8B53-3E41-497A-A9A2-82D1996DDDE5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31" creationId="{461E5BF6-F086-44CE-BA9A-FCFB212CE096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32" creationId="{60CF9342-CAAB-484B-B77A-F5CDE367EFA5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34" creationId="{C0FA01B7-C99A-4520-886D-CD976BFD23A1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35" creationId="{910D88FF-C8DF-4BE2-AD49-56199CD45462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36" creationId="{85767205-39E6-49E7-91D9-11EB1C01105B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37" creationId="{37848F81-EBBD-450C-9ACB-821DAC4DDAEE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38" creationId="{78BE7D2A-06D6-4662-951A-DF3A1436379A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40" creationId="{C82E88BD-D111-4DEB-8F3B-1D5C1E18B2D4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42" creationId="{5B476EF5-01C6-4C7B-BC2A-65F170390827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43" creationId="{3EA0A979-937C-44E9-A800-A34DAF135A56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45" creationId="{0FC80094-0D69-4783-A40C-3B39C5CC3E01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47" creationId="{0AD9B74E-8F2C-46FF-BD03-989C45398B9A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48" creationId="{AF7D8AB2-EEE5-4E1B-9321-16156F500A71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50" creationId="{8ABC7B3B-659A-4872-8CE4-C753A2385BA0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52" creationId="{8DE82AB4-2892-436E-A654-05087A63626B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53" creationId="{EC0A7F2E-6DEE-464D-AC17-FC8C8D11D281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55" creationId="{F512E723-AF87-41AE-9590-D52120079C06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57" creationId="{35364AB9-77C9-49E9-96EE-052357AC0EF3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58" creationId="{1E8DDF52-98D5-496D-8895-6F5680EE0D72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59" creationId="{049472A5-B939-4622-862F-FCFAF1394C5E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60" creationId="{1F66CA4E-8EA2-46D5-A28B-33572619C38F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61" creationId="{44101E63-43DF-40C7-AAD9-11BFC98A1D93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63" creationId="{DE1EAB96-A09D-4EE2-B8B3-C9670E45ABE4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64" creationId="{90D826D5-6B82-488C-914F-B483111FA6E6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66" creationId="{37979B7A-D46E-4ABC-A3A4-9D362CFC55AE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67" creationId="{9988A824-E63C-4C0C-9F2A-C46EB10F1FB7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69" creationId="{368A2BAD-DCEA-419C-809C-B0A841186EE0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70" creationId="{7F265229-799D-4292-A604-80CD2B7FF3E9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72" creationId="{8EA55B8F-0113-41EC-8EED-8D1212B7BC91}"/>
          </ac:inkMkLst>
        </pc:inkChg>
        <pc:inkChg chg="add mod">
          <ac:chgData name="VIkram Goyal" userId="4529b0165c9307b1" providerId="LiveId" clId="{697E15A4-21D4-47E2-9C79-C70DAE4A1DFB}" dt="2021-09-25T06:57:25.117" v="5630"/>
          <ac:inkMkLst>
            <pc:docMk/>
            <pc:sldMk cId="2372459777" sldId="269"/>
            <ac:inkMk id="174" creationId="{0ACD031F-10F2-4C00-8755-A1B9B88FAE42}"/>
          </ac:inkMkLst>
        </pc:inkChg>
        <pc:inkChg chg="add mod">
          <ac:chgData name="VIkram Goyal" userId="4529b0165c9307b1" providerId="LiveId" clId="{697E15A4-21D4-47E2-9C79-C70DAE4A1DFB}" dt="2021-09-25T06:57:53.322" v="5634"/>
          <ac:inkMkLst>
            <pc:docMk/>
            <pc:sldMk cId="2372459777" sldId="269"/>
            <ac:inkMk id="176" creationId="{C911237E-D387-4CA5-9815-0D1640C61B34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78" creationId="{AD1E2BC8-AE2A-4443-AA89-AD89E2035DCD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79" creationId="{47843920-19A3-4E5C-916A-6B11D73E2FBC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80" creationId="{C9B75667-9E64-4A18-8C52-C90CF3CCF48F}"/>
          </ac:inkMkLst>
        </pc:inkChg>
        <pc:inkChg chg="add mod">
          <ac:chgData name="VIkram Goyal" userId="4529b0165c9307b1" providerId="LiveId" clId="{697E15A4-21D4-47E2-9C79-C70DAE4A1DFB}" dt="2021-09-25T06:57:54.533" v="5636"/>
          <ac:inkMkLst>
            <pc:docMk/>
            <pc:sldMk cId="2372459777" sldId="269"/>
            <ac:inkMk id="182" creationId="{4E0ADAEA-E443-41F0-BC47-5187B7A65943}"/>
          </ac:inkMkLst>
        </pc:inkChg>
      </pc:sldChg>
      <pc:sldChg chg="addSp delSp modSp new add del mod">
        <pc:chgData name="VIkram Goyal" userId="4529b0165c9307b1" providerId="LiveId" clId="{697E15A4-21D4-47E2-9C79-C70DAE4A1DFB}" dt="2021-09-25T05:06:01.614" v="4355" actId="47"/>
        <pc:sldMkLst>
          <pc:docMk/>
          <pc:sldMk cId="3477820643" sldId="269"/>
        </pc:sldMkLst>
        <pc:grpChg chg="del mod">
          <ac:chgData name="VIkram Goyal" userId="4529b0165c9307b1" providerId="LiveId" clId="{697E15A4-21D4-47E2-9C79-C70DAE4A1DFB}" dt="2021-01-15T07:28:27.708" v="1930"/>
          <ac:grpSpMkLst>
            <pc:docMk/>
            <pc:sldMk cId="3477820643" sldId="269"/>
            <ac:grpSpMk id="8" creationId="{E57ECE00-B689-46E6-9050-20CB3969BD5C}"/>
          </ac:grpSpMkLst>
        </pc:grpChg>
        <pc:grpChg chg="del mod">
          <ac:chgData name="VIkram Goyal" userId="4529b0165c9307b1" providerId="LiveId" clId="{697E15A4-21D4-47E2-9C79-C70DAE4A1DFB}" dt="2021-01-15T07:29:47.887" v="2019"/>
          <ac:grpSpMkLst>
            <pc:docMk/>
            <pc:sldMk cId="3477820643" sldId="269"/>
            <ac:grpSpMk id="16" creationId="{FC2C1019-B780-4D77-9A04-956F31F7047F}"/>
          </ac:grpSpMkLst>
        </pc:grpChg>
        <pc:grpChg chg="del mod">
          <ac:chgData name="VIkram Goyal" userId="4529b0165c9307b1" providerId="LiveId" clId="{697E15A4-21D4-47E2-9C79-C70DAE4A1DFB}" dt="2021-01-15T07:28:48.359" v="1949"/>
          <ac:grpSpMkLst>
            <pc:docMk/>
            <pc:sldMk cId="3477820643" sldId="269"/>
            <ac:grpSpMk id="27" creationId="{A3E5A7A9-8847-429A-9DE7-E20EEBC03CE6}"/>
          </ac:grpSpMkLst>
        </pc:grpChg>
        <pc:grpChg chg="del mod">
          <ac:chgData name="VIkram Goyal" userId="4529b0165c9307b1" providerId="LiveId" clId="{697E15A4-21D4-47E2-9C79-C70DAE4A1DFB}" dt="2021-01-15T07:29:09.255" v="1969"/>
          <ac:grpSpMkLst>
            <pc:docMk/>
            <pc:sldMk cId="3477820643" sldId="269"/>
            <ac:grpSpMk id="32" creationId="{1578B009-53CE-4DA3-B30C-99227FC38208}"/>
          </ac:grpSpMkLst>
        </pc:grpChg>
        <pc:grpChg chg="del mod">
          <ac:chgData name="VIkram Goyal" userId="4529b0165c9307b1" providerId="LiveId" clId="{697E15A4-21D4-47E2-9C79-C70DAE4A1DFB}" dt="2021-01-15T07:29:55.637" v="2025"/>
          <ac:grpSpMkLst>
            <pc:docMk/>
            <pc:sldMk cId="3477820643" sldId="269"/>
            <ac:grpSpMk id="46" creationId="{474B8E5B-90F3-4485-AF22-226502928745}"/>
          </ac:grpSpMkLst>
        </pc:grpChg>
        <pc:grpChg chg="del mod">
          <ac:chgData name="VIkram Goyal" userId="4529b0165c9307b1" providerId="LiveId" clId="{697E15A4-21D4-47E2-9C79-C70DAE4A1DFB}" dt="2021-01-15T07:30:04.598" v="2030"/>
          <ac:grpSpMkLst>
            <pc:docMk/>
            <pc:sldMk cId="3477820643" sldId="269"/>
            <ac:grpSpMk id="50" creationId="{91D0C440-4FAC-49D9-9E09-2A16AD1C17FD}"/>
          </ac:grpSpMkLst>
        </pc:grpChg>
        <pc:grpChg chg="del mod">
          <ac:chgData name="VIkram Goyal" userId="4529b0165c9307b1" providerId="LiveId" clId="{697E15A4-21D4-47E2-9C79-C70DAE4A1DFB}" dt="2021-01-15T07:30:04.598" v="2030"/>
          <ac:grpSpMkLst>
            <pc:docMk/>
            <pc:sldMk cId="3477820643" sldId="269"/>
            <ac:grpSpMk id="54" creationId="{A907297C-E111-44C3-AF4F-57C4A2325080}"/>
          </ac:grpSpMkLst>
        </pc:grpChg>
        <pc:grpChg chg="del mod">
          <ac:chgData name="VIkram Goyal" userId="4529b0165c9307b1" providerId="LiveId" clId="{697E15A4-21D4-47E2-9C79-C70DAE4A1DFB}" dt="2021-01-15T07:29:42.157" v="2012"/>
          <ac:grpSpMkLst>
            <pc:docMk/>
            <pc:sldMk cId="3477820643" sldId="269"/>
            <ac:grpSpMk id="59" creationId="{837566B6-D26C-4FF9-ADE1-1B5C18BE5F0A}"/>
          </ac:grpSpMkLst>
        </pc:grpChg>
        <pc:grpChg chg="del mod">
          <ac:chgData name="VIkram Goyal" userId="4529b0165c9307b1" providerId="LiveId" clId="{697E15A4-21D4-47E2-9C79-C70DAE4A1DFB}" dt="2021-01-15T07:29:42.157" v="2012"/>
          <ac:grpSpMkLst>
            <pc:docMk/>
            <pc:sldMk cId="3477820643" sldId="269"/>
            <ac:grpSpMk id="66" creationId="{2D892EE0-6103-47EE-BA76-E3DA3FB25E2D}"/>
          </ac:grpSpMkLst>
        </pc:grpChg>
        <pc:grpChg chg="del mod">
          <ac:chgData name="VIkram Goyal" userId="4529b0165c9307b1" providerId="LiveId" clId="{697E15A4-21D4-47E2-9C79-C70DAE4A1DFB}" dt="2021-01-15T07:29:39.329" v="2009"/>
          <ac:grpSpMkLst>
            <pc:docMk/>
            <pc:sldMk cId="3477820643" sldId="269"/>
            <ac:grpSpMk id="75" creationId="{99D9B97D-A7B5-4CAE-956D-716606E533E3}"/>
          </ac:grpSpMkLst>
        </pc:grpChg>
        <pc:grpChg chg="del mod">
          <ac:chgData name="VIkram Goyal" userId="4529b0165c9307b1" providerId="LiveId" clId="{697E15A4-21D4-47E2-9C79-C70DAE4A1DFB}" dt="2021-01-15T07:29:43.475" v="2015"/>
          <ac:grpSpMkLst>
            <pc:docMk/>
            <pc:sldMk cId="3477820643" sldId="269"/>
            <ac:grpSpMk id="86" creationId="{3BAD426C-6BD0-4FB0-BA33-74287EFF7FD2}"/>
          </ac:grpSpMkLst>
        </pc:grpChg>
        <pc:grpChg chg="del mod">
          <ac:chgData name="VIkram Goyal" userId="4529b0165c9307b1" providerId="LiveId" clId="{697E15A4-21D4-47E2-9C79-C70DAE4A1DFB}" dt="2021-01-15T07:29:42.157" v="2012"/>
          <ac:grpSpMkLst>
            <pc:docMk/>
            <pc:sldMk cId="3477820643" sldId="269"/>
            <ac:grpSpMk id="87" creationId="{3A095157-9109-4628-8439-8AC53B94423D}"/>
          </ac:grpSpMkLst>
        </pc:grpChg>
        <pc:grpChg chg="del mod">
          <ac:chgData name="VIkram Goyal" userId="4529b0165c9307b1" providerId="LiveId" clId="{697E15A4-21D4-47E2-9C79-C70DAE4A1DFB}" dt="2021-01-15T07:30:04.598" v="2030"/>
          <ac:grpSpMkLst>
            <pc:docMk/>
            <pc:sldMk cId="3477820643" sldId="269"/>
            <ac:grpSpMk id="90" creationId="{7210C65D-1519-4423-8220-CF24255DA1C2}"/>
          </ac:grpSpMkLst>
        </pc:grpChg>
        <pc:grpChg chg="del mod">
          <ac:chgData name="VIkram Goyal" userId="4529b0165c9307b1" providerId="LiveId" clId="{697E15A4-21D4-47E2-9C79-C70DAE4A1DFB}" dt="2021-01-15T07:30:13.299" v="2035"/>
          <ac:grpSpMkLst>
            <pc:docMk/>
            <pc:sldMk cId="3477820643" sldId="269"/>
            <ac:grpSpMk id="93" creationId="{390CAE6C-F3DE-47BF-AEA3-826A45873E16}"/>
          </ac:grpSpMkLst>
        </pc:grpChg>
        <pc:grpChg chg="del mod">
          <ac:chgData name="VIkram Goyal" userId="4529b0165c9307b1" providerId="LiveId" clId="{697E15A4-21D4-47E2-9C79-C70DAE4A1DFB}" dt="2021-01-15T07:29:49.762" v="2021"/>
          <ac:grpSpMkLst>
            <pc:docMk/>
            <pc:sldMk cId="3477820643" sldId="269"/>
            <ac:grpSpMk id="97" creationId="{34ED5B80-642D-442A-ACE9-6F92CD96AEE9}"/>
          </ac:grpSpMkLst>
        </pc:grpChg>
        <pc:grpChg chg="del mod">
          <ac:chgData name="VIkram Goyal" userId="4529b0165c9307b1" providerId="LiveId" clId="{697E15A4-21D4-47E2-9C79-C70DAE4A1DFB}" dt="2021-01-15T07:29:54.691" v="2023"/>
          <ac:grpSpMkLst>
            <pc:docMk/>
            <pc:sldMk cId="3477820643" sldId="269"/>
            <ac:grpSpMk id="99" creationId="{40D9107A-E21B-4825-86E4-C522B279DB12}"/>
          </ac:grpSpMkLst>
        </pc:grpChg>
        <pc:grpChg chg="del mod">
          <ac:chgData name="VIkram Goyal" userId="4529b0165c9307b1" providerId="LiveId" clId="{697E15A4-21D4-47E2-9C79-C70DAE4A1DFB}" dt="2021-01-15T07:29:55.637" v="2025"/>
          <ac:grpSpMkLst>
            <pc:docMk/>
            <pc:sldMk cId="3477820643" sldId="269"/>
            <ac:grpSpMk id="101" creationId="{FEF167F6-C682-4B5B-BE86-8F5AD86FCF91}"/>
          </ac:grpSpMkLst>
        </pc:grpChg>
        <pc:grpChg chg="del mod">
          <ac:chgData name="VIkram Goyal" userId="4529b0165c9307b1" providerId="LiveId" clId="{697E15A4-21D4-47E2-9C79-C70DAE4A1DFB}" dt="2021-01-15T07:29:57.717" v="2028"/>
          <ac:grpSpMkLst>
            <pc:docMk/>
            <pc:sldMk cId="3477820643" sldId="269"/>
            <ac:grpSpMk id="103" creationId="{5F085706-82A9-4AAD-B683-2281C281DB09}"/>
          </ac:grpSpMkLst>
        </pc:grpChg>
        <pc:grpChg chg="del mod">
          <ac:chgData name="VIkram Goyal" userId="4529b0165c9307b1" providerId="LiveId" clId="{697E15A4-21D4-47E2-9C79-C70DAE4A1DFB}" dt="2021-01-15T07:30:04.598" v="2030"/>
          <ac:grpSpMkLst>
            <pc:docMk/>
            <pc:sldMk cId="3477820643" sldId="269"/>
            <ac:grpSpMk id="106" creationId="{8C71BEBA-8735-493A-8D8B-40FDF2CEC0FF}"/>
          </ac:grpSpMkLst>
        </pc:grpChg>
        <pc:grpChg chg="del mod">
          <ac:chgData name="VIkram Goyal" userId="4529b0165c9307b1" providerId="LiveId" clId="{697E15A4-21D4-47E2-9C79-C70DAE4A1DFB}" dt="2021-01-15T07:30:07.256" v="2033"/>
          <ac:grpSpMkLst>
            <pc:docMk/>
            <pc:sldMk cId="3477820643" sldId="269"/>
            <ac:grpSpMk id="108" creationId="{0D555671-9510-47A6-B21E-BCD31A66E5C2}"/>
          </ac:grpSpMkLst>
        </pc:grpChg>
        <pc:grpChg chg="del mod">
          <ac:chgData name="VIkram Goyal" userId="4529b0165c9307b1" providerId="LiveId" clId="{697E15A4-21D4-47E2-9C79-C70DAE4A1DFB}" dt="2021-01-15T07:30:15.167" v="2037"/>
          <ac:grpSpMkLst>
            <pc:docMk/>
            <pc:sldMk cId="3477820643" sldId="269"/>
            <ac:grpSpMk id="111" creationId="{33A33A29-9824-484D-8C0D-2DA255DA8E83}"/>
          </ac:grpSpMkLst>
        </pc:grpChg>
        <pc:grpChg chg="mod">
          <ac:chgData name="VIkram Goyal" userId="4529b0165c9307b1" providerId="LiveId" clId="{697E15A4-21D4-47E2-9C79-C70DAE4A1DFB}" dt="2021-01-15T07:30:13.299" v="2035"/>
          <ac:grpSpMkLst>
            <pc:docMk/>
            <pc:sldMk cId="3477820643" sldId="269"/>
            <ac:grpSpMk id="113" creationId="{201B808D-B6B3-4653-A3A5-6DB622643EEF}"/>
          </ac:grpSpMkLst>
        </pc:grpChg>
        <pc:grpChg chg="del mod">
          <ac:chgData name="VIkram Goyal" userId="4529b0165c9307b1" providerId="LiveId" clId="{697E15A4-21D4-47E2-9C79-C70DAE4A1DFB}" dt="2021-01-15T07:30:38.100" v="2043"/>
          <ac:grpSpMkLst>
            <pc:docMk/>
            <pc:sldMk cId="3477820643" sldId="269"/>
            <ac:grpSpMk id="115" creationId="{0FFAF90C-6AA4-4B38-835C-141F464239C2}"/>
          </ac:grpSpMkLst>
        </pc:grpChg>
        <pc:grpChg chg="del mod">
          <ac:chgData name="VIkram Goyal" userId="4529b0165c9307b1" providerId="LiveId" clId="{697E15A4-21D4-47E2-9C79-C70DAE4A1DFB}" dt="2021-01-15T07:30:47.096" v="2060"/>
          <ac:grpSpMkLst>
            <pc:docMk/>
            <pc:sldMk cId="3477820643" sldId="269"/>
            <ac:grpSpMk id="121" creationId="{5AE1965F-E78E-4348-8C5C-8FE21D2FC448}"/>
          </ac:grpSpMkLst>
        </pc:grpChg>
        <pc:grpChg chg="del mod">
          <ac:chgData name="VIkram Goyal" userId="4529b0165c9307b1" providerId="LiveId" clId="{697E15A4-21D4-47E2-9C79-C70DAE4A1DFB}" dt="2021-01-15T07:30:49.439" v="2066"/>
          <ac:grpSpMkLst>
            <pc:docMk/>
            <pc:sldMk cId="3477820643" sldId="269"/>
            <ac:grpSpMk id="138" creationId="{F6E883DF-D5BF-4BAF-A9A7-5B434D196F3C}"/>
          </ac:grpSpMkLst>
        </pc:grpChg>
        <pc:grpChg chg="del mod">
          <ac:chgData name="VIkram Goyal" userId="4529b0165c9307b1" providerId="LiveId" clId="{697E15A4-21D4-47E2-9C79-C70DAE4A1DFB}" dt="2021-01-15T07:30:52.783" v="2069"/>
          <ac:grpSpMkLst>
            <pc:docMk/>
            <pc:sldMk cId="3477820643" sldId="269"/>
            <ac:grpSpMk id="144" creationId="{76078098-8181-48A9-B690-7B7019DC2A33}"/>
          </ac:grpSpMkLst>
        </pc:grpChg>
        <pc:grpChg chg="del mod">
          <ac:chgData name="VIkram Goyal" userId="4529b0165c9307b1" providerId="LiveId" clId="{697E15A4-21D4-47E2-9C79-C70DAE4A1DFB}" dt="2021-01-15T07:30:55.839" v="2074"/>
          <ac:grpSpMkLst>
            <pc:docMk/>
            <pc:sldMk cId="3477820643" sldId="269"/>
            <ac:grpSpMk id="147" creationId="{47F093B9-AB7C-413C-882E-84FA27A9416E}"/>
          </ac:grpSpMkLst>
        </pc:grpChg>
        <pc:grpChg chg="mod">
          <ac:chgData name="VIkram Goyal" userId="4529b0165c9307b1" providerId="LiveId" clId="{697E15A4-21D4-47E2-9C79-C70DAE4A1DFB}" dt="2021-01-15T07:30:55.839" v="2074"/>
          <ac:grpSpMkLst>
            <pc:docMk/>
            <pc:sldMk cId="3477820643" sldId="269"/>
            <ac:grpSpMk id="152" creationId="{61F4FFB2-1B22-4D25-B5E2-A34018CA18E4}"/>
          </ac:grpSpMkLst>
        </pc:grpChg>
        <pc:grpChg chg="mod">
          <ac:chgData name="VIkram Goyal" userId="4529b0165c9307b1" providerId="LiveId" clId="{697E15A4-21D4-47E2-9C79-C70DAE4A1DFB}" dt="2021-01-15T07:31:00.188" v="2080"/>
          <ac:grpSpMkLst>
            <pc:docMk/>
            <pc:sldMk cId="3477820643" sldId="269"/>
            <ac:grpSpMk id="158" creationId="{D7A79C33-34D7-4607-915E-224550B17E08}"/>
          </ac:grpSpMkLst>
        </pc:grpChg>
        <pc:grpChg chg="del mod">
          <ac:chgData name="VIkram Goyal" userId="4529b0165c9307b1" providerId="LiveId" clId="{697E15A4-21D4-47E2-9C79-C70DAE4A1DFB}" dt="2021-01-15T07:31:25.474" v="2117"/>
          <ac:grpSpMkLst>
            <pc:docMk/>
            <pc:sldMk cId="3477820643" sldId="269"/>
            <ac:grpSpMk id="162" creationId="{CC590698-9A30-4B78-884B-9F38384D19A6}"/>
          </ac:grpSpMkLst>
        </pc:grpChg>
        <pc:grpChg chg="del mod">
          <ac:chgData name="VIkram Goyal" userId="4529b0165c9307b1" providerId="LiveId" clId="{697E15A4-21D4-47E2-9C79-C70DAE4A1DFB}" dt="2021-01-15T07:31:21.089" v="2107"/>
          <ac:grpSpMkLst>
            <pc:docMk/>
            <pc:sldMk cId="3477820643" sldId="269"/>
            <ac:grpSpMk id="173" creationId="{AC4C87D7-FA59-4BB3-81B5-F7114A033F36}"/>
          </ac:grpSpMkLst>
        </pc:grpChg>
        <pc:grpChg chg="del mod">
          <ac:chgData name="VIkram Goyal" userId="4529b0165c9307b1" providerId="LiveId" clId="{697E15A4-21D4-47E2-9C79-C70DAE4A1DFB}" dt="2021-01-15T07:31:21.089" v="2107"/>
          <ac:grpSpMkLst>
            <pc:docMk/>
            <pc:sldMk cId="3477820643" sldId="269"/>
            <ac:grpSpMk id="174" creationId="{FEC1999C-DDFC-4139-A989-05C39B7BA3A9}"/>
          </ac:grpSpMkLst>
        </pc:grpChg>
        <pc:grpChg chg="del mod">
          <ac:chgData name="VIkram Goyal" userId="4529b0165c9307b1" providerId="LiveId" clId="{697E15A4-21D4-47E2-9C79-C70DAE4A1DFB}" dt="2021-01-15T07:31:25.474" v="2117"/>
          <ac:grpSpMkLst>
            <pc:docMk/>
            <pc:sldMk cId="3477820643" sldId="269"/>
            <ac:grpSpMk id="186" creationId="{7584F9D3-D7AC-4499-8DC9-271C79A93DB9}"/>
          </ac:grpSpMkLst>
        </pc:grpChg>
        <pc:grpChg chg="del mod">
          <ac:chgData name="VIkram Goyal" userId="4529b0165c9307b1" providerId="LiveId" clId="{697E15A4-21D4-47E2-9C79-C70DAE4A1DFB}" dt="2021-01-15T07:31:27.989" v="2120"/>
          <ac:grpSpMkLst>
            <pc:docMk/>
            <pc:sldMk cId="3477820643" sldId="269"/>
            <ac:grpSpMk id="196" creationId="{09693CD8-A5A2-4705-9422-B34F242768B0}"/>
          </ac:grpSpMkLst>
        </pc:grpChg>
        <pc:grpChg chg="mod">
          <ac:chgData name="VIkram Goyal" userId="4529b0165c9307b1" providerId="LiveId" clId="{697E15A4-21D4-47E2-9C79-C70DAE4A1DFB}" dt="2021-01-15T07:31:31.882" v="2133"/>
          <ac:grpSpMkLst>
            <pc:docMk/>
            <pc:sldMk cId="3477820643" sldId="269"/>
            <ac:grpSpMk id="199" creationId="{025574C1-E845-458F-B4CA-75D219C5DDB4}"/>
          </ac:grpSpMkLst>
        </pc:grpChg>
        <pc:grpChg chg="del mod">
          <ac:chgData name="VIkram Goyal" userId="4529b0165c9307b1" providerId="LiveId" clId="{697E15A4-21D4-47E2-9C79-C70DAE4A1DFB}" dt="2021-01-15T07:31:53.565" v="2152"/>
          <ac:grpSpMkLst>
            <pc:docMk/>
            <pc:sldMk cId="3477820643" sldId="269"/>
            <ac:grpSpMk id="203" creationId="{AAED24CC-5FB2-46D0-A196-1CB6AA9A9BEF}"/>
          </ac:grpSpMkLst>
        </pc:grpChg>
        <pc:grpChg chg="del mod">
          <ac:chgData name="VIkram Goyal" userId="4529b0165c9307b1" providerId="LiveId" clId="{697E15A4-21D4-47E2-9C79-C70DAE4A1DFB}" dt="2021-01-15T07:31:53.565" v="2152"/>
          <ac:grpSpMkLst>
            <pc:docMk/>
            <pc:sldMk cId="3477820643" sldId="269"/>
            <ac:grpSpMk id="208" creationId="{FD6FEF97-51E7-4A14-836A-2BA4F30A1AFD}"/>
          </ac:grpSpMkLst>
        </pc:grpChg>
        <pc:grpChg chg="del mod">
          <ac:chgData name="VIkram Goyal" userId="4529b0165c9307b1" providerId="LiveId" clId="{697E15A4-21D4-47E2-9C79-C70DAE4A1DFB}" dt="2021-01-15T07:31:58.610" v="2155"/>
          <ac:grpSpMkLst>
            <pc:docMk/>
            <pc:sldMk cId="3477820643" sldId="269"/>
            <ac:grpSpMk id="218" creationId="{24577F2B-BC01-468D-AD7C-3BB265D448D9}"/>
          </ac:grpSpMkLst>
        </pc:grpChg>
        <pc:grpChg chg="mod">
          <ac:chgData name="VIkram Goyal" userId="4529b0165c9307b1" providerId="LiveId" clId="{697E15A4-21D4-47E2-9C79-C70DAE4A1DFB}" dt="2021-01-15T07:31:58.610" v="2155"/>
          <ac:grpSpMkLst>
            <pc:docMk/>
            <pc:sldMk cId="3477820643" sldId="269"/>
            <ac:grpSpMk id="221" creationId="{22B2D0D8-20CA-4C56-B3FC-59A167B1D8CB}"/>
          </ac:grpSpMkLst>
        </pc:grpChg>
        <pc:grpChg chg="mod">
          <ac:chgData name="VIkram Goyal" userId="4529b0165c9307b1" providerId="LiveId" clId="{697E15A4-21D4-47E2-9C79-C70DAE4A1DFB}" dt="2021-01-15T07:32:00.366" v="2158"/>
          <ac:grpSpMkLst>
            <pc:docMk/>
            <pc:sldMk cId="3477820643" sldId="269"/>
            <ac:grpSpMk id="224" creationId="{6509217A-BB00-4BFA-A360-199ADEBCC82A}"/>
          </ac:grpSpMkLst>
        </pc:grpChg>
        <pc:grpChg chg="del mod">
          <ac:chgData name="VIkram Goyal" userId="4529b0165c9307b1" providerId="LiveId" clId="{697E15A4-21D4-47E2-9C79-C70DAE4A1DFB}" dt="2021-01-15T07:32:17.940" v="2178"/>
          <ac:grpSpMkLst>
            <pc:docMk/>
            <pc:sldMk cId="3477820643" sldId="269"/>
            <ac:grpSpMk id="244" creationId="{F63A4530-7389-4686-AA69-ED5AB253B9CB}"/>
          </ac:grpSpMkLst>
        </pc:grpChg>
        <pc:grpChg chg="del mod">
          <ac:chgData name="VIkram Goyal" userId="4529b0165c9307b1" providerId="LiveId" clId="{697E15A4-21D4-47E2-9C79-C70DAE4A1DFB}" dt="2021-01-15T07:32:26.163" v="2190"/>
          <ac:grpSpMkLst>
            <pc:docMk/>
            <pc:sldMk cId="3477820643" sldId="269"/>
            <ac:grpSpMk id="245" creationId="{E484E0C1-EA61-4600-9B59-8D06F5B07818}"/>
          </ac:grpSpMkLst>
        </pc:grpChg>
        <pc:grpChg chg="del mod">
          <ac:chgData name="VIkram Goyal" userId="4529b0165c9307b1" providerId="LiveId" clId="{697E15A4-21D4-47E2-9C79-C70DAE4A1DFB}" dt="2021-01-15T07:32:29.926" v="2194"/>
          <ac:grpSpMkLst>
            <pc:docMk/>
            <pc:sldMk cId="3477820643" sldId="269"/>
            <ac:grpSpMk id="257" creationId="{3DC1D2D9-8AF5-44F0-8DF5-3C3A954A6DDC}"/>
          </ac:grpSpMkLst>
        </pc:grpChg>
        <pc:grpChg chg="del mod">
          <ac:chgData name="VIkram Goyal" userId="4529b0165c9307b1" providerId="LiveId" clId="{697E15A4-21D4-47E2-9C79-C70DAE4A1DFB}" dt="2021-01-15T07:32:52.965" v="2230"/>
          <ac:grpSpMkLst>
            <pc:docMk/>
            <pc:sldMk cId="3477820643" sldId="269"/>
            <ac:grpSpMk id="261" creationId="{2F5BE453-D7AB-492F-A8BA-4307EB8BC60A}"/>
          </ac:grpSpMkLst>
        </pc:grpChg>
        <pc:grpChg chg="mod">
          <ac:chgData name="VIkram Goyal" userId="4529b0165c9307b1" providerId="LiveId" clId="{697E15A4-21D4-47E2-9C79-C70DAE4A1DFB}" dt="2021-01-15T07:32:52.965" v="2230"/>
          <ac:grpSpMkLst>
            <pc:docMk/>
            <pc:sldMk cId="3477820643" sldId="269"/>
            <ac:grpSpMk id="297" creationId="{9EEEB14E-2F04-4F69-8970-C03B922F238E}"/>
          </ac:grpSpMkLst>
        </pc:grpChg>
        <pc:inkChg chg="add">
          <ac:chgData name="VIkram Goyal" userId="4529b0165c9307b1" providerId="LiveId" clId="{697E15A4-21D4-47E2-9C79-C70DAE4A1DFB}" dt="2021-01-15T07:28:18.870" v="1916" actId="9405"/>
          <ac:inkMkLst>
            <pc:docMk/>
            <pc:sldMk cId="3477820643" sldId="269"/>
            <ac:inkMk id="2" creationId="{1C465758-4106-4905-8E52-7524EFF3A036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3" creationId="{5D819943-F717-495C-B416-AB292FDFC94A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4" creationId="{0FB8296D-4775-40CD-9624-1FC7655DE3B8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5" creationId="{A2047A05-47AF-46C1-91B4-AD356781FF8E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6" creationId="{7BBA37BD-0175-4832-93F7-6E35F7CFD311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7" creationId="{E50DD957-A81B-4D4E-8EC2-B7D0A7939A8D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9" creationId="{E83B15C9-34EE-4BF8-8F57-9E98D47DFCA9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0" creationId="{B398BB85-9CFB-48E0-8BEF-9C27A8E4699B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1" creationId="{0123B1CA-ADAE-44F9-BE6B-0057CA027C6D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2" creationId="{E4D80825-5943-4184-AD42-F2A1D7CC741A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3" creationId="{A9B38AC3-5C85-4C8B-851F-C0927C4030CE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4" creationId="{0A52625F-BA4E-460D-BB5C-10B5BE493B45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5" creationId="{9BF01E2B-BACB-4E62-9241-857B80341B31}"/>
          </ac:inkMkLst>
        </pc:inkChg>
        <pc:inkChg chg="add">
          <ac:chgData name="VIkram Goyal" userId="4529b0165c9307b1" providerId="LiveId" clId="{697E15A4-21D4-47E2-9C79-C70DAE4A1DFB}" dt="2021-01-15T07:28:28.093" v="1931" actId="9405"/>
          <ac:inkMkLst>
            <pc:docMk/>
            <pc:sldMk cId="3477820643" sldId="269"/>
            <ac:inkMk id="17" creationId="{08F1C19B-57BA-4BE8-AA9E-DEC904BFECD8}"/>
          </ac:inkMkLst>
        </pc:inkChg>
        <pc:inkChg chg="add del mod">
          <ac:chgData name="VIkram Goyal" userId="4529b0165c9307b1" providerId="LiveId" clId="{697E15A4-21D4-47E2-9C79-C70DAE4A1DFB}" dt="2021-01-15T07:28:47.262" v="1945"/>
          <ac:inkMkLst>
            <pc:docMk/>
            <pc:sldMk cId="3477820643" sldId="269"/>
            <ac:inkMk id="18" creationId="{5E2B7842-D0D0-44CD-A92B-C8B6A970CA4F}"/>
          </ac:inkMkLst>
        </pc:inkChg>
        <pc:inkChg chg="add del mod">
          <ac:chgData name="VIkram Goyal" userId="4529b0165c9307b1" providerId="LiveId" clId="{697E15A4-21D4-47E2-9C79-C70DAE4A1DFB}" dt="2021-01-15T07:28:48.359" v="1949"/>
          <ac:inkMkLst>
            <pc:docMk/>
            <pc:sldMk cId="3477820643" sldId="269"/>
            <ac:inkMk id="19" creationId="{51F522DA-9A33-448B-8392-D34D5DFF301A}"/>
          </ac:inkMkLst>
        </pc:inkChg>
        <pc:inkChg chg="add del mod">
          <ac:chgData name="VIkram Goyal" userId="4529b0165c9307b1" providerId="LiveId" clId="{697E15A4-21D4-47E2-9C79-C70DAE4A1DFB}" dt="2021-01-15T07:28:47.261" v="1943"/>
          <ac:inkMkLst>
            <pc:docMk/>
            <pc:sldMk cId="3477820643" sldId="269"/>
            <ac:inkMk id="20" creationId="{4ED0DA73-55A6-4503-ABA3-D6F9F02BF452}"/>
          </ac:inkMkLst>
        </pc:inkChg>
        <pc:inkChg chg="add del mod">
          <ac:chgData name="VIkram Goyal" userId="4529b0165c9307b1" providerId="LiveId" clId="{697E15A4-21D4-47E2-9C79-C70DAE4A1DFB}" dt="2021-01-15T07:28:47.261" v="1942"/>
          <ac:inkMkLst>
            <pc:docMk/>
            <pc:sldMk cId="3477820643" sldId="269"/>
            <ac:inkMk id="21" creationId="{CB5F7554-C0A6-425B-AC28-72F6211D141F}"/>
          </ac:inkMkLst>
        </pc:inkChg>
        <pc:inkChg chg="add del mod">
          <ac:chgData name="VIkram Goyal" userId="4529b0165c9307b1" providerId="LiveId" clId="{697E15A4-21D4-47E2-9C79-C70DAE4A1DFB}" dt="2021-01-15T07:28:47.262" v="1944"/>
          <ac:inkMkLst>
            <pc:docMk/>
            <pc:sldMk cId="3477820643" sldId="269"/>
            <ac:inkMk id="22" creationId="{04D8F551-224A-4AAB-847F-0D7EC0C08DCA}"/>
          </ac:inkMkLst>
        </pc:inkChg>
        <pc:inkChg chg="add del mod">
          <ac:chgData name="VIkram Goyal" userId="4529b0165c9307b1" providerId="LiveId" clId="{697E15A4-21D4-47E2-9C79-C70DAE4A1DFB}" dt="2021-01-15T07:28:48.359" v="1950"/>
          <ac:inkMkLst>
            <pc:docMk/>
            <pc:sldMk cId="3477820643" sldId="269"/>
            <ac:inkMk id="23" creationId="{01ACE668-F623-4CC4-BE89-550731C211FE}"/>
          </ac:inkMkLst>
        </pc:inkChg>
        <pc:inkChg chg="add del mod">
          <ac:chgData name="VIkram Goyal" userId="4529b0165c9307b1" providerId="LiveId" clId="{697E15A4-21D4-47E2-9C79-C70DAE4A1DFB}" dt="2021-01-15T07:28:48.358" v="1946"/>
          <ac:inkMkLst>
            <pc:docMk/>
            <pc:sldMk cId="3477820643" sldId="269"/>
            <ac:inkMk id="24" creationId="{B8D9C42D-B130-42F0-8A17-D7799AA72D85}"/>
          </ac:inkMkLst>
        </pc:inkChg>
        <pc:inkChg chg="add del mod">
          <ac:chgData name="VIkram Goyal" userId="4529b0165c9307b1" providerId="LiveId" clId="{697E15A4-21D4-47E2-9C79-C70DAE4A1DFB}" dt="2021-01-15T07:28:48.359" v="1947"/>
          <ac:inkMkLst>
            <pc:docMk/>
            <pc:sldMk cId="3477820643" sldId="269"/>
            <ac:inkMk id="25" creationId="{B7F54614-C687-49FC-AC83-1CAD06A52C3F}"/>
          </ac:inkMkLst>
        </pc:inkChg>
        <pc:inkChg chg="add del mod">
          <ac:chgData name="VIkram Goyal" userId="4529b0165c9307b1" providerId="LiveId" clId="{697E15A4-21D4-47E2-9C79-C70DAE4A1DFB}" dt="2021-01-15T07:28:48.359" v="1948"/>
          <ac:inkMkLst>
            <pc:docMk/>
            <pc:sldMk cId="3477820643" sldId="269"/>
            <ac:inkMk id="26" creationId="{8C546D1F-9ABC-4539-9A83-1C6782848707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28" creationId="{8E229517-ABE1-4BB9-9EF0-52BE048F1B75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29" creationId="{A599E3B1-32C8-4ADE-B183-E39294924C4F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30" creationId="{DAE49D90-E4B2-48AB-B31A-267C6E1708BA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31" creationId="{49A0676E-01CC-4F66-99AB-A8F2D5CAA375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33" creationId="{D8AE0E57-7FAE-46E3-BB94-C2598953F819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34" creationId="{8A3718E2-ED9C-48A0-8C3C-44248BCBCFAC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35" creationId="{AF06165C-5A1B-4EFE-B360-92DBC4E3D158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36" creationId="{16DEFB28-E857-4AC2-A763-B2A5C0A9C43D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37" creationId="{BCB4F3AD-7C2A-45A9-9268-CAFBC311A0CE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38" creationId="{F452919E-3590-4005-9855-29CCC1991A38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39" creationId="{EFFB71C4-61B4-490A-B683-2DDBD78D0846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40" creationId="{FF04EE1F-F7BD-4C52-B9C1-7374E253173C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41" creationId="{CD96F625-187B-4299-95F0-D5164345491F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42" creationId="{26AEB74D-C6CF-4AD2-BDCD-13E90CA38460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43" creationId="{9590E01A-7B19-451C-865F-E61F13AA5472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44" creationId="{9351749D-9E2C-4145-BBB3-7225B715E288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45" creationId="{385E14C6-9C8C-4CD8-BF74-A0A3186495B4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47" creationId="{6EDCFC13-5880-4971-9085-77978C57D8E3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48" creationId="{0FEBBB84-938D-48FA-A39B-842508CFF939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49" creationId="{30610085-1E17-43B4-9E0F-81DC99BCD97F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51" creationId="{D508AB61-F3E1-4E5F-8FC2-EDFE9D548152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52" creationId="{41D73300-4251-4832-AF5E-E2757F1AF462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53" creationId="{AB161258-3FA3-4FCF-B3F5-EDF3BAB9B89C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55" creationId="{B4D0CA10-A66D-4350-94D9-86C01BEDBCC4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56" creationId="{BB87F1FE-1CFF-4BAC-9A18-97962DA9D2E2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57" creationId="{559067F1-C323-4CDE-B911-D2A2E66BFCED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58" creationId="{7D90E394-1DCD-4286-BC2F-058ECEB2D257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60" creationId="{371B2FD3-82CE-46BE-9D50-8C8A981CABC4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61" creationId="{787688B0-1ECB-4E52-9057-ED35CA0EFB16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62" creationId="{366FB00F-B88B-4D63-90B9-FEBF3912E6DE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63" creationId="{BB6D0BA7-3BBF-4D6C-BE88-2C00505C0D13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64" creationId="{083722A8-2270-4B9D-AD1D-0E72E5F53927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65" creationId="{9464FC1E-7B15-48BD-B806-FEDF4438352C}"/>
          </ac:inkMkLst>
        </pc:inkChg>
        <pc:inkChg chg="add mod">
          <ac:chgData name="VIkram Goyal" userId="4529b0165c9307b1" providerId="LiveId" clId="{697E15A4-21D4-47E2-9C79-C70DAE4A1DFB}" dt="2021-01-15T07:30:13.299" v="2035"/>
          <ac:inkMkLst>
            <pc:docMk/>
            <pc:sldMk cId="3477820643" sldId="269"/>
            <ac:inkMk id="67" creationId="{7B5F2F83-E6FB-4026-80E3-E2847DA769B3}"/>
          </ac:inkMkLst>
        </pc:inkChg>
        <pc:inkChg chg="add mod">
          <ac:chgData name="VIkram Goyal" userId="4529b0165c9307b1" providerId="LiveId" clId="{697E15A4-21D4-47E2-9C79-C70DAE4A1DFB}" dt="2021-01-15T07:30:13.299" v="2035"/>
          <ac:inkMkLst>
            <pc:docMk/>
            <pc:sldMk cId="3477820643" sldId="269"/>
            <ac:inkMk id="68" creationId="{110A2484-F114-4CF7-8DEC-997433B798B2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69" creationId="{7EC8B384-70FD-4647-B53D-1A469373108A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70" creationId="{E9337479-DEEE-4354-A819-96530041977E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71" creationId="{0229D6A4-B14C-415C-93DC-C525BAFEC502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72" creationId="{CE751BAF-4671-4AF9-B982-94DCF9A9F8AB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73" creationId="{A73C22F7-ACB4-4B70-8151-E3F8256BC97A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74" creationId="{5A6239B4-B418-4D93-BB40-E9207332EBF4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76" creationId="{CB24CDF5-939E-4A13-AFEB-FE0D6B76DF0E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77" creationId="{9800D272-6D14-476A-9206-3F078148B178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78" creationId="{9D56A5AF-DD3E-42B7-B4E0-AE843A220EBE}"/>
          </ac:inkMkLst>
        </pc:inkChg>
        <pc:inkChg chg="add mod">
          <ac:chgData name="VIkram Goyal" userId="4529b0165c9307b1" providerId="LiveId" clId="{697E15A4-21D4-47E2-9C79-C70DAE4A1DFB}" dt="2021-01-15T07:30:13.299" v="2035"/>
          <ac:inkMkLst>
            <pc:docMk/>
            <pc:sldMk cId="3477820643" sldId="269"/>
            <ac:inkMk id="79" creationId="{75C653F9-18CC-4AC4-8734-FEEDE470ACBB}"/>
          </ac:inkMkLst>
        </pc:inkChg>
        <pc:inkChg chg="add mod">
          <ac:chgData name="VIkram Goyal" userId="4529b0165c9307b1" providerId="LiveId" clId="{697E15A4-21D4-47E2-9C79-C70DAE4A1DFB}" dt="2021-01-15T07:30:13.299" v="2035"/>
          <ac:inkMkLst>
            <pc:docMk/>
            <pc:sldMk cId="3477820643" sldId="269"/>
            <ac:inkMk id="80" creationId="{589439AE-CB31-4162-A054-E3CF6C5AF304}"/>
          </ac:inkMkLst>
        </pc:inkChg>
        <pc:inkChg chg="add mod">
          <ac:chgData name="VIkram Goyal" userId="4529b0165c9307b1" providerId="LiveId" clId="{697E15A4-21D4-47E2-9C79-C70DAE4A1DFB}" dt="2021-01-15T07:30:13.299" v="2035"/>
          <ac:inkMkLst>
            <pc:docMk/>
            <pc:sldMk cId="3477820643" sldId="269"/>
            <ac:inkMk id="81" creationId="{F1205950-C1BD-4F94-B203-EEA5D163C0A4}"/>
          </ac:inkMkLst>
        </pc:inkChg>
        <pc:inkChg chg="add mod">
          <ac:chgData name="VIkram Goyal" userId="4529b0165c9307b1" providerId="LiveId" clId="{697E15A4-21D4-47E2-9C79-C70DAE4A1DFB}" dt="2021-01-15T07:30:13.299" v="2035"/>
          <ac:inkMkLst>
            <pc:docMk/>
            <pc:sldMk cId="3477820643" sldId="269"/>
            <ac:inkMk id="82" creationId="{072DBFDF-8738-42D2-90A7-05CBF0F097D2}"/>
          </ac:inkMkLst>
        </pc:inkChg>
        <pc:inkChg chg="add mod">
          <ac:chgData name="VIkram Goyal" userId="4529b0165c9307b1" providerId="LiveId" clId="{697E15A4-21D4-47E2-9C79-C70DAE4A1DFB}" dt="2021-01-15T07:30:13.299" v="2035"/>
          <ac:inkMkLst>
            <pc:docMk/>
            <pc:sldMk cId="3477820643" sldId="269"/>
            <ac:inkMk id="83" creationId="{ABD23468-C0E8-4B76-9C66-37A4EFD635DC}"/>
          </ac:inkMkLst>
        </pc:inkChg>
        <pc:inkChg chg="add mod">
          <ac:chgData name="VIkram Goyal" userId="4529b0165c9307b1" providerId="LiveId" clId="{697E15A4-21D4-47E2-9C79-C70DAE4A1DFB}" dt="2021-01-15T07:30:13.299" v="2035"/>
          <ac:inkMkLst>
            <pc:docMk/>
            <pc:sldMk cId="3477820643" sldId="269"/>
            <ac:inkMk id="84" creationId="{E9894AEE-BB96-4D1D-A9DD-1F12A99E6619}"/>
          </ac:inkMkLst>
        </pc:inkChg>
        <pc:inkChg chg="add mod">
          <ac:chgData name="VIkram Goyal" userId="4529b0165c9307b1" providerId="LiveId" clId="{697E15A4-21D4-47E2-9C79-C70DAE4A1DFB}" dt="2021-01-15T07:30:13.299" v="2035"/>
          <ac:inkMkLst>
            <pc:docMk/>
            <pc:sldMk cId="3477820643" sldId="269"/>
            <ac:inkMk id="85" creationId="{352960AA-EAE0-46F8-971F-FFC5090AD3A6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88" creationId="{A6984BB3-34FA-40E3-B088-D6727511F591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89" creationId="{B006E1C4-F007-4F0F-AF9B-D06DA853424C}"/>
          </ac:inkMkLst>
        </pc:inkChg>
        <pc:inkChg chg="add mod">
          <ac:chgData name="VIkram Goyal" userId="4529b0165c9307b1" providerId="LiveId" clId="{697E15A4-21D4-47E2-9C79-C70DAE4A1DFB}" dt="2021-01-15T07:30:13.299" v="2035"/>
          <ac:inkMkLst>
            <pc:docMk/>
            <pc:sldMk cId="3477820643" sldId="269"/>
            <ac:inkMk id="91" creationId="{431B7622-E2EA-4061-BCCD-E90CB09321B2}"/>
          </ac:inkMkLst>
        </pc:inkChg>
        <pc:inkChg chg="add mod">
          <ac:chgData name="VIkram Goyal" userId="4529b0165c9307b1" providerId="LiveId" clId="{697E15A4-21D4-47E2-9C79-C70DAE4A1DFB}" dt="2021-01-15T07:30:13.299" v="2035"/>
          <ac:inkMkLst>
            <pc:docMk/>
            <pc:sldMk cId="3477820643" sldId="269"/>
            <ac:inkMk id="92" creationId="{D9451D41-8C22-4B00-8928-63A6BF78FAE2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94" creationId="{70587E13-C083-4D44-B1AF-61884D499B0E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95" creationId="{CE99C877-0006-43B2-80AC-9155DDAB10DA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96" creationId="{44C00CE3-6E0A-4D06-B453-5DBBF93F2F94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98" creationId="{9613A095-72F0-40EC-A116-1F30A916B361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00" creationId="{6AAD39B7-2073-4DF4-B2AF-F4DF38144163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02" creationId="{E938C6C6-6B5F-46B9-8300-393C2AA35509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04" creationId="{BA66408D-3507-4097-BBAA-2D2CA03C025A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05" creationId="{3B541EA4-CCC1-42A4-A947-7E3A8FC7C956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07" creationId="{A5F18DC7-5998-4C3C-A5CD-A0C8327127A5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09" creationId="{932465E6-714A-4043-B656-DC193858B798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10" creationId="{12087CBB-B574-40B3-B83F-67AE5EDBCB86}"/>
          </ac:inkMkLst>
        </pc:inkChg>
        <pc:inkChg chg="add mod">
          <ac:chgData name="VIkram Goyal" userId="4529b0165c9307b1" providerId="LiveId" clId="{697E15A4-21D4-47E2-9C79-C70DAE4A1DFB}" dt="2021-01-15T07:30:13.299" v="2035"/>
          <ac:inkMkLst>
            <pc:docMk/>
            <pc:sldMk cId="3477820643" sldId="269"/>
            <ac:inkMk id="112" creationId="{5D3ACAFB-3D7D-4C76-8DD9-2E90B4306F0D}"/>
          </ac:inkMkLst>
        </pc:inkChg>
        <pc:inkChg chg="add mod">
          <ac:chgData name="VIkram Goyal" userId="4529b0165c9307b1" providerId="LiveId" clId="{697E15A4-21D4-47E2-9C79-C70DAE4A1DFB}" dt="2021-01-15T07:30:38.100" v="2043"/>
          <ac:inkMkLst>
            <pc:docMk/>
            <pc:sldMk cId="3477820643" sldId="269"/>
            <ac:inkMk id="114" creationId="{998E51D3-0D40-4473-A5EA-FECE887F801A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16" creationId="{633F74EB-1294-4890-81A8-999AF66D17BA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17" creationId="{9CE73DED-E4D9-4BF5-893D-8E9FDDC2D8F5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18" creationId="{70513CB7-16A3-4573-B809-2513201BE368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19" creationId="{AB206F6C-50AB-4998-91B3-3F1C36630E33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20" creationId="{E7667E03-07E1-4370-AA5A-03E7EB93A26E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22" creationId="{2EE53C06-CDE3-4018-B43E-24E9FBFF4A42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23" creationId="{F03BB44E-9C55-4F9A-90A5-A52359295A7F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24" creationId="{5A5FD96C-E9D6-41F9-993D-4D67E4D8467E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25" creationId="{D7251C92-ED83-4EEE-A67E-30F65E74E3DD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26" creationId="{3CB00779-0D9B-4DDF-BD8E-CB791F4B7EDC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27" creationId="{68897139-D2EB-49B4-8964-6785F1138493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28" creationId="{0110A5EF-7BA1-42A9-B33C-9D96971D9C15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29" creationId="{D53AE7E7-FE7A-4D55-B402-65A211F932A7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30" creationId="{3EE39D50-BC26-44CD-89CE-3A9A4F3ADC8E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31" creationId="{27EC4B91-56DE-4F8A-A515-D8F75CC2AAC8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32" creationId="{9AE61718-199A-4ED0-B93D-8C43AA64CC9B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33" creationId="{A8F12852-A040-474C-98F4-203FA4EE5F74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34" creationId="{632E4266-3FDA-4CE3-AB16-8C837ED5FB70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35" creationId="{2027E94E-8C6D-4DB6-A8E1-54BACC7E0DBF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36" creationId="{D1511F0B-AB2D-45D0-8F29-FCD78053BC2F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37" creationId="{D5CC716F-A6C6-4944-BCB9-DC40EBA03884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39" creationId="{852A37B8-6CE9-4E04-89CD-A0B3F9E52544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40" creationId="{9E4B8812-0C68-4300-BCA0-B63AB432538D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41" creationId="{BC531B56-8963-4241-9614-D022C0267787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42" creationId="{8A41F939-6F6D-4863-B241-394AFBE0617D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43" creationId="{EFDD0968-543F-48D0-8780-96C983148E1D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45" creationId="{E4CE0D5A-5777-47C0-A587-45270DDE6965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46" creationId="{8B28428C-6789-4464-8590-8D1B5F56E14A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48" creationId="{BE544568-E5C4-4420-BD4E-4CEAE3C3FD0C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49" creationId="{4DD07515-1912-47D3-A24E-1250D38E6D4E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50" creationId="{5E30F295-ADCB-414C-AE2E-C57A01E34D3A}"/>
          </ac:inkMkLst>
        </pc:inkChg>
        <pc:inkChg chg="add mod">
          <ac:chgData name="VIkram Goyal" userId="4529b0165c9307b1" providerId="LiveId" clId="{697E15A4-21D4-47E2-9C79-C70DAE4A1DFB}" dt="2021-01-15T07:30:55.839" v="2074"/>
          <ac:inkMkLst>
            <pc:docMk/>
            <pc:sldMk cId="3477820643" sldId="269"/>
            <ac:inkMk id="151" creationId="{6E1F2BE4-BAE2-41B0-8269-66930BEB2E5B}"/>
          </ac:inkMkLst>
        </pc:inkChg>
        <pc:inkChg chg="add mod">
          <ac:chgData name="VIkram Goyal" userId="4529b0165c9307b1" providerId="LiveId" clId="{697E15A4-21D4-47E2-9C79-C70DAE4A1DFB}" dt="2021-01-15T07:31:00.188" v="2080"/>
          <ac:inkMkLst>
            <pc:docMk/>
            <pc:sldMk cId="3477820643" sldId="269"/>
            <ac:inkMk id="153" creationId="{BFFE3E9C-90ED-45B6-AC45-90C8002899E2}"/>
          </ac:inkMkLst>
        </pc:inkChg>
        <pc:inkChg chg="add mod">
          <ac:chgData name="VIkram Goyal" userId="4529b0165c9307b1" providerId="LiveId" clId="{697E15A4-21D4-47E2-9C79-C70DAE4A1DFB}" dt="2021-01-15T07:31:00.188" v="2080"/>
          <ac:inkMkLst>
            <pc:docMk/>
            <pc:sldMk cId="3477820643" sldId="269"/>
            <ac:inkMk id="154" creationId="{B33811F3-89E1-4906-B6A8-C11799EE7816}"/>
          </ac:inkMkLst>
        </pc:inkChg>
        <pc:inkChg chg="add mod">
          <ac:chgData name="VIkram Goyal" userId="4529b0165c9307b1" providerId="LiveId" clId="{697E15A4-21D4-47E2-9C79-C70DAE4A1DFB}" dt="2021-01-15T07:31:00.188" v="2080"/>
          <ac:inkMkLst>
            <pc:docMk/>
            <pc:sldMk cId="3477820643" sldId="269"/>
            <ac:inkMk id="155" creationId="{F1C75103-2426-45BD-B7B0-F7E72D2BCBF1}"/>
          </ac:inkMkLst>
        </pc:inkChg>
        <pc:inkChg chg="add mod">
          <ac:chgData name="VIkram Goyal" userId="4529b0165c9307b1" providerId="LiveId" clId="{697E15A4-21D4-47E2-9C79-C70DAE4A1DFB}" dt="2021-01-15T07:31:00.188" v="2080"/>
          <ac:inkMkLst>
            <pc:docMk/>
            <pc:sldMk cId="3477820643" sldId="269"/>
            <ac:inkMk id="156" creationId="{2D3168CE-E3ED-462A-9D0F-67D20A22D146}"/>
          </ac:inkMkLst>
        </pc:inkChg>
        <pc:inkChg chg="add mod">
          <ac:chgData name="VIkram Goyal" userId="4529b0165c9307b1" providerId="LiveId" clId="{697E15A4-21D4-47E2-9C79-C70DAE4A1DFB}" dt="2021-01-15T07:31:00.188" v="2080"/>
          <ac:inkMkLst>
            <pc:docMk/>
            <pc:sldMk cId="3477820643" sldId="269"/>
            <ac:inkMk id="157" creationId="{869123D7-3A6A-40A9-916B-E86FD7998BE5}"/>
          </ac:inkMkLst>
        </pc:inkChg>
        <pc:inkChg chg="add">
          <ac:chgData name="VIkram Goyal" userId="4529b0165c9307b1" providerId="LiveId" clId="{697E15A4-21D4-47E2-9C79-C70DAE4A1DFB}" dt="2021-01-15T07:31:01.998" v="2081" actId="9405"/>
          <ac:inkMkLst>
            <pc:docMk/>
            <pc:sldMk cId="3477820643" sldId="269"/>
            <ac:inkMk id="159" creationId="{83610368-6F54-4B65-AE80-E46FC8052618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60" creationId="{487A02EC-A151-4EF6-8A1F-5E0CC90DD7A3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61" creationId="{2723A51C-0147-4C34-8918-DF20431F30B2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63" creationId="{30525AD2-6111-4D16-9668-E0EEC7F0C405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64" creationId="{2786EDA8-50AF-47A3-8EA8-306A67452240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65" creationId="{D2690E11-A033-46FC-A84A-C8DD1ECD0EBA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66" creationId="{759A2F21-5457-40A4-A15A-F0FB1EC33660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67" creationId="{C03B1733-A16D-4EE3-ABA2-7A850B23C355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68" creationId="{20FD7A62-899F-4FE6-9695-410495002017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69" creationId="{C56D27E8-199D-46D7-9F2D-8AB8BE8283F0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70" creationId="{203BC5F6-6E52-4B2A-8E50-5CBC4C3B772F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71" creationId="{67B7AFA0-5391-490D-A8E9-211E9888708A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72" creationId="{83B48592-D914-4D5A-9236-F3091046D5F0}"/>
          </ac:inkMkLst>
        </pc:inkChg>
        <pc:inkChg chg="add del mod">
          <ac:chgData name="VIkram Goyal" userId="4529b0165c9307b1" providerId="LiveId" clId="{697E15A4-21D4-47E2-9C79-C70DAE4A1DFB}" dt="2021-01-15T07:31:30.595" v="2131"/>
          <ac:inkMkLst>
            <pc:docMk/>
            <pc:sldMk cId="3477820643" sldId="269"/>
            <ac:inkMk id="175" creationId="{EDAB4B27-D289-4F87-ABAF-47D20AEC4ACE}"/>
          </ac:inkMkLst>
        </pc:inkChg>
        <pc:inkChg chg="add del mod">
          <ac:chgData name="VIkram Goyal" userId="4529b0165c9307b1" providerId="LiveId" clId="{697E15A4-21D4-47E2-9C79-C70DAE4A1DFB}" dt="2021-01-15T07:31:30.593" v="2127"/>
          <ac:inkMkLst>
            <pc:docMk/>
            <pc:sldMk cId="3477820643" sldId="269"/>
            <ac:inkMk id="176" creationId="{A395A347-8E53-4B09-863F-F999EF1B775D}"/>
          </ac:inkMkLst>
        </pc:inkChg>
        <pc:inkChg chg="add del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77" creationId="{065B04CE-B3C1-4B28-8BC2-283F829A427A}"/>
          </ac:inkMkLst>
        </pc:inkChg>
        <pc:inkChg chg="add del mod">
          <ac:chgData name="VIkram Goyal" userId="4529b0165c9307b1" providerId="LiveId" clId="{697E15A4-21D4-47E2-9C79-C70DAE4A1DFB}" dt="2021-01-15T07:31:30.592" v="2126"/>
          <ac:inkMkLst>
            <pc:docMk/>
            <pc:sldMk cId="3477820643" sldId="269"/>
            <ac:inkMk id="178" creationId="{35F1E10E-32AC-4C91-B322-632F60C26830}"/>
          </ac:inkMkLst>
        </pc:inkChg>
        <pc:inkChg chg="add del mod">
          <ac:chgData name="VIkram Goyal" userId="4529b0165c9307b1" providerId="LiveId" clId="{697E15A4-21D4-47E2-9C79-C70DAE4A1DFB}" dt="2021-01-15T07:31:30.595" v="2132"/>
          <ac:inkMkLst>
            <pc:docMk/>
            <pc:sldMk cId="3477820643" sldId="269"/>
            <ac:inkMk id="179" creationId="{8126B07A-644D-4109-B47C-2EC582B691DB}"/>
          </ac:inkMkLst>
        </pc:inkChg>
        <pc:inkChg chg="add del mod">
          <ac:chgData name="VIkram Goyal" userId="4529b0165c9307b1" providerId="LiveId" clId="{697E15A4-21D4-47E2-9C79-C70DAE4A1DFB}" dt="2021-01-15T07:31:30.594" v="2130"/>
          <ac:inkMkLst>
            <pc:docMk/>
            <pc:sldMk cId="3477820643" sldId="269"/>
            <ac:inkMk id="180" creationId="{AD9B1015-F205-438C-A93C-94C69C012A55}"/>
          </ac:inkMkLst>
        </pc:inkChg>
        <pc:inkChg chg="add del mod">
          <ac:chgData name="VIkram Goyal" userId="4529b0165c9307b1" providerId="LiveId" clId="{697E15A4-21D4-47E2-9C79-C70DAE4A1DFB}" dt="2021-01-15T07:31:30.594" v="2129"/>
          <ac:inkMkLst>
            <pc:docMk/>
            <pc:sldMk cId="3477820643" sldId="269"/>
            <ac:inkMk id="181" creationId="{3558210B-63C2-4DB2-8D0F-2C52DB34B9D0}"/>
          </ac:inkMkLst>
        </pc:inkChg>
        <pc:inkChg chg="add del mod">
          <ac:chgData name="VIkram Goyal" userId="4529b0165c9307b1" providerId="LiveId" clId="{697E15A4-21D4-47E2-9C79-C70DAE4A1DFB}" dt="2021-01-15T07:31:30.591" v="2124"/>
          <ac:inkMkLst>
            <pc:docMk/>
            <pc:sldMk cId="3477820643" sldId="269"/>
            <ac:inkMk id="182" creationId="{0BFB519A-873D-404F-ADED-2AACB2C3C718}"/>
          </ac:inkMkLst>
        </pc:inkChg>
        <pc:inkChg chg="add del mod">
          <ac:chgData name="VIkram Goyal" userId="4529b0165c9307b1" providerId="LiveId" clId="{697E15A4-21D4-47E2-9C79-C70DAE4A1DFB}" dt="2021-01-15T07:31:30.591" v="2123"/>
          <ac:inkMkLst>
            <pc:docMk/>
            <pc:sldMk cId="3477820643" sldId="269"/>
            <ac:inkMk id="183" creationId="{17070BF8-1BF1-4AEF-92B9-F09E08A6EF39}"/>
          </ac:inkMkLst>
        </pc:inkChg>
        <pc:inkChg chg="add del mod">
          <ac:chgData name="VIkram Goyal" userId="4529b0165c9307b1" providerId="LiveId" clId="{697E15A4-21D4-47E2-9C79-C70DAE4A1DFB}" dt="2021-01-15T07:31:30.592" v="2125"/>
          <ac:inkMkLst>
            <pc:docMk/>
            <pc:sldMk cId="3477820643" sldId="269"/>
            <ac:inkMk id="184" creationId="{96F23DB5-A85A-4590-93FB-D811CABA3C0D}"/>
          </ac:inkMkLst>
        </pc:inkChg>
        <pc:inkChg chg="add del mod">
          <ac:chgData name="VIkram Goyal" userId="4529b0165c9307b1" providerId="LiveId" clId="{697E15A4-21D4-47E2-9C79-C70DAE4A1DFB}" dt="2021-01-15T07:31:30.590" v="2122"/>
          <ac:inkMkLst>
            <pc:docMk/>
            <pc:sldMk cId="3477820643" sldId="269"/>
            <ac:inkMk id="185" creationId="{7CECB862-30AA-4190-94D7-742531FDEDB7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87" creationId="{0E0ACE2F-1300-4607-B3CD-06E44C24EEE0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88" creationId="{0E375673-DA39-461B-A05A-2F0F3183E736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89" creationId="{9A7CF777-467C-4890-847B-BB6AB93D95A1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90" creationId="{CDCD2CE1-F871-4D29-85B0-40572CD1DAB1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91" creationId="{C63675E1-EC27-40CD-8838-32DD32ECE7BD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92" creationId="{DF6F4DFE-2299-4A87-BF3D-28032FF18F24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93" creationId="{FFDE753F-707C-4C5D-8D43-BB3459081190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94" creationId="{BB1612B1-2097-4583-82A0-C71DC9E2CA58}"/>
          </ac:inkMkLst>
        </pc:inkChg>
        <pc:inkChg chg="add mod">
          <ac:chgData name="VIkram Goyal" userId="4529b0165c9307b1" providerId="LiveId" clId="{697E15A4-21D4-47E2-9C79-C70DAE4A1DFB}" dt="2021-01-15T07:31:31.882" v="2133"/>
          <ac:inkMkLst>
            <pc:docMk/>
            <pc:sldMk cId="3477820643" sldId="269"/>
            <ac:inkMk id="195" creationId="{70BA92A6-3D33-4B12-9E72-F15022A10229}"/>
          </ac:inkMkLst>
        </pc:inkChg>
        <pc:inkChg chg="add del mod">
          <ac:chgData name="VIkram Goyal" userId="4529b0165c9307b1" providerId="LiveId" clId="{697E15A4-21D4-47E2-9C79-C70DAE4A1DFB}" dt="2021-01-15T07:31:30.589" v="2121"/>
          <ac:inkMkLst>
            <pc:docMk/>
            <pc:sldMk cId="3477820643" sldId="269"/>
            <ac:inkMk id="197" creationId="{43BEF0D9-2844-4347-8E8C-20E23815DF33}"/>
          </ac:inkMkLst>
        </pc:inkChg>
        <pc:inkChg chg="add del mod">
          <ac:chgData name="VIkram Goyal" userId="4529b0165c9307b1" providerId="LiveId" clId="{697E15A4-21D4-47E2-9C79-C70DAE4A1DFB}" dt="2021-01-15T07:31:30.593" v="2128"/>
          <ac:inkMkLst>
            <pc:docMk/>
            <pc:sldMk cId="3477820643" sldId="269"/>
            <ac:inkMk id="198" creationId="{C1839591-DBC4-40E2-A013-E054D5C13060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00" creationId="{79C24420-259E-4DEE-BAE6-7BF042AE082D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01" creationId="{7773B2AC-D9EC-4E4B-8591-0782BFBF70C4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02" creationId="{2484C8B3-53C9-4E8B-9779-D4D04F00C680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04" creationId="{CD3D9476-3B34-44DD-A5C6-FCC6A713F62D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05" creationId="{860EA70C-AE0B-4B5C-9A7E-CA5434C52CFE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06" creationId="{98EF532D-DD4A-44E0-A2D5-F336F663B374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07" creationId="{032376FE-C2C6-42F4-AEAA-739B55806D19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09" creationId="{7CD16018-9724-46F5-BAED-994072B8B6D1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10" creationId="{97512C6B-0E91-45BF-B43C-05760691BDC8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11" creationId="{E1EF949A-D22E-496C-9F6B-0961A8F52831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12" creationId="{E5A13579-6D9D-452C-AD42-C4BDF4293DDC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13" creationId="{DB7FC3CB-17D0-429D-90D3-1B7CF212289B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14" creationId="{92C3F647-B51A-4335-B659-9A6B08EAFAB2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15" creationId="{EDE3E48F-3054-43CD-B86F-9ABA703CCC94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16" creationId="{D90A9C8E-0B84-4766-8647-715ACBAF6EC0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17" creationId="{FC2DC9EE-04A4-48B0-8790-DD704E97322F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19" creationId="{D9905EF4-FF50-4563-9DD7-DEE7EEE2E7EC}"/>
          </ac:inkMkLst>
        </pc:inkChg>
        <pc:inkChg chg="add mod">
          <ac:chgData name="VIkram Goyal" userId="4529b0165c9307b1" providerId="LiveId" clId="{697E15A4-21D4-47E2-9C79-C70DAE4A1DFB}" dt="2021-01-15T07:31:58.610" v="2155"/>
          <ac:inkMkLst>
            <pc:docMk/>
            <pc:sldMk cId="3477820643" sldId="269"/>
            <ac:inkMk id="220" creationId="{5211DC16-9A90-4173-B95F-ACF7E02043C8}"/>
          </ac:inkMkLst>
        </pc:inkChg>
        <pc:inkChg chg="add mod">
          <ac:chgData name="VIkram Goyal" userId="4529b0165c9307b1" providerId="LiveId" clId="{697E15A4-21D4-47E2-9C79-C70DAE4A1DFB}" dt="2021-01-15T07:32:00.366" v="2158"/>
          <ac:inkMkLst>
            <pc:docMk/>
            <pc:sldMk cId="3477820643" sldId="269"/>
            <ac:inkMk id="222" creationId="{C13227E8-9B46-4A98-9755-7ACC63A362DB}"/>
          </ac:inkMkLst>
        </pc:inkChg>
        <pc:inkChg chg="add mod">
          <ac:chgData name="VIkram Goyal" userId="4529b0165c9307b1" providerId="LiveId" clId="{697E15A4-21D4-47E2-9C79-C70DAE4A1DFB}" dt="2021-01-15T07:32:00.366" v="2158"/>
          <ac:inkMkLst>
            <pc:docMk/>
            <pc:sldMk cId="3477820643" sldId="269"/>
            <ac:inkMk id="223" creationId="{C8FEBFB3-E5B7-41CC-B3F3-AEA390348850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25" creationId="{A96A7700-B576-48ED-9929-21A573CFA97A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26" creationId="{CEBA295F-1434-4D22-832B-CF9262BAD2B2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27" creationId="{7C298B0A-8278-4B37-8E88-83FB585604AB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28" creationId="{4396239C-BE4C-4460-B856-1FB5277A6DAD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29" creationId="{82F55FFD-73A5-4810-B5A6-E50C6AC2B141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30" creationId="{E558E3A5-8AE4-4208-A03A-6108A089DE44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31" creationId="{58F1B4D4-4AED-4E63-999B-1483A0A834B1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32" creationId="{1B527653-DC17-4351-A8EB-B472958D09F0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33" creationId="{161D5FCD-365D-475E-891B-7B11E88C8521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34" creationId="{127C1B3A-1EDB-4C6B-A1D0-2734C25D9B90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35" creationId="{E6622181-3117-48C3-9559-A21DE4CE6027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36" creationId="{5C2E0F3E-443C-4B5F-B197-F7F81AB21E3E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37" creationId="{6B322A94-D035-4F3E-AD5F-8BAC120AA325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38" creationId="{9E146C19-58A2-4930-892E-C9A38703330D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39" creationId="{EFA31C0A-F410-4D2D-B270-3469CF2254D2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40" creationId="{F2F0CEAB-5218-4E5B-9E10-137E8F537AA1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41" creationId="{12D20607-ABB7-4068-85F8-FCF18D6BD1D5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42" creationId="{299550F8-B590-4E6C-8336-3438A39E5DAB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43" creationId="{BE9B12A7-4605-442C-AEC8-3A131F71E9DA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46" creationId="{4A65BC4D-CDCC-4E0D-8D4B-A39436E28459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47" creationId="{410699C3-75E9-45F5-BBC2-98240DF87898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48" creationId="{DF4E32BC-9353-4DE1-BC4E-2263F64B4CE9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49" creationId="{D26C27EF-928D-4D39-B7AA-DAC5EB6DD98A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50" creationId="{CB5F4804-25FF-4240-ADC5-B8F9218C9A5A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51" creationId="{0E085EC1-1130-4707-B104-DFB9E4C976F0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52" creationId="{39FA7DA4-8738-4A5D-BE98-283C097EBDA9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53" creationId="{12599B13-F6A5-41B7-A188-334FB474BCD0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54" creationId="{8A6AA90A-E578-4930-8BAE-D726CBE01327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55" creationId="{C6C17853-5953-4AFE-9E3F-ED11004CD76B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56" creationId="{31F4B0D7-2649-4C05-B09E-7B5BEDF93A4C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58" creationId="{9CFA71ED-2BF3-46A4-A43C-A6E3D8F10F57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59" creationId="{36CD26EF-B8C7-4813-9037-76B8979220E8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60" creationId="{56157D91-ADB2-462E-B862-294EAD537FD9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62" creationId="{AEE4FEB1-F546-461E-AF3E-52CD86EE43CA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63" creationId="{40631C9F-E6C1-4DFF-9DD5-2E2A54374F90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64" creationId="{C908563C-E895-499A-89AD-9A0348294EE2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65" creationId="{173EBBEF-9C5D-412D-8FF9-F143FEF39C6C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66" creationId="{A70C91BB-AFF7-49F3-9DD6-CC775C5DC0D2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67" creationId="{07B7A921-AE6A-4327-8983-0D4F054624B7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68" creationId="{CBB8680F-1447-4777-B395-DCFC0A6F9388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69" creationId="{EF8EDB9A-066B-4146-94E1-A55E92961360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70" creationId="{F94E6243-A541-47C0-9B04-1421DB814B13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71" creationId="{490B0F71-84B8-4132-9635-1A183CC67DF6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72" creationId="{CE8EF19C-D08C-45B5-8ACE-FA3668C28BDF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73" creationId="{F34E6B60-6773-4A2B-B5AB-914718DE7A8D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74" creationId="{8A100E64-73DA-42A6-A0A7-DC5991B39E5D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75" creationId="{A42DFD89-1090-4963-AE0D-75F51FBC1067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76" creationId="{945DEFF8-4096-44E2-89C7-FF97DB208DE9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77" creationId="{399E6743-8FD9-4DE3-A009-7A03EEF96439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78" creationId="{D84D8EBD-E570-4B31-BF95-CA182E62B7FB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79" creationId="{CD9036DA-5B36-4E6A-A136-A9FB7922DF1C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80" creationId="{0F05CC0A-2711-48B2-BD69-525FEF750470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81" creationId="{81EB037A-0960-4E56-BBB6-A1EC21FFEC64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82" creationId="{DF12C8E5-9749-463C-9011-D2F2BB855D0A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83" creationId="{20E6DE5A-2B12-4AC7-BF3A-EA9EAAA2A496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84" creationId="{E7A7BC89-FB8A-4E84-A93B-5AB24278E2DC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85" creationId="{9EDCECCA-42F7-4452-9C37-06A93CD77D3D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86" creationId="{01171BE8-F003-403A-8D7F-445CC9F3B3F2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87" creationId="{517BA6D2-0A55-432E-8235-C3874120C8A3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88" creationId="{878A2084-5164-49B0-B3F4-02306971F9DD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89" creationId="{EFFC2C2F-C256-4C58-8F88-C8B71739C8BD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90" creationId="{FA6EA317-9CA7-4AC6-A6C6-27801197C5C4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91" creationId="{6B38A214-FD3B-44B2-91C4-A2B98CFBDC9E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92" creationId="{A55B72B7-ACBE-417A-BC26-C4A0891DE335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93" creationId="{41873C8C-4782-4D17-9532-A8986A92F5C8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94" creationId="{3F2EC8E4-924B-48E6-94AB-72370D67E020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95" creationId="{812FC00A-7CB8-434E-A0FE-D321D2FBF3D5}"/>
          </ac:inkMkLst>
        </pc:inkChg>
        <pc:inkChg chg="add mod">
          <ac:chgData name="VIkram Goyal" userId="4529b0165c9307b1" providerId="LiveId" clId="{697E15A4-21D4-47E2-9C79-C70DAE4A1DFB}" dt="2021-01-15T07:32:52.965" v="2230"/>
          <ac:inkMkLst>
            <pc:docMk/>
            <pc:sldMk cId="3477820643" sldId="269"/>
            <ac:inkMk id="296" creationId="{549B15C4-6F75-4D3D-BF43-5F9F1E6BB0A3}"/>
          </ac:inkMkLst>
        </pc:inkChg>
      </pc:sldChg>
      <pc:sldChg chg="addSp delSp modSp new del mod">
        <pc:chgData name="VIkram Goyal" userId="4529b0165c9307b1" providerId="LiveId" clId="{697E15A4-21D4-47E2-9C79-C70DAE4A1DFB}" dt="2021-09-25T05:06:02.829" v="4356" actId="47"/>
        <pc:sldMkLst>
          <pc:docMk/>
          <pc:sldMk cId="2670489869" sldId="270"/>
        </pc:sldMkLst>
        <pc:grpChg chg="del mod">
          <ac:chgData name="VIkram Goyal" userId="4529b0165c9307b1" providerId="LiveId" clId="{697E15A4-21D4-47E2-9C79-C70DAE4A1DFB}" dt="2021-01-15T07:41:11.955" v="2302"/>
          <ac:grpSpMkLst>
            <pc:docMk/>
            <pc:sldMk cId="2670489869" sldId="270"/>
            <ac:grpSpMk id="6" creationId="{64FA5872-CF88-4C07-80AE-E6F95521C5B9}"/>
          </ac:grpSpMkLst>
        </pc:grpChg>
        <pc:grpChg chg="del mod">
          <ac:chgData name="VIkram Goyal" userId="4529b0165c9307b1" providerId="LiveId" clId="{697E15A4-21D4-47E2-9C79-C70DAE4A1DFB}" dt="2021-01-15T07:38:45.959" v="2274"/>
          <ac:grpSpMkLst>
            <pc:docMk/>
            <pc:sldMk cId="2670489869" sldId="270"/>
            <ac:grpSpMk id="29" creationId="{85342330-EC00-42BF-939B-30944B5BA4E7}"/>
          </ac:grpSpMkLst>
        </pc:grpChg>
        <pc:grpChg chg="del mod">
          <ac:chgData name="VIkram Goyal" userId="4529b0165c9307b1" providerId="LiveId" clId="{697E15A4-21D4-47E2-9C79-C70DAE4A1DFB}" dt="2021-01-15T07:41:11.955" v="2302"/>
          <ac:grpSpMkLst>
            <pc:docMk/>
            <pc:sldMk cId="2670489869" sldId="270"/>
            <ac:grpSpMk id="30" creationId="{D4791298-DE73-4EAC-9E35-E3F194A5E45D}"/>
          </ac:grpSpMkLst>
        </pc:grpChg>
        <pc:grpChg chg="del mod">
          <ac:chgData name="VIkram Goyal" userId="4529b0165c9307b1" providerId="LiveId" clId="{697E15A4-21D4-47E2-9C79-C70DAE4A1DFB}" dt="2021-01-15T07:41:11.955" v="2302"/>
          <ac:grpSpMkLst>
            <pc:docMk/>
            <pc:sldMk cId="2670489869" sldId="270"/>
            <ac:grpSpMk id="31" creationId="{A649ABA9-D8D9-4486-B383-07872EB02C21}"/>
          </ac:grpSpMkLst>
        </pc:grpChg>
        <pc:grpChg chg="del mod">
          <ac:chgData name="VIkram Goyal" userId="4529b0165c9307b1" providerId="LiveId" clId="{697E15A4-21D4-47E2-9C79-C70DAE4A1DFB}" dt="2021-01-15T07:41:11.955" v="2302"/>
          <ac:grpSpMkLst>
            <pc:docMk/>
            <pc:sldMk cId="2670489869" sldId="270"/>
            <ac:grpSpMk id="34" creationId="{499C232B-4C82-46AA-A00A-0E164D477EE0}"/>
          </ac:grpSpMkLst>
        </pc:grpChg>
        <pc:grpChg chg="del mod">
          <ac:chgData name="VIkram Goyal" userId="4529b0165c9307b1" providerId="LiveId" clId="{697E15A4-21D4-47E2-9C79-C70DAE4A1DFB}" dt="2021-01-15T07:41:11.955" v="2302"/>
          <ac:grpSpMkLst>
            <pc:docMk/>
            <pc:sldMk cId="2670489869" sldId="270"/>
            <ac:grpSpMk id="48" creationId="{788C61D2-4AB0-46D2-8DA6-F1403ED0CF13}"/>
          </ac:grpSpMkLst>
        </pc:grpChg>
        <pc:grpChg chg="del mod">
          <ac:chgData name="VIkram Goyal" userId="4529b0165c9307b1" providerId="LiveId" clId="{697E15A4-21D4-47E2-9C79-C70DAE4A1DFB}" dt="2021-01-15T07:41:11.955" v="2302"/>
          <ac:grpSpMkLst>
            <pc:docMk/>
            <pc:sldMk cId="2670489869" sldId="270"/>
            <ac:grpSpMk id="49" creationId="{080BE951-486F-4E58-A7BF-C2D53FBF8107}"/>
          </ac:grpSpMkLst>
        </pc:grpChg>
        <pc:grpChg chg="del mod">
          <ac:chgData name="VIkram Goyal" userId="4529b0165c9307b1" providerId="LiveId" clId="{697E15A4-21D4-47E2-9C79-C70DAE4A1DFB}" dt="2021-01-15T07:39:05.568" v="2300"/>
          <ac:grpSpMkLst>
            <pc:docMk/>
            <pc:sldMk cId="2670489869" sldId="270"/>
            <ac:grpSpMk id="56" creationId="{FA75BD63-8F06-4E63-A853-C52C04EDA462}"/>
          </ac:grpSpMkLst>
        </pc:grpChg>
        <pc:grpChg chg="del mod">
          <ac:chgData name="VIkram Goyal" userId="4529b0165c9307b1" providerId="LiveId" clId="{697E15A4-21D4-47E2-9C79-C70DAE4A1DFB}" dt="2021-01-15T07:41:11.955" v="2302"/>
          <ac:grpSpMkLst>
            <pc:docMk/>
            <pc:sldMk cId="2670489869" sldId="270"/>
            <ac:grpSpMk id="61" creationId="{72D4745C-1415-4B02-A22B-07DC3A62F909}"/>
          </ac:grpSpMkLst>
        </pc:grpChg>
        <pc:grpChg chg="del mod">
          <ac:chgData name="VIkram Goyal" userId="4529b0165c9307b1" providerId="LiveId" clId="{697E15A4-21D4-47E2-9C79-C70DAE4A1DFB}" dt="2021-01-15T07:41:20.234" v="2315"/>
          <ac:grpSpMkLst>
            <pc:docMk/>
            <pc:sldMk cId="2670489869" sldId="270"/>
            <ac:grpSpMk id="63" creationId="{B7039588-FCDD-4E7E-8064-2DE75A1018B3}"/>
          </ac:grpSpMkLst>
        </pc:grpChg>
        <pc:grpChg chg="del mod">
          <ac:chgData name="VIkram Goyal" userId="4529b0165c9307b1" providerId="LiveId" clId="{697E15A4-21D4-47E2-9C79-C70DAE4A1DFB}" dt="2021-01-15T07:41:20.234" v="2315"/>
          <ac:grpSpMkLst>
            <pc:docMk/>
            <pc:sldMk cId="2670489869" sldId="270"/>
            <ac:grpSpMk id="76" creationId="{C62086E5-A4AA-4E32-BE92-B9050D2F826D}"/>
          </ac:grpSpMkLst>
        </pc:grpChg>
        <pc:grpChg chg="del mod">
          <ac:chgData name="VIkram Goyal" userId="4529b0165c9307b1" providerId="LiveId" clId="{697E15A4-21D4-47E2-9C79-C70DAE4A1DFB}" dt="2021-01-15T07:42:08.934" v="2392"/>
          <ac:grpSpMkLst>
            <pc:docMk/>
            <pc:sldMk cId="2670489869" sldId="270"/>
            <ac:grpSpMk id="77" creationId="{76B903A0-CF18-41CC-A749-775CEF182F82}"/>
          </ac:grpSpMkLst>
        </pc:grpChg>
        <pc:grpChg chg="del mod">
          <ac:chgData name="VIkram Goyal" userId="4529b0165c9307b1" providerId="LiveId" clId="{697E15A4-21D4-47E2-9C79-C70DAE4A1DFB}" dt="2021-01-15T07:42:08.934" v="2392"/>
          <ac:grpSpMkLst>
            <pc:docMk/>
            <pc:sldMk cId="2670489869" sldId="270"/>
            <ac:grpSpMk id="111" creationId="{092CED0D-B5B0-4606-B77D-36C4A930049F}"/>
          </ac:grpSpMkLst>
        </pc:grpChg>
        <pc:grpChg chg="del mod">
          <ac:chgData name="VIkram Goyal" userId="4529b0165c9307b1" providerId="LiveId" clId="{697E15A4-21D4-47E2-9C79-C70DAE4A1DFB}" dt="2021-01-15T07:42:08.934" v="2392"/>
          <ac:grpSpMkLst>
            <pc:docMk/>
            <pc:sldMk cId="2670489869" sldId="270"/>
            <ac:grpSpMk id="112" creationId="{08127DD2-9326-47B5-A716-B64794B1B1D3}"/>
          </ac:grpSpMkLst>
        </pc:grpChg>
        <pc:grpChg chg="del mod">
          <ac:chgData name="VIkram Goyal" userId="4529b0165c9307b1" providerId="LiveId" clId="{697E15A4-21D4-47E2-9C79-C70DAE4A1DFB}" dt="2021-01-15T07:42:08.934" v="2392"/>
          <ac:grpSpMkLst>
            <pc:docMk/>
            <pc:sldMk cId="2670489869" sldId="270"/>
            <ac:grpSpMk id="113" creationId="{2380A41C-4424-46D6-8846-E6A2A8B9DF5D}"/>
          </ac:grpSpMkLst>
        </pc:grpChg>
        <pc:grpChg chg="del mod">
          <ac:chgData name="VIkram Goyal" userId="4529b0165c9307b1" providerId="LiveId" clId="{697E15A4-21D4-47E2-9C79-C70DAE4A1DFB}" dt="2021-01-15T07:42:08.934" v="2392"/>
          <ac:grpSpMkLst>
            <pc:docMk/>
            <pc:sldMk cId="2670489869" sldId="270"/>
            <ac:grpSpMk id="114" creationId="{F60F120F-C076-4953-9329-C04383E282E4}"/>
          </ac:grpSpMkLst>
        </pc:grpChg>
        <pc:grpChg chg="del mod">
          <ac:chgData name="VIkram Goyal" userId="4529b0165c9307b1" providerId="LiveId" clId="{697E15A4-21D4-47E2-9C79-C70DAE4A1DFB}" dt="2021-01-15T07:41:44.600" v="2361"/>
          <ac:grpSpMkLst>
            <pc:docMk/>
            <pc:sldMk cId="2670489869" sldId="270"/>
            <ac:grpSpMk id="119" creationId="{519247DC-DBD1-46BE-B638-B2DBD173CA65}"/>
          </ac:grpSpMkLst>
        </pc:grpChg>
        <pc:grpChg chg="del mod">
          <ac:chgData name="VIkram Goyal" userId="4529b0165c9307b1" providerId="LiveId" clId="{697E15A4-21D4-47E2-9C79-C70DAE4A1DFB}" dt="2021-01-15T07:42:08.934" v="2392"/>
          <ac:grpSpMkLst>
            <pc:docMk/>
            <pc:sldMk cId="2670489869" sldId="270"/>
            <ac:grpSpMk id="126" creationId="{99E0CD0E-E1AD-452B-9EAF-E51D3C5B4F90}"/>
          </ac:grpSpMkLst>
        </pc:grpChg>
        <pc:grpChg chg="del mod">
          <ac:chgData name="VIkram Goyal" userId="4529b0165c9307b1" providerId="LiveId" clId="{697E15A4-21D4-47E2-9C79-C70DAE4A1DFB}" dt="2021-01-15T07:41:52.602" v="2373"/>
          <ac:grpSpMkLst>
            <pc:docMk/>
            <pc:sldMk cId="2670489869" sldId="270"/>
            <ac:grpSpMk id="134" creationId="{B5B5FAD7-5E3D-4019-B025-4A30F71C63FA}"/>
          </ac:grpSpMkLst>
        </pc:grpChg>
        <pc:grpChg chg="del mod">
          <ac:chgData name="VIkram Goyal" userId="4529b0165c9307b1" providerId="LiveId" clId="{697E15A4-21D4-47E2-9C79-C70DAE4A1DFB}" dt="2021-01-15T07:42:08.934" v="2392"/>
          <ac:grpSpMkLst>
            <pc:docMk/>
            <pc:sldMk cId="2670489869" sldId="270"/>
            <ac:grpSpMk id="138" creationId="{F596360D-BE7F-461B-8FDC-875BA7D37C0E}"/>
          </ac:grpSpMkLst>
        </pc:grpChg>
        <pc:grpChg chg="del mod">
          <ac:chgData name="VIkram Goyal" userId="4529b0165c9307b1" providerId="LiveId" clId="{697E15A4-21D4-47E2-9C79-C70DAE4A1DFB}" dt="2021-01-15T07:42:08.934" v="2392"/>
          <ac:grpSpMkLst>
            <pc:docMk/>
            <pc:sldMk cId="2670489869" sldId="270"/>
            <ac:grpSpMk id="143" creationId="{34B8A199-43B9-4780-A53A-7779B7994785}"/>
          </ac:grpSpMkLst>
        </pc:grpChg>
        <pc:grpChg chg="del mod">
          <ac:chgData name="VIkram Goyal" userId="4529b0165c9307b1" providerId="LiveId" clId="{697E15A4-21D4-47E2-9C79-C70DAE4A1DFB}" dt="2021-01-15T07:42:08.934" v="2392"/>
          <ac:grpSpMkLst>
            <pc:docMk/>
            <pc:sldMk cId="2670489869" sldId="270"/>
            <ac:grpSpMk id="150" creationId="{D7101C53-A45F-4FBD-AE21-1B49E626EEB4}"/>
          </ac:grpSpMkLst>
        </pc:grpChg>
        <pc:grpChg chg="del mod">
          <ac:chgData name="VIkram Goyal" userId="4529b0165c9307b1" providerId="LiveId" clId="{697E15A4-21D4-47E2-9C79-C70DAE4A1DFB}" dt="2021-01-15T07:42:08.934" v="2392"/>
          <ac:grpSpMkLst>
            <pc:docMk/>
            <pc:sldMk cId="2670489869" sldId="270"/>
            <ac:grpSpMk id="154" creationId="{9CC23E6E-49C2-4EE4-B1C6-73F61359099D}"/>
          </ac:grpSpMkLst>
        </pc:grpChg>
        <pc:grpChg chg="del mod">
          <ac:chgData name="VIkram Goyal" userId="4529b0165c9307b1" providerId="LiveId" clId="{697E15A4-21D4-47E2-9C79-C70DAE4A1DFB}" dt="2021-01-15T07:42:12.937" v="2399"/>
          <ac:grpSpMkLst>
            <pc:docMk/>
            <pc:sldMk cId="2670489869" sldId="270"/>
            <ac:grpSpMk id="157" creationId="{9FFCBCA8-3B4E-4790-850E-81BFA5A9E6E5}"/>
          </ac:grpSpMkLst>
        </pc:grpChg>
        <pc:grpChg chg="del mod">
          <ac:chgData name="VIkram Goyal" userId="4529b0165c9307b1" providerId="LiveId" clId="{697E15A4-21D4-47E2-9C79-C70DAE4A1DFB}" dt="2021-01-15T07:42:27.909" v="2419"/>
          <ac:grpSpMkLst>
            <pc:docMk/>
            <pc:sldMk cId="2670489869" sldId="270"/>
            <ac:grpSpMk id="164" creationId="{8C1EAB06-85AE-4100-8CFC-9DB713E72A1F}"/>
          </ac:grpSpMkLst>
        </pc:grpChg>
        <pc:grpChg chg="del mod">
          <ac:chgData name="VIkram Goyal" userId="4529b0165c9307b1" providerId="LiveId" clId="{697E15A4-21D4-47E2-9C79-C70DAE4A1DFB}" dt="2021-01-15T07:42:27.909" v="2419"/>
          <ac:grpSpMkLst>
            <pc:docMk/>
            <pc:sldMk cId="2670489869" sldId="270"/>
            <ac:grpSpMk id="167" creationId="{845F3F78-14BB-49F2-97BC-662BE022F60D}"/>
          </ac:grpSpMkLst>
        </pc:grpChg>
        <pc:grpChg chg="del mod">
          <ac:chgData name="VIkram Goyal" userId="4529b0165c9307b1" providerId="LiveId" clId="{697E15A4-21D4-47E2-9C79-C70DAE4A1DFB}" dt="2021-01-15T07:42:22.922" v="2410"/>
          <ac:grpSpMkLst>
            <pc:docMk/>
            <pc:sldMk cId="2670489869" sldId="270"/>
            <ac:grpSpMk id="172" creationId="{517243A3-9589-4323-89D7-3589F0848A89}"/>
          </ac:grpSpMkLst>
        </pc:grpChg>
        <pc:grpChg chg="del mod">
          <ac:chgData name="VIkram Goyal" userId="4529b0165c9307b1" providerId="LiveId" clId="{697E15A4-21D4-47E2-9C79-C70DAE4A1DFB}" dt="2021-01-15T07:42:27.909" v="2419"/>
          <ac:grpSpMkLst>
            <pc:docMk/>
            <pc:sldMk cId="2670489869" sldId="270"/>
            <ac:grpSpMk id="175" creationId="{50FC5322-C20A-46FD-8813-D236CA91D1D7}"/>
          </ac:grpSpMkLst>
        </pc:grpChg>
        <pc:grpChg chg="mod">
          <ac:chgData name="VIkram Goyal" userId="4529b0165c9307b1" providerId="LiveId" clId="{697E15A4-21D4-47E2-9C79-C70DAE4A1DFB}" dt="2021-01-15T07:42:27.909" v="2419"/>
          <ac:grpSpMkLst>
            <pc:docMk/>
            <pc:sldMk cId="2670489869" sldId="270"/>
            <ac:grpSpMk id="184" creationId="{79D19BE6-7832-4A0B-85FF-12D683E15A56}"/>
          </ac:grpSpMkLst>
        </pc:grpChg>
        <pc:grpChg chg="mod">
          <ac:chgData name="VIkram Goyal" userId="4529b0165c9307b1" providerId="LiveId" clId="{697E15A4-21D4-47E2-9C79-C70DAE4A1DFB}" dt="2021-01-15T07:42:31.488" v="2423"/>
          <ac:grpSpMkLst>
            <pc:docMk/>
            <pc:sldMk cId="2670489869" sldId="270"/>
            <ac:grpSpMk id="188" creationId="{A67D95A4-F984-4B62-87D4-CD7DA9167F22}"/>
          </ac:grpSpMkLst>
        </pc:grpChg>
        <pc:grpChg chg="mod">
          <ac:chgData name="VIkram Goyal" userId="4529b0165c9307b1" providerId="LiveId" clId="{697E15A4-21D4-47E2-9C79-C70DAE4A1DFB}" dt="2021-01-15T07:42:37.972" v="2438"/>
          <ac:grpSpMkLst>
            <pc:docMk/>
            <pc:sldMk cId="2670489869" sldId="270"/>
            <ac:grpSpMk id="203" creationId="{7F4C9846-D69A-4658-A0EA-E233EF8B9838}"/>
          </ac:grpSpMkLst>
        </pc:grpChg>
        <pc:grpChg chg="mod">
          <ac:chgData name="VIkram Goyal" userId="4529b0165c9307b1" providerId="LiveId" clId="{697E15A4-21D4-47E2-9C79-C70DAE4A1DFB}" dt="2021-01-15T07:42:37.972" v="2438"/>
          <ac:grpSpMkLst>
            <pc:docMk/>
            <pc:sldMk cId="2670489869" sldId="270"/>
            <ac:grpSpMk id="204" creationId="{1B933138-2490-4C2F-B6E7-46CCE98CA34C}"/>
          </ac:grpSpMkLst>
        </pc:grpChg>
        <pc:grpChg chg="mod">
          <ac:chgData name="VIkram Goyal" userId="4529b0165c9307b1" providerId="LiveId" clId="{697E15A4-21D4-47E2-9C79-C70DAE4A1DFB}" dt="2021-01-15T07:42:37.972" v="2438"/>
          <ac:grpSpMkLst>
            <pc:docMk/>
            <pc:sldMk cId="2670489869" sldId="270"/>
            <ac:grpSpMk id="205" creationId="{3E4B1C99-E170-4D3D-97B5-1FD9508A7EFB}"/>
          </ac:grpSpMkLst>
        </pc:grpChg>
        <pc:grpChg chg="mod">
          <ac:chgData name="VIkram Goyal" userId="4529b0165c9307b1" providerId="LiveId" clId="{697E15A4-21D4-47E2-9C79-C70DAE4A1DFB}" dt="2021-01-15T07:42:37.972" v="2438"/>
          <ac:grpSpMkLst>
            <pc:docMk/>
            <pc:sldMk cId="2670489869" sldId="270"/>
            <ac:grpSpMk id="206" creationId="{861D7EE4-EC1F-4756-86CE-808E69A6F57B}"/>
          </ac:grpSpMkLst>
        </pc:grpChg>
        <pc:grpChg chg="del mod">
          <ac:chgData name="VIkram Goyal" userId="4529b0165c9307b1" providerId="LiveId" clId="{697E15A4-21D4-47E2-9C79-C70DAE4A1DFB}" dt="2021-01-15T07:43:04.533" v="2469"/>
          <ac:grpSpMkLst>
            <pc:docMk/>
            <pc:sldMk cId="2670489869" sldId="270"/>
            <ac:grpSpMk id="225" creationId="{74C4B84C-0FEB-4703-B26B-56E342BB8A0A}"/>
          </ac:grpSpMkLst>
        </pc:grpChg>
        <pc:grpChg chg="del mod">
          <ac:chgData name="VIkram Goyal" userId="4529b0165c9307b1" providerId="LiveId" clId="{697E15A4-21D4-47E2-9C79-C70DAE4A1DFB}" dt="2021-01-15T07:42:55.122" v="2466"/>
          <ac:grpSpMkLst>
            <pc:docMk/>
            <pc:sldMk cId="2670489869" sldId="270"/>
            <ac:grpSpMk id="226" creationId="{61096B14-7438-4C89-9221-85C3806A65E1}"/>
          </ac:grpSpMkLst>
        </pc:grpChg>
        <pc:grpChg chg="del mod">
          <ac:chgData name="VIkram Goyal" userId="4529b0165c9307b1" providerId="LiveId" clId="{697E15A4-21D4-47E2-9C79-C70DAE4A1DFB}" dt="2021-01-15T07:42:55.122" v="2466"/>
          <ac:grpSpMkLst>
            <pc:docMk/>
            <pc:sldMk cId="2670489869" sldId="270"/>
            <ac:grpSpMk id="227" creationId="{E138D7BC-531C-463A-AB7D-C8E1E15AD976}"/>
          </ac:grpSpMkLst>
        </pc:grpChg>
        <pc:grpChg chg="del mod">
          <ac:chgData name="VIkram Goyal" userId="4529b0165c9307b1" providerId="LiveId" clId="{697E15A4-21D4-47E2-9C79-C70DAE4A1DFB}" dt="2021-01-15T07:42:55.122" v="2466"/>
          <ac:grpSpMkLst>
            <pc:docMk/>
            <pc:sldMk cId="2670489869" sldId="270"/>
            <ac:grpSpMk id="228" creationId="{53B1FFB7-DA09-476E-8327-6740131F31AA}"/>
          </ac:grpSpMkLst>
        </pc:grpChg>
        <pc:grpChg chg="del mod">
          <ac:chgData name="VIkram Goyal" userId="4529b0165c9307b1" providerId="LiveId" clId="{697E15A4-21D4-47E2-9C79-C70DAE4A1DFB}" dt="2021-01-15T07:43:19.339" v="2473"/>
          <ac:grpSpMkLst>
            <pc:docMk/>
            <pc:sldMk cId="2670489869" sldId="270"/>
            <ac:grpSpMk id="237" creationId="{A5B50D0E-5797-4663-B651-2694B0B48A50}"/>
          </ac:grpSpMkLst>
        </pc:grpChg>
        <pc:grpChg chg="del mod">
          <ac:chgData name="VIkram Goyal" userId="4529b0165c9307b1" providerId="LiveId" clId="{697E15A4-21D4-47E2-9C79-C70DAE4A1DFB}" dt="2021-01-15T07:43:27.649" v="2490"/>
          <ac:grpSpMkLst>
            <pc:docMk/>
            <pc:sldMk cId="2670489869" sldId="270"/>
            <ac:grpSpMk id="240" creationId="{504ADCE8-81DA-49E5-A526-561DD7C6FE65}"/>
          </ac:grpSpMkLst>
        </pc:grpChg>
        <pc:grpChg chg="del mod">
          <ac:chgData name="VIkram Goyal" userId="4529b0165c9307b1" providerId="LiveId" clId="{697E15A4-21D4-47E2-9C79-C70DAE4A1DFB}" dt="2021-01-15T07:43:27.649" v="2490"/>
          <ac:grpSpMkLst>
            <pc:docMk/>
            <pc:sldMk cId="2670489869" sldId="270"/>
            <ac:grpSpMk id="243" creationId="{705724CE-4D9A-47A4-9A48-2EE889323AFB}"/>
          </ac:grpSpMkLst>
        </pc:grpChg>
        <pc:grpChg chg="mod">
          <ac:chgData name="VIkram Goyal" userId="4529b0165c9307b1" providerId="LiveId" clId="{697E15A4-21D4-47E2-9C79-C70DAE4A1DFB}" dt="2021-01-15T07:43:27.649" v="2490"/>
          <ac:grpSpMkLst>
            <pc:docMk/>
            <pc:sldMk cId="2670489869" sldId="270"/>
            <ac:grpSpMk id="251" creationId="{92BA6FAD-1134-4043-8FD4-9DA56F75FF6F}"/>
          </ac:grpSpMkLst>
        </pc:grp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2" creationId="{A8483C4D-1516-4151-A6B8-7CDF17C11933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3" creationId="{444676E9-A6ED-443D-8848-EEEC7E1EFBF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4" creationId="{C6013820-CDDA-40B1-BDE1-C9018DF1957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5" creationId="{519ABFF8-AE11-4156-AC3A-5C19E49FBF81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7" creationId="{D46DF448-8AE7-4CF4-A7C3-15A9F3A07A7A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8" creationId="{CC33950E-9020-4197-AC65-44B43587927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9" creationId="{DFC8DA08-5629-4B59-986C-8CEFB0A08007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0" creationId="{8A9C9D24-E0AA-4341-92A5-95553FD59048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1" creationId="{063FB677-CE93-49A3-BC88-44B3FB0324CD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2" creationId="{B03C94DC-1896-4565-ACCC-8830CD86ECAD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3" creationId="{E81A10DE-BD69-4A47-9168-0E53C1D896C5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4" creationId="{23D2AA9C-7C14-48C6-BE7F-14D09AE8D87A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5" creationId="{D2E57A4A-9826-446A-92EC-848EF7A67E1C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6" creationId="{3BC0D026-B788-4DC6-8EAD-4C890436B0C7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7" creationId="{BA260F26-EAB2-4CB0-BB10-5A98C3BCC1F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8" creationId="{84237090-6A38-4E84-B3F0-FCD6B496E841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9" creationId="{9A1A5A51-C28E-4FE2-AF9E-6977374A89C7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20" creationId="{874392B2-8B53-4D55-B390-C650B192BC12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21" creationId="{910958BB-D8E0-432D-AD40-E6AD84F73E8E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22" creationId="{98FB50C8-44CE-4BDF-86DE-EF5FD21B5A2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23" creationId="{2E7807B3-B3A5-45BD-B037-1FE051921F18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24" creationId="{7566D775-1AA1-43E2-8CA8-9E5E49C1C186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25" creationId="{47FC21F4-97C3-4F91-ADC0-A14BD58D02CA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26" creationId="{99D07FE5-7138-49FB-851D-96F9D6E4E89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27" creationId="{89B834B4-E927-4647-BA95-F296366E1DE8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28" creationId="{5DFEC0C7-CBD0-4E5B-90CC-D8BC272BFEB8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32" creationId="{0F8AB639-1177-4946-AAD8-42EC47170CA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33" creationId="{D52E505E-E067-4F50-98EB-23CCB5726F87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35" creationId="{432FF43B-8451-480D-ABE4-DC1F8240954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36" creationId="{12B4A78B-5A29-418A-8F71-5D1AAD74AD99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37" creationId="{06AA71D7-8D00-490A-AA4F-7AE2EADD9925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38" creationId="{1F6C0ADB-8C40-4986-A561-C602E4B08D8C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39" creationId="{863B8018-4006-41FB-9074-A5A912993676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40" creationId="{C9AB1CC9-88C6-4987-986C-3259C3886EE9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41" creationId="{33B6082C-772F-49D3-B64D-31C7F999967A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42" creationId="{5460D8A2-5D17-4ACD-A6B7-0934B91484DD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43" creationId="{DEC7D965-D86B-4208-95FE-F790F380227D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44" creationId="{E2D054D0-A328-43C2-B8E5-08AF6C4538A7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45" creationId="{AD048864-7672-43C2-9D0F-C98D291216C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46" creationId="{7FEEC662-7BC9-45BE-A22F-B7FC1EE4E4C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47" creationId="{DA25B930-56E7-41B0-BE10-19542F0C0B5C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50" creationId="{D978E7AC-AB77-4E2F-A8AC-8F9B5AECEE2D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51" creationId="{2F5C6432-1C72-4F3B-BCAC-B6358642B1C8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52" creationId="{A4957848-9DE4-40DC-8390-952279341F1E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53" creationId="{89265A15-2B41-4EE7-8DC9-0CED8AA8FFD1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54" creationId="{71E6906A-EC9E-498D-A2F3-2E4556CB58DD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55" creationId="{C85DC56F-160B-4AFD-8507-C40D9BC40B7A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57" creationId="{5241B106-CD85-4C3B-BA1A-50004B2774B5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58" creationId="{1B4443DB-D7FF-4432-B10B-E25593637A0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59" creationId="{975F6C1E-BAB0-4AB6-8825-2FAC44C17E4E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60" creationId="{503F399D-494F-4841-904C-2A6B35FB9CB1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62" creationId="{F0013C31-66FE-4A46-AA57-011D289DFF09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64" creationId="{6DAA4DF2-B5DD-4219-A1FD-721462EE89B7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65" creationId="{D1D677CD-E933-4BFA-829E-1873F7424BF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66" creationId="{567B8068-9F3B-4F66-8044-04BF1BE2C2C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67" creationId="{FF840264-43DB-467E-BC64-3DB9B4851F53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68" creationId="{5547F03B-48E2-4064-A5F2-39EA3AADFADD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69" creationId="{73145E82-4680-4E36-A085-E02A4280E0B6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70" creationId="{405D231E-9097-442A-B293-6A6D7D45ABC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71" creationId="{84A576FC-3DB1-4BE5-800E-466AA403854C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72" creationId="{42D74A4B-F10C-4FB5-B945-6D3B8CCD4D6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73" creationId="{7244CE3F-362C-49CC-926B-A52F3724CA2D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74" creationId="{EC2BE382-D1D1-461B-9B3B-1D166419CDB5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75" creationId="{FC0643E3-58A0-4307-B0D6-1F8F619ED168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78" creationId="{74CAEFF0-FD72-4E17-A7DE-BD4C722555D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79" creationId="{1F87CE4A-A7F2-411C-AAFB-22E690ACA7D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80" creationId="{5D278320-46AE-487A-AC99-A5FFC0A40FF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81" creationId="{2F82F887-CECC-4AA8-A5F4-763A14C1826B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82" creationId="{A4F9C5C1-F2D6-470B-9E7B-243DA1EAD8B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83" creationId="{E1416714-D1C4-437E-B159-7400994BB8ED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84" creationId="{43D4E15B-15D5-4C69-90D9-F3FB9A1E65A9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85" creationId="{2DC4123A-FFAF-4523-B233-708EBE93337B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86" creationId="{AC108227-9C68-44C4-977F-C2BD29CE7F0E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87" creationId="{28EB931C-B315-4FFC-99E1-8B47BA9D1AE7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88" creationId="{BFA933B8-A1C7-49D4-8E2F-0A2D0ACB36F5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89" creationId="{9DE32B7B-5D38-4F2A-8DFC-2705938A014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90" creationId="{0A86D9D6-B0FD-4FEC-BD92-3BDD8558CC9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91" creationId="{5E9A7A53-FD2D-4EAC-A42C-C4D7FE0A7B35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92" creationId="{02E18ED7-0E71-4EE3-9751-D665C98065E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93" creationId="{9F33335A-D158-4AFF-8873-5A962AE7CBD3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94" creationId="{687E6809-8853-440A-9364-410E1CFFEB7E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95" creationId="{D1FF64D4-9F9A-4FB1-B4F3-8CB03D58D15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96" creationId="{E4535F0E-11F8-4898-AF8B-E84C43FD3342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97" creationId="{00E4D2A2-9D50-4C92-8979-B9B4B285DA3B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98" creationId="{8EB6BB97-9111-41F3-881F-0F493B41457C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99" creationId="{3DCCC2C2-7AD5-481E-9088-BB3FAC5A72A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00" creationId="{AB27C2BE-F5E6-420E-BC96-1D5B34602B09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01" creationId="{22C20056-A8D1-487D-9C16-F7358149A49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02" creationId="{1075AA40-D7D2-4EA1-95A6-8F145783DAEB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03" creationId="{4D78AF34-34A1-443E-86FC-899C72E444DC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04" creationId="{B5CEF5E7-0A4D-47DA-8113-29A6E70B892C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05" creationId="{588C6540-6D0A-4AA5-9B32-9524A4B568A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06" creationId="{49BEBF2D-0285-4BA2-8C98-FF2F6BE47818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07" creationId="{11A23C65-C31E-464E-9DD6-AE258C0CCCB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08" creationId="{CEEF6DB9-C567-43F4-8E5D-AB8AF5C59CBC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09" creationId="{2798108E-7416-4AD8-9225-73713CF22B13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10" creationId="{64DCC8E7-0F1E-4737-A289-3BC8E4584F87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15" creationId="{354CCEAF-36BB-44FF-9A9E-1FB850E89E1B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16" creationId="{DD17D26D-DEE2-43B1-A74F-360758D9E7A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17" creationId="{C51660E6-F529-4EE5-95BA-391A5E06BB17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18" creationId="{0C46B536-F4FD-47CD-A561-F607AEB26191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20" creationId="{F13255D7-ABA3-426B-AB79-4CF4E5DAA59D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21" creationId="{EC9CAE64-AB34-4AF6-8918-F5371A488396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22" creationId="{3DEEF5EB-D7A7-4C31-93A3-96178388C47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23" creationId="{1903D492-9821-4A96-A01F-2DE9A4650DBC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24" creationId="{290A4A77-FF67-4EA4-9BC5-09AC4E4762B7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25" creationId="{5DC0FD52-1134-4633-8A6F-FBEFE94C56F1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27" creationId="{17873C86-0871-459E-99B6-83E27D4D3F08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28" creationId="{92E989AC-9676-4127-9BAA-C7A6F8DC7C0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29" creationId="{F7F77312-DC55-4A46-977B-95525B20120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30" creationId="{609203DD-1E31-4206-A1E1-51EEE2E05C3C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31" creationId="{A77BF065-9036-450D-B9A6-379EED21F5B5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32" creationId="{2EA1301D-548E-4E3A-AD91-AFFADDD286CE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33" creationId="{967A1833-C2B6-4177-8A6F-DDA76D60344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35" creationId="{9E05401B-BF9B-4DE8-89F5-AFF2FECEDF07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36" creationId="{3237BD6D-CB1D-43E2-8C67-065D3E42F7C7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37" creationId="{74CADFE5-D97C-4B3A-9E0E-135CE5A9B322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39" creationId="{9D92FF55-9753-45A3-9141-AB2DA23E99FA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40" creationId="{E7CF1DFA-31EE-47B9-8B5B-1E13D7C8744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41" creationId="{157D6A21-8FD9-4C9C-8B27-DD8FDA256C78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42" creationId="{A0FAEE44-F43E-4D20-8E77-EA1CB5F5A885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44" creationId="{E21382DA-DF31-4716-9849-B3D1F769619E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45" creationId="{40B70CF7-1566-45D0-8B2F-CD49DBF56692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46" creationId="{66BFF8B8-ACE4-49B0-B789-847646075ED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47" creationId="{F68724E5-1154-4305-A3F4-490964F8674A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48" creationId="{A4C9D39A-D112-48AA-9078-A484DC97CC7C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49" creationId="{97CFF9C5-4444-4595-AC68-AFF7935DF1D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51" creationId="{6978267E-DADF-4583-9D2E-4FE4580DE513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52" creationId="{CAC36476-2686-4F4D-9E86-FDA14C966EDA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53" creationId="{7FA0BCAA-78C7-4C20-884D-A7017E9B0C12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55" creationId="{1EEB5237-881C-4F34-89C1-519BB5AFE368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56" creationId="{1EF254B4-27CD-4C2F-94B9-C836086C742E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58" creationId="{471FE929-52C9-49AA-BA1C-CA738929CE53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59" creationId="{8B936CD9-CF75-4E1D-A2BB-4A621B807C91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60" creationId="{0371DF3A-0B32-4C4F-873E-ADF3DCD789F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61" creationId="{46E11D3D-63CD-4BBB-97EE-6D1ACB84B02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62" creationId="{8E3A5A78-0F36-4F0B-9FA2-C596ADB12D6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63" creationId="{ECD0B576-2678-4820-AEC0-E9492058DAF2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65" creationId="{AEBA1F4C-9EF6-43D3-8D4E-A5D71DB53A0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66" creationId="{3FB7B981-FA35-4787-855C-74B728C58955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68" creationId="{DEB2CF9F-149E-46A8-8EE5-5FBD61AE6EB9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69" creationId="{AB0F9FB5-1B0F-41F0-87F0-BA8A9F695363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70" creationId="{FE9BA1B3-0389-47E1-A5D9-1E8E6B643904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71" creationId="{21829706-5C19-4D01-B85E-09D21FAF6E1C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73" creationId="{FDD6D41A-C281-4035-85E8-B12D668335C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74" creationId="{948607E7-BDA5-470F-969E-49D08D7642F2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76" creationId="{033C8D16-E00C-4A39-ACD2-22D0CFAF0A32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77" creationId="{C0BFE30D-4023-4C0D-BCD0-345948F5905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78" creationId="{F2E987E3-10B6-4FD6-9D1C-5466CCF55DE0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79" creationId="{BF681517-14DB-4472-832B-EB1A8AEFA45F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80" creationId="{D0A8055A-A785-42C2-90E2-14407A68749A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81" creationId="{A020BC0B-DFE4-4CDF-9267-115F759F3669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82" creationId="{C9D319DF-9C6F-4B02-81C7-97BF71B3D13D}"/>
          </ac:inkMkLst>
        </pc:inkChg>
        <pc:inkChg chg="add mod">
          <ac:chgData name="VIkram Goyal" userId="4529b0165c9307b1" providerId="LiveId" clId="{697E15A4-21D4-47E2-9C79-C70DAE4A1DFB}" dt="2021-01-15T07:42:27.909" v="2419"/>
          <ac:inkMkLst>
            <pc:docMk/>
            <pc:sldMk cId="2670489869" sldId="270"/>
            <ac:inkMk id="183" creationId="{71243320-F076-4177-BA3F-7499D11B13EF}"/>
          </ac:inkMkLst>
        </pc:inkChg>
        <pc:inkChg chg="add mod">
          <ac:chgData name="VIkram Goyal" userId="4529b0165c9307b1" providerId="LiveId" clId="{697E15A4-21D4-47E2-9C79-C70DAE4A1DFB}" dt="2021-01-15T07:42:31.488" v="2423"/>
          <ac:inkMkLst>
            <pc:docMk/>
            <pc:sldMk cId="2670489869" sldId="270"/>
            <ac:inkMk id="185" creationId="{5F980076-0627-473A-9FB5-525D8D3A074F}"/>
          </ac:inkMkLst>
        </pc:inkChg>
        <pc:inkChg chg="add mod">
          <ac:chgData name="VIkram Goyal" userId="4529b0165c9307b1" providerId="LiveId" clId="{697E15A4-21D4-47E2-9C79-C70DAE4A1DFB}" dt="2021-01-15T07:42:31.488" v="2423"/>
          <ac:inkMkLst>
            <pc:docMk/>
            <pc:sldMk cId="2670489869" sldId="270"/>
            <ac:inkMk id="186" creationId="{0ECE3E19-8B5F-4FB9-B7F5-22D364695441}"/>
          </ac:inkMkLst>
        </pc:inkChg>
        <pc:inkChg chg="add mod">
          <ac:chgData name="VIkram Goyal" userId="4529b0165c9307b1" providerId="LiveId" clId="{697E15A4-21D4-47E2-9C79-C70DAE4A1DFB}" dt="2021-01-15T07:42:31.488" v="2423"/>
          <ac:inkMkLst>
            <pc:docMk/>
            <pc:sldMk cId="2670489869" sldId="270"/>
            <ac:inkMk id="187" creationId="{DF6FFC80-8FB1-414D-A555-EAE1D4018D95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189" creationId="{0772FFD8-9CCC-4A2D-A515-238E548BD385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190" creationId="{614D57B0-0EA1-497F-91A6-2C65A2A59622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191" creationId="{32FAFBFA-3D3C-4A6F-A7EC-7CC49A9C38B4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192" creationId="{9E4767CC-9DE7-46A1-AA73-5398A45E6590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193" creationId="{4EBB55DB-541C-46B5-A911-E99285F33C99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194" creationId="{DBC230BB-365D-437F-A6BE-0F558AD81DA5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195" creationId="{05319759-440D-45AF-8A74-23C8EF693B06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196" creationId="{450DF25E-C3E1-4650-A605-C92D878B70E4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197" creationId="{66DDDC54-A5CD-4D29-92BC-E090418E5DC5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198" creationId="{3B97A24B-E0D9-4948-82A2-B802C4310857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199" creationId="{5B8FED3B-BE47-47B1-9CE6-9AD67EB023A5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200" creationId="{765D328E-60BE-4DA8-8F68-06F06670AA44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201" creationId="{A993B616-B1A6-4034-A240-17F702035172}"/>
          </ac:inkMkLst>
        </pc:inkChg>
        <pc:inkChg chg="add mod">
          <ac:chgData name="VIkram Goyal" userId="4529b0165c9307b1" providerId="LiveId" clId="{697E15A4-21D4-47E2-9C79-C70DAE4A1DFB}" dt="2021-01-15T07:42:37.972" v="2438"/>
          <ac:inkMkLst>
            <pc:docMk/>
            <pc:sldMk cId="2670489869" sldId="270"/>
            <ac:inkMk id="202" creationId="{C552EC55-9E5C-4EE7-93D2-000E9BF8C008}"/>
          </ac:inkMkLst>
        </pc:inkChg>
        <pc:inkChg chg="add">
          <ac:chgData name="VIkram Goyal" userId="4529b0165c9307b1" providerId="LiveId" clId="{697E15A4-21D4-47E2-9C79-C70DAE4A1DFB}" dt="2021-01-15T07:42:38.179" v="2439" actId="9405"/>
          <ac:inkMkLst>
            <pc:docMk/>
            <pc:sldMk cId="2670489869" sldId="270"/>
            <ac:inkMk id="207" creationId="{0BC988F0-1F45-4A6D-82A5-E0CA95AB325A}"/>
          </ac:inkMkLst>
        </pc:inkChg>
        <pc:inkChg chg="add">
          <ac:chgData name="VIkram Goyal" userId="4529b0165c9307b1" providerId="LiveId" clId="{697E15A4-21D4-47E2-9C79-C70DAE4A1DFB}" dt="2021-01-15T07:42:38.799" v="2440" actId="9405"/>
          <ac:inkMkLst>
            <pc:docMk/>
            <pc:sldMk cId="2670489869" sldId="270"/>
            <ac:inkMk id="208" creationId="{F387A01E-5005-4A2C-9028-6C1FD562F416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09" creationId="{AFDE54E0-6B0C-4820-BB27-BE561C32E85E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10" creationId="{31B7FB7D-8699-482E-89BA-889CBC8CD366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11" creationId="{BAF67152-419A-48D4-A20E-B1BA4932FE43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12" creationId="{CC44BA1B-5581-4A4E-B7E2-A7E2059415AD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13" creationId="{E13352E1-95B6-4034-98CD-1B06F53252AB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14" creationId="{17BB4B36-242C-4CC6-A86D-5B1D7D096A2E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15" creationId="{6D424CC5-4994-473E-B493-B29165DF1BAF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16" creationId="{E5DA09AE-8094-440C-95EB-A5883938D11C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17" creationId="{B641E6B4-33E9-41C8-B63C-35AE0D647B55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18" creationId="{05B9695F-6860-42E6-ACB8-A444C1CDCBAA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19" creationId="{6B5FA0D4-1015-4B11-A84D-3CD6302EB82C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20" creationId="{BE95BABF-0D3F-4312-8AFF-BE24EA5B8C75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21" creationId="{53B8DED0-D9EE-4515-8DD9-F7EDF027BD21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22" creationId="{73C3D7BD-F3EA-49C5-B1D5-E007F27471E8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23" creationId="{F54A3547-00E4-4C7C-8CBC-4C3A0287B3E2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24" creationId="{B1B53045-7053-469D-A03C-56E63C93086E}"/>
          </ac:inkMkLst>
        </pc:inkChg>
        <pc:inkChg chg="add del mod">
          <ac:chgData name="VIkram Goyal" userId="4529b0165c9307b1" providerId="LiveId" clId="{697E15A4-21D4-47E2-9C79-C70DAE4A1DFB}" dt="2021-01-15T07:43:22.163" v="2477"/>
          <ac:inkMkLst>
            <pc:docMk/>
            <pc:sldMk cId="2670489869" sldId="270"/>
            <ac:inkMk id="229" creationId="{3C2A15BD-29F3-46C4-8445-65FF28A36C47}"/>
          </ac:inkMkLst>
        </pc:inkChg>
        <pc:inkChg chg="add del mod">
          <ac:chgData name="VIkram Goyal" userId="4529b0165c9307b1" providerId="LiveId" clId="{697E15A4-21D4-47E2-9C79-C70DAE4A1DFB}" dt="2021-01-15T07:43:22.166" v="2482"/>
          <ac:inkMkLst>
            <pc:docMk/>
            <pc:sldMk cId="2670489869" sldId="270"/>
            <ac:inkMk id="230" creationId="{0151E6D8-0FBD-4421-8B38-CCEB4B7B49E6}"/>
          </ac:inkMkLst>
        </pc:inkChg>
        <pc:inkChg chg="add del mod">
          <ac:chgData name="VIkram Goyal" userId="4529b0165c9307b1" providerId="LiveId" clId="{697E15A4-21D4-47E2-9C79-C70DAE4A1DFB}" dt="2021-01-15T07:43:22.164" v="2478"/>
          <ac:inkMkLst>
            <pc:docMk/>
            <pc:sldMk cId="2670489869" sldId="270"/>
            <ac:inkMk id="231" creationId="{81FFE90F-AEA8-4038-8BF7-0B6E85FB0E2B}"/>
          </ac:inkMkLst>
        </pc:inkChg>
        <pc:inkChg chg="add del mod">
          <ac:chgData name="VIkram Goyal" userId="4529b0165c9307b1" providerId="LiveId" clId="{697E15A4-21D4-47E2-9C79-C70DAE4A1DFB}" dt="2021-01-15T07:43:22.163" v="2476"/>
          <ac:inkMkLst>
            <pc:docMk/>
            <pc:sldMk cId="2670489869" sldId="270"/>
            <ac:inkMk id="232" creationId="{1C1196EC-D1EF-4E89-B17D-0304E7211052}"/>
          </ac:inkMkLst>
        </pc:inkChg>
        <pc:inkChg chg="add del mod">
          <ac:chgData name="VIkram Goyal" userId="4529b0165c9307b1" providerId="LiveId" clId="{697E15A4-21D4-47E2-9C79-C70DAE4A1DFB}" dt="2021-01-15T07:43:22.164" v="2479"/>
          <ac:inkMkLst>
            <pc:docMk/>
            <pc:sldMk cId="2670489869" sldId="270"/>
            <ac:inkMk id="233" creationId="{60AD5129-7534-4044-AD5D-3C130A2C951A}"/>
          </ac:inkMkLst>
        </pc:inkChg>
        <pc:inkChg chg="add del mod">
          <ac:chgData name="VIkram Goyal" userId="4529b0165c9307b1" providerId="LiveId" clId="{697E15A4-21D4-47E2-9C79-C70DAE4A1DFB}" dt="2021-01-15T07:43:22.162" v="2475"/>
          <ac:inkMkLst>
            <pc:docMk/>
            <pc:sldMk cId="2670489869" sldId="270"/>
            <ac:inkMk id="234" creationId="{C323756B-5FC8-4164-AE39-4CB9447FA12E}"/>
          </ac:inkMkLst>
        </pc:inkChg>
        <pc:inkChg chg="add del mod">
          <ac:chgData name="VIkram Goyal" userId="4529b0165c9307b1" providerId="LiveId" clId="{697E15A4-21D4-47E2-9C79-C70DAE4A1DFB}" dt="2021-01-15T07:43:22.165" v="2480"/>
          <ac:inkMkLst>
            <pc:docMk/>
            <pc:sldMk cId="2670489869" sldId="270"/>
            <ac:inkMk id="235" creationId="{4E8A53DD-873C-4FF5-9227-6B3382A123C8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36" creationId="{DF2C4885-005F-4161-9C84-ACDB6954D368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38" creationId="{B881E71E-8618-43D2-AD32-DFDDD43D149C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39" creationId="{B6FFC387-2878-4BAC-A6BD-983FE63E2467}"/>
          </ac:inkMkLst>
        </pc:inkChg>
        <pc:inkChg chg="add del mod">
          <ac:chgData name="VIkram Goyal" userId="4529b0165c9307b1" providerId="LiveId" clId="{697E15A4-21D4-47E2-9C79-C70DAE4A1DFB}" dt="2021-01-15T07:43:22.161" v="2474"/>
          <ac:inkMkLst>
            <pc:docMk/>
            <pc:sldMk cId="2670489869" sldId="270"/>
            <ac:inkMk id="241" creationId="{F239B9F1-522E-4597-A588-B11BAEC51582}"/>
          </ac:inkMkLst>
        </pc:inkChg>
        <pc:inkChg chg="add del mod">
          <ac:chgData name="VIkram Goyal" userId="4529b0165c9307b1" providerId="LiveId" clId="{697E15A4-21D4-47E2-9C79-C70DAE4A1DFB}" dt="2021-01-15T07:43:22.165" v="2481"/>
          <ac:inkMkLst>
            <pc:docMk/>
            <pc:sldMk cId="2670489869" sldId="270"/>
            <ac:inkMk id="242" creationId="{33CC5E02-664E-4739-AD4B-3A5732DBD263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44" creationId="{FD9A8111-1D81-44B7-AD57-3219B2A2B9A5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45" creationId="{D0A8BF5E-4FAE-43ED-9E8B-B9AF83AC3AE5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46" creationId="{FEF50DFA-BA97-4318-8963-3BD7D0E3E6CA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47" creationId="{D42E16B8-C225-4940-A85E-FBB4D04FAFED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48" creationId="{D0FD3B30-9C84-43C5-BD7D-C78DB917FB40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49" creationId="{C385528F-B24E-4DBF-959D-D4B635C15CBD}"/>
          </ac:inkMkLst>
        </pc:inkChg>
        <pc:inkChg chg="add mod">
          <ac:chgData name="VIkram Goyal" userId="4529b0165c9307b1" providerId="LiveId" clId="{697E15A4-21D4-47E2-9C79-C70DAE4A1DFB}" dt="2021-01-15T07:43:27.649" v="2490"/>
          <ac:inkMkLst>
            <pc:docMk/>
            <pc:sldMk cId="2670489869" sldId="270"/>
            <ac:inkMk id="250" creationId="{7EDE8FD2-926F-458B-9F97-77ABFAC7CFD4}"/>
          </ac:inkMkLst>
        </pc:inkChg>
      </pc:sldChg>
      <pc:sldChg chg="addSp delSp modSp new mod">
        <pc:chgData name="VIkram Goyal" userId="4529b0165c9307b1" providerId="LiveId" clId="{697E15A4-21D4-47E2-9C79-C70DAE4A1DFB}" dt="2022-01-20T03:52:54.247" v="6499"/>
        <pc:sldMkLst>
          <pc:docMk/>
          <pc:sldMk cId="4193494954" sldId="270"/>
        </pc:sldMkLst>
        <pc:spChg chg="mod">
          <ac:chgData name="VIkram Goyal" userId="4529b0165c9307b1" providerId="LiveId" clId="{697E15A4-21D4-47E2-9C79-C70DAE4A1DFB}" dt="2022-01-19T06:25:16.833" v="6443" actId="20577"/>
          <ac:spMkLst>
            <pc:docMk/>
            <pc:sldMk cId="4193494954" sldId="270"/>
            <ac:spMk id="2" creationId="{B635D55B-E885-4973-8C80-A15AA8D7001C}"/>
          </ac:spMkLst>
        </pc:spChg>
        <pc:spChg chg="mod">
          <ac:chgData name="VIkram Goyal" userId="4529b0165c9307b1" providerId="LiveId" clId="{697E15A4-21D4-47E2-9C79-C70DAE4A1DFB}" dt="2022-01-19T06:25:00.189" v="6428" actId="403"/>
          <ac:spMkLst>
            <pc:docMk/>
            <pc:sldMk cId="4193494954" sldId="270"/>
            <ac:spMk id="3" creationId="{B45A64EB-34F0-45F8-9FE2-E94EFFD47101}"/>
          </ac:spMkLst>
        </pc:spChg>
        <pc:spChg chg="add del">
          <ac:chgData name="VIkram Goyal" userId="4529b0165c9307b1" providerId="LiveId" clId="{697E15A4-21D4-47E2-9C79-C70DAE4A1DFB}" dt="2022-01-19T05:55:41.505" v="6197"/>
          <ac:spMkLst>
            <pc:docMk/>
            <pc:sldMk cId="4193494954" sldId="270"/>
            <ac:spMk id="4" creationId="{017473AB-0448-4890-9819-D2C082F5EAEA}"/>
          </ac:spMkLst>
        </pc:spChg>
        <pc:spChg chg="add del">
          <ac:chgData name="VIkram Goyal" userId="4529b0165c9307b1" providerId="LiveId" clId="{697E15A4-21D4-47E2-9C79-C70DAE4A1DFB}" dt="2022-01-19T05:55:54.993" v="6202"/>
          <ac:spMkLst>
            <pc:docMk/>
            <pc:sldMk cId="4193494954" sldId="270"/>
            <ac:spMk id="5" creationId="{E08CAD2C-6200-4D2D-BBC9-99C95F20B213}"/>
          </ac:spMkLst>
        </pc:spChg>
        <pc:inkChg chg="add">
          <ac:chgData name="VIkram Goyal" userId="4529b0165c9307b1" providerId="LiveId" clId="{697E15A4-21D4-47E2-9C79-C70DAE4A1DFB}" dt="2022-01-20T03:52:54.247" v="6499"/>
          <ac:inkMkLst>
            <pc:docMk/>
            <pc:sldMk cId="4193494954" sldId="270"/>
            <ac:inkMk id="4" creationId="{52566041-19D8-45F6-BEFD-34B855F44E19}"/>
          </ac:inkMkLst>
        </pc:inkChg>
      </pc:sldChg>
      <pc:sldChg chg="addSp delSp modSp new mod">
        <pc:chgData name="VIkram Goyal" userId="4529b0165c9307b1" providerId="LiveId" clId="{697E15A4-21D4-47E2-9C79-C70DAE4A1DFB}" dt="2022-01-20T03:54:17.159" v="6590"/>
        <pc:sldMkLst>
          <pc:docMk/>
          <pc:sldMk cId="2021241175" sldId="271"/>
        </pc:sldMkLst>
        <pc:grpChg chg="del mod">
          <ac:chgData name="VIkram Goyal" userId="4529b0165c9307b1" providerId="LiveId" clId="{697E15A4-21D4-47E2-9C79-C70DAE4A1DFB}" dt="2022-01-20T03:53:51.314" v="6559"/>
          <ac:grpSpMkLst>
            <pc:docMk/>
            <pc:sldMk cId="2021241175" sldId="271"/>
            <ac:grpSpMk id="31" creationId="{4F1D6F52-94D0-4F75-88A8-C665A2419FB6}"/>
          </ac:grpSpMkLst>
        </pc:grpChg>
        <pc:grpChg chg="del mod">
          <ac:chgData name="VIkram Goyal" userId="4529b0165c9307b1" providerId="LiveId" clId="{697E15A4-21D4-47E2-9C79-C70DAE4A1DFB}" dt="2022-01-20T03:54:04.075" v="6573"/>
          <ac:grpSpMkLst>
            <pc:docMk/>
            <pc:sldMk cId="2021241175" sldId="271"/>
            <ac:grpSpMk id="32" creationId="{25AF836F-F367-444B-9C0E-E858CE2E19CD}"/>
          </ac:grpSpMkLst>
        </pc:grpChg>
        <pc:grpChg chg="del mod">
          <ac:chgData name="VIkram Goyal" userId="4529b0165c9307b1" providerId="LiveId" clId="{697E15A4-21D4-47E2-9C79-C70DAE4A1DFB}" dt="2022-01-20T03:53:33.125" v="6530"/>
          <ac:grpSpMkLst>
            <pc:docMk/>
            <pc:sldMk cId="2021241175" sldId="271"/>
            <ac:grpSpMk id="33" creationId="{2C3F2FD0-CA63-44FB-AC83-2CA74CDAF077}"/>
          </ac:grpSpMkLst>
        </pc:grpChg>
        <pc:grpChg chg="del mod">
          <ac:chgData name="VIkram Goyal" userId="4529b0165c9307b1" providerId="LiveId" clId="{697E15A4-21D4-47E2-9C79-C70DAE4A1DFB}" dt="2022-01-20T03:53:55.690" v="6564"/>
          <ac:grpSpMkLst>
            <pc:docMk/>
            <pc:sldMk cId="2021241175" sldId="271"/>
            <ac:grpSpMk id="34" creationId="{8911CEA2-B1A3-478C-B8C9-72C2B9DF2F8F}"/>
          </ac:grpSpMkLst>
        </pc:grpChg>
        <pc:grpChg chg="del mod">
          <ac:chgData name="VIkram Goyal" userId="4529b0165c9307b1" providerId="LiveId" clId="{697E15A4-21D4-47E2-9C79-C70DAE4A1DFB}" dt="2022-01-20T03:53:34.349" v="6532"/>
          <ac:grpSpMkLst>
            <pc:docMk/>
            <pc:sldMk cId="2021241175" sldId="271"/>
            <ac:grpSpMk id="36" creationId="{55984190-1354-4AEC-9345-6DA1EECED8B9}"/>
          </ac:grpSpMkLst>
        </pc:grpChg>
        <pc:grpChg chg="del mod">
          <ac:chgData name="VIkram Goyal" userId="4529b0165c9307b1" providerId="LiveId" clId="{697E15A4-21D4-47E2-9C79-C70DAE4A1DFB}" dt="2022-01-20T03:53:36.684" v="6536"/>
          <ac:grpSpMkLst>
            <pc:docMk/>
            <pc:sldMk cId="2021241175" sldId="271"/>
            <ac:grpSpMk id="38" creationId="{68F1035F-089E-4DE7-81AE-598CA1537F48}"/>
          </ac:grpSpMkLst>
        </pc:grpChg>
        <pc:grpChg chg="del mod">
          <ac:chgData name="VIkram Goyal" userId="4529b0165c9307b1" providerId="LiveId" clId="{697E15A4-21D4-47E2-9C79-C70DAE4A1DFB}" dt="2022-01-20T03:53:43.510" v="6545"/>
          <ac:grpSpMkLst>
            <pc:docMk/>
            <pc:sldMk cId="2021241175" sldId="271"/>
            <ac:grpSpMk id="42" creationId="{8F261642-821B-48D3-81BE-38606932D412}"/>
          </ac:grpSpMkLst>
        </pc:grpChg>
        <pc:grpChg chg="del mod">
          <ac:chgData name="VIkram Goyal" userId="4529b0165c9307b1" providerId="LiveId" clId="{697E15A4-21D4-47E2-9C79-C70DAE4A1DFB}" dt="2022-01-20T03:53:51.314" v="6559"/>
          <ac:grpSpMkLst>
            <pc:docMk/>
            <pc:sldMk cId="2021241175" sldId="271"/>
            <ac:grpSpMk id="51" creationId="{DF7B341E-DBB8-4C0C-B059-5482F0D6661F}"/>
          </ac:grpSpMkLst>
        </pc:grpChg>
        <pc:grpChg chg="del mod">
          <ac:chgData name="VIkram Goyal" userId="4529b0165c9307b1" providerId="LiveId" clId="{697E15A4-21D4-47E2-9C79-C70DAE4A1DFB}" dt="2022-01-20T03:54:04.075" v="6573"/>
          <ac:grpSpMkLst>
            <pc:docMk/>
            <pc:sldMk cId="2021241175" sldId="271"/>
            <ac:grpSpMk id="52" creationId="{D2D78B24-F91F-4364-982B-A0BEDDA94899}"/>
          </ac:grpSpMkLst>
        </pc:grpChg>
        <pc:grpChg chg="del mod">
          <ac:chgData name="VIkram Goyal" userId="4529b0165c9307b1" providerId="LiveId" clId="{697E15A4-21D4-47E2-9C79-C70DAE4A1DFB}" dt="2022-01-20T03:53:58.012" v="6567"/>
          <ac:grpSpMkLst>
            <pc:docMk/>
            <pc:sldMk cId="2021241175" sldId="271"/>
            <ac:grpSpMk id="66" creationId="{4F4043DA-094E-4082-B00A-24088EF74CB1}"/>
          </ac:grpSpMkLst>
        </pc:grpChg>
        <pc:grpChg chg="del mod">
          <ac:chgData name="VIkram Goyal" userId="4529b0165c9307b1" providerId="LiveId" clId="{697E15A4-21D4-47E2-9C79-C70DAE4A1DFB}" dt="2022-01-20T03:53:59.614" v="6570"/>
          <ac:grpSpMkLst>
            <pc:docMk/>
            <pc:sldMk cId="2021241175" sldId="271"/>
            <ac:grpSpMk id="71" creationId="{656A6C29-F412-4A59-901B-5EE789DCDC28}"/>
          </ac:grpSpMkLst>
        </pc:grpChg>
        <pc:grpChg chg="del mod">
          <ac:chgData name="VIkram Goyal" userId="4529b0165c9307b1" providerId="LiveId" clId="{697E15A4-21D4-47E2-9C79-C70DAE4A1DFB}" dt="2022-01-20T03:54:04.075" v="6573"/>
          <ac:grpSpMkLst>
            <pc:docMk/>
            <pc:sldMk cId="2021241175" sldId="271"/>
            <ac:grpSpMk id="74" creationId="{FE6B5FB7-5D50-42C2-9715-49A81C834B49}"/>
          </ac:grpSpMkLst>
        </pc:grpChg>
        <pc:grpChg chg="del mod">
          <ac:chgData name="VIkram Goyal" userId="4529b0165c9307b1" providerId="LiveId" clId="{697E15A4-21D4-47E2-9C79-C70DAE4A1DFB}" dt="2022-01-20T03:54:04.075" v="6573"/>
          <ac:grpSpMkLst>
            <pc:docMk/>
            <pc:sldMk cId="2021241175" sldId="271"/>
            <ac:grpSpMk id="77" creationId="{72B16D9E-4F96-4328-9AFD-5428DDFC8303}"/>
          </ac:grpSpMkLst>
        </pc:grpChg>
        <pc:grpChg chg="del mod">
          <ac:chgData name="VIkram Goyal" userId="4529b0165c9307b1" providerId="LiveId" clId="{697E15A4-21D4-47E2-9C79-C70DAE4A1DFB}" dt="2022-01-20T03:54:07.749" v="6576"/>
          <ac:grpSpMkLst>
            <pc:docMk/>
            <pc:sldMk cId="2021241175" sldId="271"/>
            <ac:grpSpMk id="80" creationId="{EEE7ECA8-E6FF-4FF6-9F5E-AEE9404F0843}"/>
          </ac:grpSpMkLst>
        </pc:grpChg>
        <pc:grpChg chg="del mod">
          <ac:chgData name="VIkram Goyal" userId="4529b0165c9307b1" providerId="LiveId" clId="{697E15A4-21D4-47E2-9C79-C70DAE4A1DFB}" dt="2022-01-20T03:54:17.159" v="6590"/>
          <ac:grpSpMkLst>
            <pc:docMk/>
            <pc:sldMk cId="2021241175" sldId="271"/>
            <ac:grpSpMk id="83" creationId="{0E65480D-368F-4F2A-9127-C70D1A669898}"/>
          </ac:grpSpMkLst>
        </pc:grpChg>
        <pc:grpChg chg="del mod">
          <ac:chgData name="VIkram Goyal" userId="4529b0165c9307b1" providerId="LiveId" clId="{697E15A4-21D4-47E2-9C79-C70DAE4A1DFB}" dt="2022-01-20T03:54:17.159" v="6590"/>
          <ac:grpSpMkLst>
            <pc:docMk/>
            <pc:sldMk cId="2021241175" sldId="271"/>
            <ac:grpSpMk id="97" creationId="{BAB48F00-7508-4B2F-88EC-A801A7C5A076}"/>
          </ac:grpSpMkLst>
        </pc:grpChg>
        <pc:grpChg chg="mod">
          <ac:chgData name="VIkram Goyal" userId="4529b0165c9307b1" providerId="LiveId" clId="{697E15A4-21D4-47E2-9C79-C70DAE4A1DFB}" dt="2022-01-20T03:54:17.159" v="6590"/>
          <ac:grpSpMkLst>
            <pc:docMk/>
            <pc:sldMk cId="2021241175" sldId="271"/>
            <ac:grpSpMk id="98" creationId="{BAF8F5E9-2060-4506-845E-D52C878F7EAE}"/>
          </ac:grpSpMkLst>
        </pc:grp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4" creationId="{06AF197C-EE73-41F8-9E4E-287E0546E85D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5" creationId="{7F51ACF2-48CA-46F8-A3A2-FDDA9DE5099C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6" creationId="{A5705469-0C44-4684-A532-2D790D1E5941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7" creationId="{66C810CA-7D29-400C-B560-540221D091DF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8" creationId="{2002AFAE-0E0F-4C1A-979B-E8BB8C61AEC5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9" creationId="{FB2805F8-E36C-46BB-AC56-4B405877A16C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10" creationId="{1B6B7D53-FDF8-45B6-AD3A-67EE3CAEF57D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11" creationId="{7BA38FF8-F9A1-4F90-BF68-7B6EB1BB7A06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12" creationId="{D1CCE739-43D4-4E57-A217-D5A9D3BDA9FD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13" creationId="{55FEC524-0CB3-4C35-AEC9-98BFE028982B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14" creationId="{17B078E1-3382-402A-8AB6-30CA10FD9F48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15" creationId="{4CC5D988-B4F0-48C6-8963-5195C8BD283F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16" creationId="{3548EED2-48FE-4AFB-927E-E91BDA2BF037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17" creationId="{D34F5A4C-D530-40F1-8879-35069F7B306B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18" creationId="{8E103668-4504-4D8C-AD7E-811EA98CB81F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19" creationId="{BFD7D134-48A3-4B9B-A182-864050CBA209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20" creationId="{C8AAEBCE-5C4C-4D68-8AF3-3314172A0F4B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21" creationId="{E4F5ABD9-2AD8-4C87-BF3E-E460FC2C4235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22" creationId="{284235C5-0446-4C77-8AA8-55A84F318995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23" creationId="{F3A85AFA-BC20-4A3E-B6D4-24A2BB2A0692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24" creationId="{1907C1DC-0CCC-4C65-998C-7F86A4E1DB91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25" creationId="{65BFB54A-8EE3-467B-9113-92818DF3B3FE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26" creationId="{0D251162-F1E4-4ED5-A8BD-76407BD63FF1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27" creationId="{4DDA951F-55FC-4CBF-88FE-0D6DBF1E1678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28" creationId="{76ECC2BF-0266-423D-889C-D38AE35EACD8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29" creationId="{7E5D6A37-B3B9-4A37-948E-6DC85616A265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30" creationId="{0666F143-FE6A-4D88-8DED-ECC123889664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35" creationId="{A79FB953-0749-4436-A28F-BB5FB0BB7BE4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37" creationId="{0A8A0373-EB57-4FF7-8E17-579B193BC445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39" creationId="{286D3F36-2552-4C1F-B18D-0C56AC5DA46A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40" creationId="{7899DB4A-C878-4F55-90DD-A0CF5E2F6506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41" creationId="{4384BA89-0ADF-46AD-A16E-6C09F3FE4C3A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43" creationId="{C53AA8CB-7741-4770-913A-A32D1378CEEF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44" creationId="{DE03FB67-D92F-4D0A-852B-128A3EFDDA0B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45" creationId="{174827F7-8217-4243-BCD7-87C2C93EF5D6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46" creationId="{8122CB2C-CDAF-4B81-9D8B-A58B609718CA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47" creationId="{27B68D24-45A3-42A9-98EA-08AE6E019DC6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48" creationId="{BF0A44D5-8DD9-4CCC-949A-1E1016C868E4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49" creationId="{DD4806D6-1E02-4C69-9C4C-899C287C48A4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50" creationId="{05A92C6D-E57E-4F2A-9E00-FDDFB9DB47C7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53" creationId="{F0AA12F6-D924-4D2E-AC5F-57FC79B2462C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54" creationId="{749EA6B7-CAFD-41A4-84D5-E658E514F17F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55" creationId="{F4694CCB-3E54-431E-9D57-5C0B4AF6D8D0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56" creationId="{B7CB6AA2-82B3-478D-9C1E-BBEF317EB7E9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57" creationId="{AA226047-B451-4CF1-98BE-CF8B9C437BE3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58" creationId="{021F1D86-D0CB-4354-BEBA-1682699E85AD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59" creationId="{D5FB3FCD-7FC9-4968-BCA7-9EDD2FDCEF28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60" creationId="{0498BD7A-3FFC-4356-9A4F-CDFA9466EDC3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61" creationId="{7597C85D-16EA-4C80-84EE-ABF94FF8212A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62" creationId="{01E234BF-02C3-443E-8A2A-CE6283AD2862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63" creationId="{2C200E7B-55A3-4175-B818-19202B711858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64" creationId="{49532336-3EA8-49DE-9BED-D0693DAEC5FC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65" creationId="{E8449863-DC6B-4E86-916F-CBF67B43A7AA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67" creationId="{1DFC8285-89E0-463B-9593-E3F9A1944A52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68" creationId="{0532F017-CA4F-4A68-9D2F-349E6A880425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69" creationId="{A502433A-9ADE-4920-BD9B-C6D3AFB4327F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70" creationId="{CEDBF5E2-1219-4B80-A0D3-0710EC178B13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72" creationId="{25332C75-AE7E-495E-90A7-E056D16B407C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73" creationId="{1231285C-D3C3-442F-B0C0-E45C5A22AFA7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75" creationId="{D82FCBD4-0C2C-4F2C-9965-33FCEE127000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76" creationId="{A7AEFF2D-3ACC-4B46-8B13-8ED60D1F7951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78" creationId="{52079735-E80D-4C6E-BF1F-3392885F1476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79" creationId="{16CF9B5F-1900-49E3-8578-62B69B88CDCC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81" creationId="{E21BD95D-205C-4DCF-8F35-0B10AA0A8CF2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82" creationId="{280D658B-A694-482F-9F3A-265871C373F5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84" creationId="{7576EA2A-3EE2-4E14-A8CB-15FD8F138FF1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85" creationId="{D9659A7C-C101-4985-A800-C32F2196D846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86" creationId="{B610FF54-17A1-4259-BA23-A30F24A83596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87" creationId="{DACFF30A-81DF-42FD-857F-7B95B6EB5B7E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88" creationId="{F8020901-5C3E-4F88-92F6-61960F65C03F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89" creationId="{6567686E-8238-4FFB-B4E1-3CC242AF08FE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90" creationId="{0D178EE0-1E42-42ED-952C-17F6AD4FC835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91" creationId="{28D2AFED-11A5-41CA-ACF6-751A7DF4ACB3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92" creationId="{BF0845E1-B780-439F-9366-F5BABBA914E7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93" creationId="{D16368CA-3D51-4221-8E85-BA100599E88B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94" creationId="{32BBCB25-5321-48C1-8EE5-F192D0C85E8E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95" creationId="{462E973D-944B-4752-8FE8-613C54E9FF15}"/>
          </ac:inkMkLst>
        </pc:inkChg>
        <pc:inkChg chg="add mod">
          <ac:chgData name="VIkram Goyal" userId="4529b0165c9307b1" providerId="LiveId" clId="{697E15A4-21D4-47E2-9C79-C70DAE4A1DFB}" dt="2022-01-20T03:54:17.159" v="6590"/>
          <ac:inkMkLst>
            <pc:docMk/>
            <pc:sldMk cId="2021241175" sldId="271"/>
            <ac:inkMk id="96" creationId="{CB2C4766-2139-44AA-8A8B-E1AAF36121E1}"/>
          </ac:inkMkLst>
        </pc:inkChg>
      </pc:sldChg>
      <pc:sldChg chg="addSp delSp modSp new del mod">
        <pc:chgData name="VIkram Goyal" userId="4529b0165c9307b1" providerId="LiveId" clId="{697E15A4-21D4-47E2-9C79-C70DAE4A1DFB}" dt="2021-09-25T05:06:05.299" v="4357" actId="47"/>
        <pc:sldMkLst>
          <pc:docMk/>
          <pc:sldMk cId="4281614274" sldId="271"/>
        </pc:sldMkLst>
        <pc:grpChg chg="mod">
          <ac:chgData name="VIkram Goyal" userId="4529b0165c9307b1" providerId="LiveId" clId="{697E15A4-21D4-47E2-9C79-C70DAE4A1DFB}" dt="2021-01-15T07:44:08.174" v="2498"/>
          <ac:grpSpMkLst>
            <pc:docMk/>
            <pc:sldMk cId="4281614274" sldId="271"/>
            <ac:grpSpMk id="8" creationId="{09EB8785-E071-4DAA-93BF-1842216D505B}"/>
          </ac:grpSpMkLst>
        </pc:grpChg>
        <pc:grpChg chg="mod">
          <ac:chgData name="VIkram Goyal" userId="4529b0165c9307b1" providerId="LiveId" clId="{697E15A4-21D4-47E2-9C79-C70DAE4A1DFB}" dt="2021-01-15T07:44:08.174" v="2498"/>
          <ac:grpSpMkLst>
            <pc:docMk/>
            <pc:sldMk cId="4281614274" sldId="271"/>
            <ac:grpSpMk id="9" creationId="{462FAE52-141E-4027-B60B-805DD4DA18ED}"/>
          </ac:grpSpMkLst>
        </pc:grpChg>
        <pc:grpChg chg="del mod">
          <ac:chgData name="VIkram Goyal" userId="4529b0165c9307b1" providerId="LiveId" clId="{697E15A4-21D4-47E2-9C79-C70DAE4A1DFB}" dt="2021-01-15T07:44:16.912" v="2511"/>
          <ac:grpSpMkLst>
            <pc:docMk/>
            <pc:sldMk cId="4281614274" sldId="271"/>
            <ac:grpSpMk id="15" creationId="{FD97F7A7-2A60-4A03-B7D6-882D3CFB1F01}"/>
          </ac:grpSpMkLst>
        </pc:grpChg>
        <pc:grpChg chg="mod">
          <ac:chgData name="VIkram Goyal" userId="4529b0165c9307b1" providerId="LiveId" clId="{697E15A4-21D4-47E2-9C79-C70DAE4A1DFB}" dt="2021-01-15T07:44:16.912" v="2511"/>
          <ac:grpSpMkLst>
            <pc:docMk/>
            <pc:sldMk cId="4281614274" sldId="271"/>
            <ac:grpSpMk id="22" creationId="{F91E1148-4DE1-4F77-B375-638F3E94CAF1}"/>
          </ac:grpSpMkLst>
        </pc:grpChg>
        <pc:grpChg chg="mod">
          <ac:chgData name="VIkram Goyal" userId="4529b0165c9307b1" providerId="LiveId" clId="{697E15A4-21D4-47E2-9C79-C70DAE4A1DFB}" dt="2021-01-15T07:44:16.912" v="2511"/>
          <ac:grpSpMkLst>
            <pc:docMk/>
            <pc:sldMk cId="4281614274" sldId="271"/>
            <ac:grpSpMk id="23" creationId="{E196B112-BE63-467C-A23B-FC57F889E4AE}"/>
          </ac:grpSpMkLst>
        </pc:grpChg>
        <pc:grpChg chg="del mod">
          <ac:chgData name="VIkram Goyal" userId="4529b0165c9307b1" providerId="LiveId" clId="{697E15A4-21D4-47E2-9C79-C70DAE4A1DFB}" dt="2021-01-15T07:46:59.627" v="2615"/>
          <ac:grpSpMkLst>
            <pc:docMk/>
            <pc:sldMk cId="4281614274" sldId="271"/>
            <ac:grpSpMk id="31" creationId="{382FCB06-3F28-4B1A-BA13-62A23314F566}"/>
          </ac:grpSpMkLst>
        </pc:grpChg>
        <pc:grpChg chg="del mod">
          <ac:chgData name="VIkram Goyal" userId="4529b0165c9307b1" providerId="LiveId" clId="{697E15A4-21D4-47E2-9C79-C70DAE4A1DFB}" dt="2021-01-15T07:44:32.631" v="2528"/>
          <ac:grpSpMkLst>
            <pc:docMk/>
            <pc:sldMk cId="4281614274" sldId="271"/>
            <ac:grpSpMk id="35" creationId="{091E2A0D-B9E0-4CEC-8CC0-5DFB4EBC7F42}"/>
          </ac:grpSpMkLst>
        </pc:grpChg>
        <pc:grpChg chg="del mod">
          <ac:chgData name="VIkram Goyal" userId="4529b0165c9307b1" providerId="LiveId" clId="{697E15A4-21D4-47E2-9C79-C70DAE4A1DFB}" dt="2021-01-15T07:46:59.627" v="2615"/>
          <ac:grpSpMkLst>
            <pc:docMk/>
            <pc:sldMk cId="4281614274" sldId="271"/>
            <ac:grpSpMk id="40" creationId="{8BD45EDB-9106-410E-B7F4-2F3D88874F12}"/>
          </ac:grpSpMkLst>
        </pc:grpChg>
        <pc:grpChg chg="mod">
          <ac:chgData name="VIkram Goyal" userId="4529b0165c9307b1" providerId="LiveId" clId="{697E15A4-21D4-47E2-9C79-C70DAE4A1DFB}" dt="2021-01-15T07:45:05.554" v="2532"/>
          <ac:grpSpMkLst>
            <pc:docMk/>
            <pc:sldMk cId="4281614274" sldId="271"/>
            <ac:grpSpMk id="44" creationId="{02B9700A-6393-4CB5-86C2-2D0EF61D3641}"/>
          </ac:grpSpMkLst>
        </pc:grpChg>
        <pc:grpChg chg="del mod">
          <ac:chgData name="VIkram Goyal" userId="4529b0165c9307b1" providerId="LiveId" clId="{697E15A4-21D4-47E2-9C79-C70DAE4A1DFB}" dt="2021-01-15T07:45:17.913" v="2553"/>
          <ac:grpSpMkLst>
            <pc:docMk/>
            <pc:sldMk cId="4281614274" sldId="271"/>
            <ac:grpSpMk id="54" creationId="{D0A244D5-857D-409C-97EF-DF4B35CDAD47}"/>
          </ac:grpSpMkLst>
        </pc:grpChg>
        <pc:grpChg chg="del mod">
          <ac:chgData name="VIkram Goyal" userId="4529b0165c9307b1" providerId="LiveId" clId="{697E15A4-21D4-47E2-9C79-C70DAE4A1DFB}" dt="2021-01-15T07:45:27.944" v="2565"/>
          <ac:grpSpMkLst>
            <pc:docMk/>
            <pc:sldMk cId="4281614274" sldId="271"/>
            <ac:grpSpMk id="55" creationId="{F0E9F3F7-B860-475E-8063-5DF9E8CF98AC}"/>
          </ac:grpSpMkLst>
        </pc:grpChg>
        <pc:grpChg chg="del mod">
          <ac:chgData name="VIkram Goyal" userId="4529b0165c9307b1" providerId="LiveId" clId="{697E15A4-21D4-47E2-9C79-C70DAE4A1DFB}" dt="2021-01-15T07:45:27.944" v="2565"/>
          <ac:grpSpMkLst>
            <pc:docMk/>
            <pc:sldMk cId="4281614274" sldId="271"/>
            <ac:grpSpMk id="66" creationId="{629387FE-F342-47EF-8D71-24B54CD6FC16}"/>
          </ac:grpSpMkLst>
        </pc:grpChg>
        <pc:grpChg chg="del mod">
          <ac:chgData name="VIkram Goyal" userId="4529b0165c9307b1" providerId="LiveId" clId="{697E15A4-21D4-47E2-9C79-C70DAE4A1DFB}" dt="2021-01-15T07:45:27.944" v="2565"/>
          <ac:grpSpMkLst>
            <pc:docMk/>
            <pc:sldMk cId="4281614274" sldId="271"/>
            <ac:grpSpMk id="67" creationId="{29549C3F-8A0F-4FC8-818E-7B15FE813709}"/>
          </ac:grpSpMkLst>
        </pc:grpChg>
        <pc:grpChg chg="del mod">
          <ac:chgData name="VIkram Goyal" userId="4529b0165c9307b1" providerId="LiveId" clId="{697E15A4-21D4-47E2-9C79-C70DAE4A1DFB}" dt="2021-01-15T07:45:27.944" v="2565"/>
          <ac:grpSpMkLst>
            <pc:docMk/>
            <pc:sldMk cId="4281614274" sldId="271"/>
            <ac:grpSpMk id="68" creationId="{A7BC9585-D670-43A8-AA6A-8086C48F363F}"/>
          </ac:grpSpMkLst>
        </pc:grpChg>
        <pc:grpChg chg="del mod">
          <ac:chgData name="VIkram Goyal" userId="4529b0165c9307b1" providerId="LiveId" clId="{697E15A4-21D4-47E2-9C79-C70DAE4A1DFB}" dt="2021-01-15T07:45:25.978" v="2562"/>
          <ac:grpSpMkLst>
            <pc:docMk/>
            <pc:sldMk cId="4281614274" sldId="271"/>
            <ac:grpSpMk id="72" creationId="{B83E8A99-D2BF-4677-ACA8-D131A90847D3}"/>
          </ac:grpSpMkLst>
        </pc:grpChg>
        <pc:grpChg chg="del mod">
          <ac:chgData name="VIkram Goyal" userId="4529b0165c9307b1" providerId="LiveId" clId="{697E15A4-21D4-47E2-9C79-C70DAE4A1DFB}" dt="2021-01-15T07:45:27.944" v="2565"/>
          <ac:grpSpMkLst>
            <pc:docMk/>
            <pc:sldMk cId="4281614274" sldId="271"/>
            <ac:grpSpMk id="77" creationId="{122C3A1B-8D19-485A-BB47-F9AC97F85193}"/>
          </ac:grpSpMkLst>
        </pc:grpChg>
        <pc:grpChg chg="del mod">
          <ac:chgData name="VIkram Goyal" userId="4529b0165c9307b1" providerId="LiveId" clId="{697E15A4-21D4-47E2-9C79-C70DAE4A1DFB}" dt="2021-01-15T07:46:59.627" v="2615"/>
          <ac:grpSpMkLst>
            <pc:docMk/>
            <pc:sldMk cId="4281614274" sldId="271"/>
            <ac:grpSpMk id="80" creationId="{36390222-C438-424F-879F-608DCC889817}"/>
          </ac:grpSpMkLst>
        </pc:grpChg>
        <pc:grpChg chg="del mod">
          <ac:chgData name="VIkram Goyal" userId="4529b0165c9307b1" providerId="LiveId" clId="{697E15A4-21D4-47E2-9C79-C70DAE4A1DFB}" dt="2021-01-15T07:46:59.627" v="2615"/>
          <ac:grpSpMkLst>
            <pc:docMk/>
            <pc:sldMk cId="4281614274" sldId="271"/>
            <ac:grpSpMk id="89" creationId="{4FDCE693-8725-4A12-9EBB-98516DD7E99B}"/>
          </ac:grpSpMkLst>
        </pc:grpChg>
        <pc:grpChg chg="del mod">
          <ac:chgData name="VIkram Goyal" userId="4529b0165c9307b1" providerId="LiveId" clId="{697E15A4-21D4-47E2-9C79-C70DAE4A1DFB}" dt="2021-01-15T07:46:59.627" v="2615"/>
          <ac:grpSpMkLst>
            <pc:docMk/>
            <pc:sldMk cId="4281614274" sldId="271"/>
            <ac:grpSpMk id="90" creationId="{E229C7DE-3602-4806-AF39-8BC54C44E723}"/>
          </ac:grpSpMkLst>
        </pc:grpChg>
        <pc:grpChg chg="del mod">
          <ac:chgData name="VIkram Goyal" userId="4529b0165c9307b1" providerId="LiveId" clId="{697E15A4-21D4-47E2-9C79-C70DAE4A1DFB}" dt="2021-01-15T07:45:44.222" v="2586"/>
          <ac:grpSpMkLst>
            <pc:docMk/>
            <pc:sldMk cId="4281614274" sldId="271"/>
            <ac:grpSpMk id="95" creationId="{70D700BB-AE0C-4558-AA34-B24A060B562C}"/>
          </ac:grpSpMkLst>
        </pc:grpChg>
        <pc:grpChg chg="del mod">
          <ac:chgData name="VIkram Goyal" userId="4529b0165c9307b1" providerId="LiveId" clId="{697E15A4-21D4-47E2-9C79-C70DAE4A1DFB}" dt="2021-01-15T07:46:59.627" v="2615"/>
          <ac:grpSpMkLst>
            <pc:docMk/>
            <pc:sldMk cId="4281614274" sldId="271"/>
            <ac:grpSpMk id="102" creationId="{08DB2E24-1F81-4A46-8F8F-0CD714878F5B}"/>
          </ac:grpSpMkLst>
        </pc:grpChg>
        <pc:grpChg chg="mod">
          <ac:chgData name="VIkram Goyal" userId="4529b0165c9307b1" providerId="LiveId" clId="{697E15A4-21D4-47E2-9C79-C70DAE4A1DFB}" dt="2021-01-15T07:45:52.583" v="2589"/>
          <ac:grpSpMkLst>
            <pc:docMk/>
            <pc:sldMk cId="4281614274" sldId="271"/>
            <ac:grpSpMk id="105" creationId="{2E59173F-B9A2-4047-97E9-19E7DD834E8A}"/>
          </ac:grpSpMkLst>
        </pc:grpChg>
        <pc:grpChg chg="mod">
          <ac:chgData name="VIkram Goyal" userId="4529b0165c9307b1" providerId="LiveId" clId="{697E15A4-21D4-47E2-9C79-C70DAE4A1DFB}" dt="2021-01-15T07:45:57.216" v="2594"/>
          <ac:grpSpMkLst>
            <pc:docMk/>
            <pc:sldMk cId="4281614274" sldId="271"/>
            <ac:grpSpMk id="110" creationId="{B6617EE3-F739-4E09-8B85-18FFBDBAD6A2}"/>
          </ac:grpSpMkLst>
        </pc:grpChg>
        <pc:grpChg chg="del mod">
          <ac:chgData name="VIkram Goyal" userId="4529b0165c9307b1" providerId="LiveId" clId="{697E15A4-21D4-47E2-9C79-C70DAE4A1DFB}" dt="2021-01-15T07:46:02.105" v="2605"/>
          <ac:grpSpMkLst>
            <pc:docMk/>
            <pc:sldMk cId="4281614274" sldId="271"/>
            <ac:grpSpMk id="115" creationId="{2168D62B-E6C8-49DA-9E93-14F86568DB0C}"/>
          </ac:grpSpMkLst>
        </pc:grpChg>
        <pc:grpChg chg="mod">
          <ac:chgData name="VIkram Goyal" userId="4529b0165c9307b1" providerId="LiveId" clId="{697E15A4-21D4-47E2-9C79-C70DAE4A1DFB}" dt="2021-01-15T07:46:02.105" v="2605"/>
          <ac:grpSpMkLst>
            <pc:docMk/>
            <pc:sldMk cId="4281614274" sldId="271"/>
            <ac:grpSpMk id="121" creationId="{6142CF58-1235-4E9A-A8DA-C3E62BD4F2EE}"/>
          </ac:grpSpMkLst>
        </pc:grpChg>
        <pc:grpChg chg="mod">
          <ac:chgData name="VIkram Goyal" userId="4529b0165c9307b1" providerId="LiveId" clId="{697E15A4-21D4-47E2-9C79-C70DAE4A1DFB}" dt="2021-01-15T07:46:23.610" v="2613"/>
          <ac:grpSpMkLst>
            <pc:docMk/>
            <pc:sldMk cId="4281614274" sldId="271"/>
            <ac:grpSpMk id="129" creationId="{3A84D75D-1E3C-4E45-AFB5-9F4D1B7A1205}"/>
          </ac:grpSpMkLst>
        </pc:grpChg>
        <pc:grpChg chg="mod">
          <ac:chgData name="VIkram Goyal" userId="4529b0165c9307b1" providerId="LiveId" clId="{697E15A4-21D4-47E2-9C79-C70DAE4A1DFB}" dt="2021-01-15T07:46:23.610" v="2613"/>
          <ac:grpSpMkLst>
            <pc:docMk/>
            <pc:sldMk cId="4281614274" sldId="271"/>
            <ac:grpSpMk id="130" creationId="{B8FA1723-3128-467D-BBB3-AB23678B1014}"/>
          </ac:grpSpMkLst>
        </pc:grpChg>
        <pc:grpChg chg="mod">
          <ac:chgData name="VIkram Goyal" userId="4529b0165c9307b1" providerId="LiveId" clId="{697E15A4-21D4-47E2-9C79-C70DAE4A1DFB}" dt="2021-01-15T07:46:23.610" v="2613"/>
          <ac:grpSpMkLst>
            <pc:docMk/>
            <pc:sldMk cId="4281614274" sldId="271"/>
            <ac:grpSpMk id="131" creationId="{4AFA3E6E-C675-49E5-B055-B5F11020F46B}"/>
          </ac:grpSpMkLst>
        </pc:grpChg>
        <pc:grpChg chg="mod">
          <ac:chgData name="VIkram Goyal" userId="4529b0165c9307b1" providerId="LiveId" clId="{697E15A4-21D4-47E2-9C79-C70DAE4A1DFB}" dt="2021-01-15T07:46:59.627" v="2615"/>
          <ac:grpSpMkLst>
            <pc:docMk/>
            <pc:sldMk cId="4281614274" sldId="271"/>
            <ac:grpSpMk id="133" creationId="{380318D6-AC6D-4230-BAFD-155D57A79A69}"/>
          </ac:grpSpMkLst>
        </pc:grpChg>
        <pc:inkChg chg="add mod">
          <ac:chgData name="VIkram Goyal" userId="4529b0165c9307b1" providerId="LiveId" clId="{697E15A4-21D4-47E2-9C79-C70DAE4A1DFB}" dt="2021-01-15T07:44:08.174" v="2498"/>
          <ac:inkMkLst>
            <pc:docMk/>
            <pc:sldMk cId="4281614274" sldId="271"/>
            <ac:inkMk id="2" creationId="{DE86ABC4-CB09-4996-A0A1-D189110D0BDC}"/>
          </ac:inkMkLst>
        </pc:inkChg>
        <pc:inkChg chg="add mod">
          <ac:chgData name="VIkram Goyal" userId="4529b0165c9307b1" providerId="LiveId" clId="{697E15A4-21D4-47E2-9C79-C70DAE4A1DFB}" dt="2021-01-15T07:44:08.174" v="2498"/>
          <ac:inkMkLst>
            <pc:docMk/>
            <pc:sldMk cId="4281614274" sldId="271"/>
            <ac:inkMk id="3" creationId="{68362200-3B56-4E9D-B06B-7884512BAC1B}"/>
          </ac:inkMkLst>
        </pc:inkChg>
        <pc:inkChg chg="add mod">
          <ac:chgData name="VIkram Goyal" userId="4529b0165c9307b1" providerId="LiveId" clId="{697E15A4-21D4-47E2-9C79-C70DAE4A1DFB}" dt="2021-01-15T07:44:08.174" v="2498"/>
          <ac:inkMkLst>
            <pc:docMk/>
            <pc:sldMk cId="4281614274" sldId="271"/>
            <ac:inkMk id="4" creationId="{198BAB4B-4B55-47E1-9801-CA36D5513564}"/>
          </ac:inkMkLst>
        </pc:inkChg>
        <pc:inkChg chg="add mod">
          <ac:chgData name="VIkram Goyal" userId="4529b0165c9307b1" providerId="LiveId" clId="{697E15A4-21D4-47E2-9C79-C70DAE4A1DFB}" dt="2021-01-15T07:44:08.174" v="2498"/>
          <ac:inkMkLst>
            <pc:docMk/>
            <pc:sldMk cId="4281614274" sldId="271"/>
            <ac:inkMk id="5" creationId="{7B8C05E2-F2DB-4695-871B-4D8BC1330D74}"/>
          </ac:inkMkLst>
        </pc:inkChg>
        <pc:inkChg chg="add mod">
          <ac:chgData name="VIkram Goyal" userId="4529b0165c9307b1" providerId="LiveId" clId="{697E15A4-21D4-47E2-9C79-C70DAE4A1DFB}" dt="2021-01-15T07:44:08.174" v="2498"/>
          <ac:inkMkLst>
            <pc:docMk/>
            <pc:sldMk cId="4281614274" sldId="271"/>
            <ac:inkMk id="6" creationId="{31D66C10-EB71-4B88-8C78-2DFC066A2613}"/>
          </ac:inkMkLst>
        </pc:inkChg>
        <pc:inkChg chg="add mod">
          <ac:chgData name="VIkram Goyal" userId="4529b0165c9307b1" providerId="LiveId" clId="{697E15A4-21D4-47E2-9C79-C70DAE4A1DFB}" dt="2021-01-15T07:44:08.174" v="2498"/>
          <ac:inkMkLst>
            <pc:docMk/>
            <pc:sldMk cId="4281614274" sldId="271"/>
            <ac:inkMk id="7" creationId="{4A928B8C-1166-4B89-B6F7-2E42C167EFAC}"/>
          </ac:inkMkLst>
        </pc:inkChg>
        <pc:inkChg chg="add mod">
          <ac:chgData name="VIkram Goyal" userId="4529b0165c9307b1" providerId="LiveId" clId="{697E15A4-21D4-47E2-9C79-C70DAE4A1DFB}" dt="2021-01-15T07:44:16.912" v="2511"/>
          <ac:inkMkLst>
            <pc:docMk/>
            <pc:sldMk cId="4281614274" sldId="271"/>
            <ac:inkMk id="10" creationId="{7EFD84BC-12E6-4CE7-99D4-BF80D4B7FEFD}"/>
          </ac:inkMkLst>
        </pc:inkChg>
        <pc:inkChg chg="add mod">
          <ac:chgData name="VIkram Goyal" userId="4529b0165c9307b1" providerId="LiveId" clId="{697E15A4-21D4-47E2-9C79-C70DAE4A1DFB}" dt="2021-01-15T07:44:16.912" v="2511"/>
          <ac:inkMkLst>
            <pc:docMk/>
            <pc:sldMk cId="4281614274" sldId="271"/>
            <ac:inkMk id="11" creationId="{06818FDA-4B82-48BD-B5B3-9817FB7A1A01}"/>
          </ac:inkMkLst>
        </pc:inkChg>
        <pc:inkChg chg="add mod">
          <ac:chgData name="VIkram Goyal" userId="4529b0165c9307b1" providerId="LiveId" clId="{697E15A4-21D4-47E2-9C79-C70DAE4A1DFB}" dt="2021-01-15T07:44:16.912" v="2511"/>
          <ac:inkMkLst>
            <pc:docMk/>
            <pc:sldMk cId="4281614274" sldId="271"/>
            <ac:inkMk id="12" creationId="{A9780BFE-879F-4D02-8324-E647E0E1C91D}"/>
          </ac:inkMkLst>
        </pc:inkChg>
        <pc:inkChg chg="add mod">
          <ac:chgData name="VIkram Goyal" userId="4529b0165c9307b1" providerId="LiveId" clId="{697E15A4-21D4-47E2-9C79-C70DAE4A1DFB}" dt="2021-01-15T07:44:16.912" v="2511"/>
          <ac:inkMkLst>
            <pc:docMk/>
            <pc:sldMk cId="4281614274" sldId="271"/>
            <ac:inkMk id="13" creationId="{A9E7A566-8236-4C94-B0EC-411A58609DBA}"/>
          </ac:inkMkLst>
        </pc:inkChg>
        <pc:inkChg chg="add mod">
          <ac:chgData name="VIkram Goyal" userId="4529b0165c9307b1" providerId="LiveId" clId="{697E15A4-21D4-47E2-9C79-C70DAE4A1DFB}" dt="2021-01-15T07:44:16.912" v="2511"/>
          <ac:inkMkLst>
            <pc:docMk/>
            <pc:sldMk cId="4281614274" sldId="271"/>
            <ac:inkMk id="14" creationId="{FABAD7EE-9DB5-4D48-A2F6-4803838AD3F7}"/>
          </ac:inkMkLst>
        </pc:inkChg>
        <pc:inkChg chg="add mod">
          <ac:chgData name="VIkram Goyal" userId="4529b0165c9307b1" providerId="LiveId" clId="{697E15A4-21D4-47E2-9C79-C70DAE4A1DFB}" dt="2021-01-15T07:44:16.912" v="2511"/>
          <ac:inkMkLst>
            <pc:docMk/>
            <pc:sldMk cId="4281614274" sldId="271"/>
            <ac:inkMk id="16" creationId="{8EB381C9-8934-4CC0-A192-264B2DB925AA}"/>
          </ac:inkMkLst>
        </pc:inkChg>
        <pc:inkChg chg="add mod">
          <ac:chgData name="VIkram Goyal" userId="4529b0165c9307b1" providerId="LiveId" clId="{697E15A4-21D4-47E2-9C79-C70DAE4A1DFB}" dt="2021-01-15T07:44:16.912" v="2511"/>
          <ac:inkMkLst>
            <pc:docMk/>
            <pc:sldMk cId="4281614274" sldId="271"/>
            <ac:inkMk id="17" creationId="{40E2810D-796F-4251-BD62-55118B292CD6}"/>
          </ac:inkMkLst>
        </pc:inkChg>
        <pc:inkChg chg="add mod">
          <ac:chgData name="VIkram Goyal" userId="4529b0165c9307b1" providerId="LiveId" clId="{697E15A4-21D4-47E2-9C79-C70DAE4A1DFB}" dt="2021-01-15T07:44:16.912" v="2511"/>
          <ac:inkMkLst>
            <pc:docMk/>
            <pc:sldMk cId="4281614274" sldId="271"/>
            <ac:inkMk id="18" creationId="{6885E22E-64BE-492E-86E0-A999D4CEB36B}"/>
          </ac:inkMkLst>
        </pc:inkChg>
        <pc:inkChg chg="add mod">
          <ac:chgData name="VIkram Goyal" userId="4529b0165c9307b1" providerId="LiveId" clId="{697E15A4-21D4-47E2-9C79-C70DAE4A1DFB}" dt="2021-01-15T07:44:16.912" v="2511"/>
          <ac:inkMkLst>
            <pc:docMk/>
            <pc:sldMk cId="4281614274" sldId="271"/>
            <ac:inkMk id="19" creationId="{98FF8AC2-4A25-40F2-8FD4-EED26946F265}"/>
          </ac:inkMkLst>
        </pc:inkChg>
        <pc:inkChg chg="add mod">
          <ac:chgData name="VIkram Goyal" userId="4529b0165c9307b1" providerId="LiveId" clId="{697E15A4-21D4-47E2-9C79-C70DAE4A1DFB}" dt="2021-01-15T07:44:16.912" v="2511"/>
          <ac:inkMkLst>
            <pc:docMk/>
            <pc:sldMk cId="4281614274" sldId="271"/>
            <ac:inkMk id="20" creationId="{C7DC3FEE-1790-4260-B826-562CC66DF368}"/>
          </ac:inkMkLst>
        </pc:inkChg>
        <pc:inkChg chg="add">
          <ac:chgData name="VIkram Goyal" userId="4529b0165c9307b1" providerId="LiveId" clId="{697E15A4-21D4-47E2-9C79-C70DAE4A1DFB}" dt="2021-01-15T07:44:16.324" v="2510" actId="9405"/>
          <ac:inkMkLst>
            <pc:docMk/>
            <pc:sldMk cId="4281614274" sldId="271"/>
            <ac:inkMk id="21" creationId="{87E4B5C5-4DEC-47F5-9E5D-00823F09FEB1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24" creationId="{F8E77ACF-3233-4F00-86CB-A67A710FE7F1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25" creationId="{24E79775-35B7-4313-9087-EF8FE9625432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26" creationId="{42D4C288-CEA2-4F1E-9A6E-A7772479D308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27" creationId="{E6D65576-F7BD-4807-A314-D7F1AA4ABA50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28" creationId="{A0AE6E2C-D78E-48CA-8125-20414F59C393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29" creationId="{629CA4AC-7344-434A-8B8F-D750A9EB6D89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30" creationId="{2BF29724-8E1E-4C85-973C-6A92666693E9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32" creationId="{1FBD4177-828F-49BF-833E-74DF418E3D10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33" creationId="{A6BFFADE-268E-4D9E-A5A8-08509DB1BFBF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34" creationId="{CAECEE9F-576A-4898-B888-1EBBEF2F7B78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36" creationId="{0B79E51A-8677-4EEE-AC51-AC17A6F628C6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37" creationId="{B7205030-41B4-48BF-8176-37211D2BBF25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38" creationId="{3CCB7691-2F71-4742-9007-DFCCA43A7154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39" creationId="{9866341B-156F-4CCA-849A-180A3BB06426}"/>
          </ac:inkMkLst>
        </pc:inkChg>
        <pc:inkChg chg="add">
          <ac:chgData name="VIkram Goyal" userId="4529b0165c9307b1" providerId="LiveId" clId="{697E15A4-21D4-47E2-9C79-C70DAE4A1DFB}" dt="2021-01-15T07:45:03.584" v="2529" actId="9405"/>
          <ac:inkMkLst>
            <pc:docMk/>
            <pc:sldMk cId="4281614274" sldId="271"/>
            <ac:inkMk id="41" creationId="{D21E10A7-096A-4648-A30C-A43274823363}"/>
          </ac:inkMkLst>
        </pc:inkChg>
        <pc:inkChg chg="add mod">
          <ac:chgData name="VIkram Goyal" userId="4529b0165c9307b1" providerId="LiveId" clId="{697E15A4-21D4-47E2-9C79-C70DAE4A1DFB}" dt="2021-01-15T07:45:05.554" v="2532"/>
          <ac:inkMkLst>
            <pc:docMk/>
            <pc:sldMk cId="4281614274" sldId="271"/>
            <ac:inkMk id="42" creationId="{F5B7E066-3594-49AD-B6D5-4D66ACC14D85}"/>
          </ac:inkMkLst>
        </pc:inkChg>
        <pc:inkChg chg="add mod">
          <ac:chgData name="VIkram Goyal" userId="4529b0165c9307b1" providerId="LiveId" clId="{697E15A4-21D4-47E2-9C79-C70DAE4A1DFB}" dt="2021-01-15T07:45:05.554" v="2532"/>
          <ac:inkMkLst>
            <pc:docMk/>
            <pc:sldMk cId="4281614274" sldId="271"/>
            <ac:inkMk id="43" creationId="{32B46EBF-A89A-4A4C-A124-A2D164AA3924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45" creationId="{40A57C49-D8BF-4B30-B329-7D1A8C9D8235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46" creationId="{F7443361-5106-44FC-940B-A22562B1B045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47" creationId="{D36BBAB1-A5B8-4600-849E-6516DDB13BAB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48" creationId="{F9F5B079-9BD7-4098-9277-80CA46098AE0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49" creationId="{C4D89751-8041-43CE-81FF-8BD0F7C47E94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50" creationId="{CCED88D5-9BA0-42C5-B3A3-E5E6884ECA46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51" creationId="{A3070370-B39C-4386-830B-59CB4C3CDBE3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52" creationId="{C33B6F46-1B96-42FA-A97C-0E7F10927C91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53" creationId="{0836A7B9-3755-4FF4-BD22-0E34B6051495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56" creationId="{48C2D11F-E526-4CBF-AC48-F9AEEDF9CB6D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57" creationId="{77B49FC4-CC22-41AB-A83F-2EC69476FA76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58" creationId="{2EC545AF-F9CF-469E-8B9F-C5E9755D8F9B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59" creationId="{CC28F3EA-6CF4-4396-BEDA-44AE6DB5D8EF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60" creationId="{05D6454B-0CA3-4043-A758-0D149B3F68FA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61" creationId="{7E38DACC-050C-4859-A048-C88B5D78A1A5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62" creationId="{3CFB5203-2C75-41D8-8AD6-39CF33A83A19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63" creationId="{25FE1D9D-6BFE-43E8-A9AB-AF988E259C34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64" creationId="{FC1E92BE-9B37-4B4B-B923-00A92673B4A0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65" creationId="{861ACDFB-F8BC-4D4C-8ECA-A7F7A8D19EFE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69" creationId="{92EDC968-05C1-4D82-99BA-E4D636D269A9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70" creationId="{760B6A2A-CF97-42E7-963C-C7883E995CF2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71" creationId="{87851EAE-180A-4AA6-96A6-249B758F87D2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73" creationId="{9D493A7B-690F-415D-8948-A6E5273C3CF5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74" creationId="{3CC0054F-7DBE-45C1-ADB4-40B17D3CD4BB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75" creationId="{FDCFCD4E-8EF5-4641-A47E-B21EC8CBA16D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76" creationId="{4C3301EA-B9BE-44EE-B8BD-D28D547B1E25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78" creationId="{9D36B5ED-1876-4287-9683-E4D4F1686E21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79" creationId="{B1A2FA2E-C281-4D06-B1C3-DA3F599E73BF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81" creationId="{D8F8703B-D7E2-4455-90D1-452A77467D47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82" creationId="{AA4DD851-7B0A-43D0-944F-DE79D970F9B8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83" creationId="{9ABDA5D4-BADC-4A72-8FC5-D60C7FF7B4EC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84" creationId="{4A91829B-80AC-4652-B29A-BCBFFCB06068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85" creationId="{E47A3F9D-E83A-4DD0-A79F-8B695BF77020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86" creationId="{426F2208-DB00-4168-ADB1-A529979CA1EA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87" creationId="{8588D0AE-A42F-4F05-A09A-F50AF0E33A93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88" creationId="{357BF9BC-3AA0-463A-AF27-DEEC3EA278FD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91" creationId="{A3F09B9F-4792-426D-B8EC-F918533B6280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92" creationId="{E63233F2-0E18-40CD-8DF5-3F427709C0AB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93" creationId="{E6332897-B730-4756-8A81-A71D413111F2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94" creationId="{83ABAAB9-3A3E-4CAB-8551-76E7991A1900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96" creationId="{E681A24B-0CEE-4C32-B697-7A94CD2B2477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97" creationId="{D108FF80-5BE4-497E-88F4-59F7ABF3A60F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98" creationId="{83435413-C4EE-467D-8D9B-EEBB93780FC7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99" creationId="{A1DB37BB-99FA-49F2-B15E-66E9676038AD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100" creationId="{E754D0A3-90A2-4BFD-A653-AB6E45917CAD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101" creationId="{624E4C1D-D451-468F-886F-A3A9F3F4687B}"/>
          </ac:inkMkLst>
        </pc:inkChg>
        <pc:inkChg chg="add mod">
          <ac:chgData name="VIkram Goyal" userId="4529b0165c9307b1" providerId="LiveId" clId="{697E15A4-21D4-47E2-9C79-C70DAE4A1DFB}" dt="2021-01-15T07:45:52.583" v="2589"/>
          <ac:inkMkLst>
            <pc:docMk/>
            <pc:sldMk cId="4281614274" sldId="271"/>
            <ac:inkMk id="103" creationId="{2CC88FE8-B4B8-4598-9DA4-5B1A55632816}"/>
          </ac:inkMkLst>
        </pc:inkChg>
        <pc:inkChg chg="add mod">
          <ac:chgData name="VIkram Goyal" userId="4529b0165c9307b1" providerId="LiveId" clId="{697E15A4-21D4-47E2-9C79-C70DAE4A1DFB}" dt="2021-01-15T07:45:52.583" v="2589"/>
          <ac:inkMkLst>
            <pc:docMk/>
            <pc:sldMk cId="4281614274" sldId="271"/>
            <ac:inkMk id="104" creationId="{AB20F2CE-D1B5-48BE-AAB0-F0D8295678C3}"/>
          </ac:inkMkLst>
        </pc:inkChg>
        <pc:inkChg chg="add mod">
          <ac:chgData name="VIkram Goyal" userId="4529b0165c9307b1" providerId="LiveId" clId="{697E15A4-21D4-47E2-9C79-C70DAE4A1DFB}" dt="2021-01-15T07:45:57.216" v="2594"/>
          <ac:inkMkLst>
            <pc:docMk/>
            <pc:sldMk cId="4281614274" sldId="271"/>
            <ac:inkMk id="106" creationId="{AE10E4E9-29F2-4E17-B9EE-291EC893BD15}"/>
          </ac:inkMkLst>
        </pc:inkChg>
        <pc:inkChg chg="add mod">
          <ac:chgData name="VIkram Goyal" userId="4529b0165c9307b1" providerId="LiveId" clId="{697E15A4-21D4-47E2-9C79-C70DAE4A1DFB}" dt="2021-01-15T07:45:57.216" v="2594"/>
          <ac:inkMkLst>
            <pc:docMk/>
            <pc:sldMk cId="4281614274" sldId="271"/>
            <ac:inkMk id="107" creationId="{82445BF6-D250-4712-8765-5BA3F10AA41E}"/>
          </ac:inkMkLst>
        </pc:inkChg>
        <pc:inkChg chg="add mod">
          <ac:chgData name="VIkram Goyal" userId="4529b0165c9307b1" providerId="LiveId" clId="{697E15A4-21D4-47E2-9C79-C70DAE4A1DFB}" dt="2021-01-15T07:45:57.216" v="2594"/>
          <ac:inkMkLst>
            <pc:docMk/>
            <pc:sldMk cId="4281614274" sldId="271"/>
            <ac:inkMk id="108" creationId="{5A7F4FA3-6E99-487B-B3FF-84FDE43B1BDF}"/>
          </ac:inkMkLst>
        </pc:inkChg>
        <pc:inkChg chg="add mod">
          <ac:chgData name="VIkram Goyal" userId="4529b0165c9307b1" providerId="LiveId" clId="{697E15A4-21D4-47E2-9C79-C70DAE4A1DFB}" dt="2021-01-15T07:45:57.216" v="2594"/>
          <ac:inkMkLst>
            <pc:docMk/>
            <pc:sldMk cId="4281614274" sldId="271"/>
            <ac:inkMk id="109" creationId="{0488E78B-4368-48E8-B9F0-C51463CF1267}"/>
          </ac:inkMkLst>
        </pc:inkChg>
        <pc:inkChg chg="add mod">
          <ac:chgData name="VIkram Goyal" userId="4529b0165c9307b1" providerId="LiveId" clId="{697E15A4-21D4-47E2-9C79-C70DAE4A1DFB}" dt="2021-01-15T07:46:02.105" v="2605"/>
          <ac:inkMkLst>
            <pc:docMk/>
            <pc:sldMk cId="4281614274" sldId="271"/>
            <ac:inkMk id="111" creationId="{C89FDD06-4C9D-4EA5-A06D-FA10731FC6D3}"/>
          </ac:inkMkLst>
        </pc:inkChg>
        <pc:inkChg chg="add mod">
          <ac:chgData name="VIkram Goyal" userId="4529b0165c9307b1" providerId="LiveId" clId="{697E15A4-21D4-47E2-9C79-C70DAE4A1DFB}" dt="2021-01-15T07:46:02.105" v="2605"/>
          <ac:inkMkLst>
            <pc:docMk/>
            <pc:sldMk cId="4281614274" sldId="271"/>
            <ac:inkMk id="112" creationId="{E28BBD85-6E49-4D02-A953-1566E8A2A546}"/>
          </ac:inkMkLst>
        </pc:inkChg>
        <pc:inkChg chg="add mod">
          <ac:chgData name="VIkram Goyal" userId="4529b0165c9307b1" providerId="LiveId" clId="{697E15A4-21D4-47E2-9C79-C70DAE4A1DFB}" dt="2021-01-15T07:46:02.105" v="2605"/>
          <ac:inkMkLst>
            <pc:docMk/>
            <pc:sldMk cId="4281614274" sldId="271"/>
            <ac:inkMk id="113" creationId="{AA4E6427-E08B-4D87-A9D9-DE1E76C91D03}"/>
          </ac:inkMkLst>
        </pc:inkChg>
        <pc:inkChg chg="add mod">
          <ac:chgData name="VIkram Goyal" userId="4529b0165c9307b1" providerId="LiveId" clId="{697E15A4-21D4-47E2-9C79-C70DAE4A1DFB}" dt="2021-01-15T07:46:02.105" v="2605"/>
          <ac:inkMkLst>
            <pc:docMk/>
            <pc:sldMk cId="4281614274" sldId="271"/>
            <ac:inkMk id="114" creationId="{DCF7ED1C-B9FD-45B2-8D16-DBD916E2C9DC}"/>
          </ac:inkMkLst>
        </pc:inkChg>
        <pc:inkChg chg="add mod">
          <ac:chgData name="VIkram Goyal" userId="4529b0165c9307b1" providerId="LiveId" clId="{697E15A4-21D4-47E2-9C79-C70DAE4A1DFB}" dt="2021-01-15T07:46:02.105" v="2605"/>
          <ac:inkMkLst>
            <pc:docMk/>
            <pc:sldMk cId="4281614274" sldId="271"/>
            <ac:inkMk id="116" creationId="{D02784C4-F983-418C-A9DA-5428B7E42CA9}"/>
          </ac:inkMkLst>
        </pc:inkChg>
        <pc:inkChg chg="add mod">
          <ac:chgData name="VIkram Goyal" userId="4529b0165c9307b1" providerId="LiveId" clId="{697E15A4-21D4-47E2-9C79-C70DAE4A1DFB}" dt="2021-01-15T07:46:02.105" v="2605"/>
          <ac:inkMkLst>
            <pc:docMk/>
            <pc:sldMk cId="4281614274" sldId="271"/>
            <ac:inkMk id="117" creationId="{8C5E56A5-1484-4F19-9352-376703115D1A}"/>
          </ac:inkMkLst>
        </pc:inkChg>
        <pc:inkChg chg="add mod">
          <ac:chgData name="VIkram Goyal" userId="4529b0165c9307b1" providerId="LiveId" clId="{697E15A4-21D4-47E2-9C79-C70DAE4A1DFB}" dt="2021-01-15T07:46:02.105" v="2605"/>
          <ac:inkMkLst>
            <pc:docMk/>
            <pc:sldMk cId="4281614274" sldId="271"/>
            <ac:inkMk id="118" creationId="{3802DF7A-E6F7-438F-A43F-611328C47903}"/>
          </ac:inkMkLst>
        </pc:inkChg>
        <pc:inkChg chg="add mod">
          <ac:chgData name="VIkram Goyal" userId="4529b0165c9307b1" providerId="LiveId" clId="{697E15A4-21D4-47E2-9C79-C70DAE4A1DFB}" dt="2021-01-15T07:46:02.105" v="2605"/>
          <ac:inkMkLst>
            <pc:docMk/>
            <pc:sldMk cId="4281614274" sldId="271"/>
            <ac:inkMk id="119" creationId="{AFFDFB85-D9A5-44FD-8447-23E7B40C5D80}"/>
          </ac:inkMkLst>
        </pc:inkChg>
        <pc:inkChg chg="add mod">
          <ac:chgData name="VIkram Goyal" userId="4529b0165c9307b1" providerId="LiveId" clId="{697E15A4-21D4-47E2-9C79-C70DAE4A1DFB}" dt="2021-01-15T07:46:02.105" v="2605"/>
          <ac:inkMkLst>
            <pc:docMk/>
            <pc:sldMk cId="4281614274" sldId="271"/>
            <ac:inkMk id="120" creationId="{19714DFA-6B1D-45F2-8337-D108AF1A1417}"/>
          </ac:inkMkLst>
        </pc:inkChg>
        <pc:inkChg chg="add mod">
          <ac:chgData name="VIkram Goyal" userId="4529b0165c9307b1" providerId="LiveId" clId="{697E15A4-21D4-47E2-9C79-C70DAE4A1DFB}" dt="2021-01-15T07:46:23.610" v="2613"/>
          <ac:inkMkLst>
            <pc:docMk/>
            <pc:sldMk cId="4281614274" sldId="271"/>
            <ac:inkMk id="122" creationId="{44593FDD-45B0-48D3-94BB-1470D979E99A}"/>
          </ac:inkMkLst>
        </pc:inkChg>
        <pc:inkChg chg="add mod">
          <ac:chgData name="VIkram Goyal" userId="4529b0165c9307b1" providerId="LiveId" clId="{697E15A4-21D4-47E2-9C79-C70DAE4A1DFB}" dt="2021-01-15T07:46:23.610" v="2613"/>
          <ac:inkMkLst>
            <pc:docMk/>
            <pc:sldMk cId="4281614274" sldId="271"/>
            <ac:inkMk id="123" creationId="{9AEBF6E4-C9BE-4E0E-B0D5-D6F13CD4E4CC}"/>
          </ac:inkMkLst>
        </pc:inkChg>
        <pc:inkChg chg="add mod">
          <ac:chgData name="VIkram Goyal" userId="4529b0165c9307b1" providerId="LiveId" clId="{697E15A4-21D4-47E2-9C79-C70DAE4A1DFB}" dt="2021-01-15T07:46:23.610" v="2613"/>
          <ac:inkMkLst>
            <pc:docMk/>
            <pc:sldMk cId="4281614274" sldId="271"/>
            <ac:inkMk id="124" creationId="{96540001-B3B9-42AB-B4FE-1DBB1FF6D71C}"/>
          </ac:inkMkLst>
        </pc:inkChg>
        <pc:inkChg chg="add mod">
          <ac:chgData name="VIkram Goyal" userId="4529b0165c9307b1" providerId="LiveId" clId="{697E15A4-21D4-47E2-9C79-C70DAE4A1DFB}" dt="2021-01-15T07:46:23.610" v="2613"/>
          <ac:inkMkLst>
            <pc:docMk/>
            <pc:sldMk cId="4281614274" sldId="271"/>
            <ac:inkMk id="125" creationId="{72EE38CB-3128-493E-B558-FE513EF90DBC}"/>
          </ac:inkMkLst>
        </pc:inkChg>
        <pc:inkChg chg="add mod">
          <ac:chgData name="VIkram Goyal" userId="4529b0165c9307b1" providerId="LiveId" clId="{697E15A4-21D4-47E2-9C79-C70DAE4A1DFB}" dt="2021-01-15T07:46:23.610" v="2613"/>
          <ac:inkMkLst>
            <pc:docMk/>
            <pc:sldMk cId="4281614274" sldId="271"/>
            <ac:inkMk id="126" creationId="{1CBB20DB-4F25-45B6-9DB6-B90C55C378F0}"/>
          </ac:inkMkLst>
        </pc:inkChg>
        <pc:inkChg chg="add mod">
          <ac:chgData name="VIkram Goyal" userId="4529b0165c9307b1" providerId="LiveId" clId="{697E15A4-21D4-47E2-9C79-C70DAE4A1DFB}" dt="2021-01-15T07:46:23.610" v="2613"/>
          <ac:inkMkLst>
            <pc:docMk/>
            <pc:sldMk cId="4281614274" sldId="271"/>
            <ac:inkMk id="127" creationId="{3423C136-F8E3-4C92-9CDF-1A89E06A74AE}"/>
          </ac:inkMkLst>
        </pc:inkChg>
        <pc:inkChg chg="add">
          <ac:chgData name="VIkram Goyal" userId="4529b0165c9307b1" providerId="LiveId" clId="{697E15A4-21D4-47E2-9C79-C70DAE4A1DFB}" dt="2021-01-15T07:46:23.105" v="2612" actId="9405"/>
          <ac:inkMkLst>
            <pc:docMk/>
            <pc:sldMk cId="4281614274" sldId="271"/>
            <ac:inkMk id="128" creationId="{D475835C-1C15-4B44-9964-19FE7F187EA6}"/>
          </ac:inkMkLst>
        </pc:inkChg>
        <pc:inkChg chg="add mod">
          <ac:chgData name="VIkram Goyal" userId="4529b0165c9307b1" providerId="LiveId" clId="{697E15A4-21D4-47E2-9C79-C70DAE4A1DFB}" dt="2021-01-15T07:46:59.627" v="2615"/>
          <ac:inkMkLst>
            <pc:docMk/>
            <pc:sldMk cId="4281614274" sldId="271"/>
            <ac:inkMk id="132" creationId="{41023D60-8D88-4F96-B60C-AE3C2BE13E09}"/>
          </ac:inkMkLst>
        </pc:inkChg>
      </pc:sldChg>
      <pc:sldChg chg="addSp delSp modSp new mod">
        <pc:chgData name="VIkram Goyal" userId="4529b0165c9307b1" providerId="LiveId" clId="{697E15A4-21D4-47E2-9C79-C70DAE4A1DFB}" dt="2022-01-25T05:02:13.146" v="7543"/>
        <pc:sldMkLst>
          <pc:docMk/>
          <pc:sldMk cId="1122811718" sldId="272"/>
        </pc:sldMkLst>
        <pc:spChg chg="mod">
          <ac:chgData name="VIkram Goyal" userId="4529b0165c9307b1" providerId="LiveId" clId="{697E15A4-21D4-47E2-9C79-C70DAE4A1DFB}" dt="2022-01-25T04:58:44.387" v="7362"/>
          <ac:spMkLst>
            <pc:docMk/>
            <pc:sldMk cId="1122811718" sldId="272"/>
            <ac:spMk id="2" creationId="{019CA56A-BF58-439D-9768-8FDB53FD9646}"/>
          </ac:spMkLst>
        </pc:spChg>
        <pc:spChg chg="del">
          <ac:chgData name="VIkram Goyal" userId="4529b0165c9307b1" providerId="LiveId" clId="{697E15A4-21D4-47E2-9C79-C70DAE4A1DFB}" dt="2022-01-25T04:44:12.537" v="6920" actId="478"/>
          <ac:spMkLst>
            <pc:docMk/>
            <pc:sldMk cId="1122811718" sldId="272"/>
            <ac:spMk id="3" creationId="{C9D8CAF7-6F75-47FE-B9A2-809558A3FF0C}"/>
          </ac:spMkLst>
        </pc:spChg>
        <pc:grpChg chg="del mod">
          <ac:chgData name="VIkram Goyal" userId="4529b0165c9307b1" providerId="LiveId" clId="{697E15A4-21D4-47E2-9C79-C70DAE4A1DFB}" dt="2022-01-20T04:09:49.987" v="6728"/>
          <ac:grpSpMkLst>
            <pc:docMk/>
            <pc:sldMk cId="1122811718" sldId="272"/>
            <ac:grpSpMk id="8" creationId="{6053B1EF-363E-406F-8C8C-7D0D98670B2B}"/>
          </ac:grpSpMkLst>
        </pc:grpChg>
        <pc:grpChg chg="del mod">
          <ac:chgData name="VIkram Goyal" userId="4529b0165c9307b1" providerId="LiveId" clId="{697E15A4-21D4-47E2-9C79-C70DAE4A1DFB}" dt="2022-01-20T04:13:15.979" v="6850"/>
          <ac:grpSpMkLst>
            <pc:docMk/>
            <pc:sldMk cId="1122811718" sldId="272"/>
            <ac:grpSpMk id="12" creationId="{E8EB740D-5BC1-478A-AF67-AED129787E30}"/>
          </ac:grpSpMkLst>
        </pc:grpChg>
        <pc:grpChg chg="del mod">
          <ac:chgData name="VIkram Goyal" userId="4529b0165c9307b1" providerId="LiveId" clId="{697E15A4-21D4-47E2-9C79-C70DAE4A1DFB}" dt="2022-01-20T04:10:29.572" v="6763"/>
          <ac:grpSpMkLst>
            <pc:docMk/>
            <pc:sldMk cId="1122811718" sldId="272"/>
            <ac:grpSpMk id="19" creationId="{9AC8400F-7614-4281-97FF-5E4DD2357D47}"/>
          </ac:grpSpMkLst>
        </pc:grpChg>
        <pc:grpChg chg="del mod">
          <ac:chgData name="VIkram Goyal" userId="4529b0165c9307b1" providerId="LiveId" clId="{697E15A4-21D4-47E2-9C79-C70DAE4A1DFB}" dt="2022-01-25T04:44:33.887" v="6931"/>
          <ac:grpSpMkLst>
            <pc:docMk/>
            <pc:sldMk cId="1122811718" sldId="272"/>
            <ac:grpSpMk id="33" creationId="{096C0AE9-74BD-44B8-B298-197DD0E4474B}"/>
          </ac:grpSpMkLst>
        </pc:grpChg>
        <pc:grpChg chg="del mod">
          <ac:chgData name="VIkram Goyal" userId="4529b0165c9307b1" providerId="LiveId" clId="{697E15A4-21D4-47E2-9C79-C70DAE4A1DFB}" dt="2022-01-20T04:10:29.572" v="6763"/>
          <ac:grpSpMkLst>
            <pc:docMk/>
            <pc:sldMk cId="1122811718" sldId="272"/>
            <ac:grpSpMk id="33" creationId="{F3358208-DCCE-4067-B2C8-C22A744F909B}"/>
          </ac:grpSpMkLst>
        </pc:grpChg>
        <pc:grpChg chg="del mod">
          <ac:chgData name="VIkram Goyal" userId="4529b0165c9307b1" providerId="LiveId" clId="{697E15A4-21D4-47E2-9C79-C70DAE4A1DFB}" dt="2022-01-20T04:13:15.979" v="6850"/>
          <ac:grpSpMkLst>
            <pc:docMk/>
            <pc:sldMk cId="1122811718" sldId="272"/>
            <ac:grpSpMk id="34" creationId="{D2CD3E2A-77EC-49A5-9779-9D3609D1878F}"/>
          </ac:grpSpMkLst>
        </pc:grpChg>
        <pc:grpChg chg="del mod">
          <ac:chgData name="VIkram Goyal" userId="4529b0165c9307b1" providerId="LiveId" clId="{697E15A4-21D4-47E2-9C79-C70DAE4A1DFB}" dt="2022-01-25T04:44:39.370" v="6939"/>
          <ac:grpSpMkLst>
            <pc:docMk/>
            <pc:sldMk cId="1122811718" sldId="272"/>
            <ac:grpSpMk id="39" creationId="{425F3094-4064-4B7C-B0FB-26CC251C3424}"/>
          </ac:grpSpMkLst>
        </pc:grpChg>
        <pc:grpChg chg="del mod">
          <ac:chgData name="VIkram Goyal" userId="4529b0165c9307b1" providerId="LiveId" clId="{697E15A4-21D4-47E2-9C79-C70DAE4A1DFB}" dt="2022-01-20T04:10:29.572" v="6763"/>
          <ac:grpSpMkLst>
            <pc:docMk/>
            <pc:sldMk cId="1122811718" sldId="272"/>
            <ac:grpSpMk id="39" creationId="{7603B1F8-F893-4D20-BCFF-02AD278FFB2E}"/>
          </ac:grpSpMkLst>
        </pc:grpChg>
        <pc:grpChg chg="del mod">
          <ac:chgData name="VIkram Goyal" userId="4529b0165c9307b1" providerId="LiveId" clId="{697E15A4-21D4-47E2-9C79-C70DAE4A1DFB}" dt="2022-01-20T04:11:02.174" v="6790"/>
          <ac:grpSpMkLst>
            <pc:docMk/>
            <pc:sldMk cId="1122811718" sldId="272"/>
            <ac:grpSpMk id="48" creationId="{31D4438B-5B70-42D3-9324-820621E4335D}"/>
          </ac:grpSpMkLst>
        </pc:grpChg>
        <pc:grpChg chg="del mod">
          <ac:chgData name="VIkram Goyal" userId="4529b0165c9307b1" providerId="LiveId" clId="{697E15A4-21D4-47E2-9C79-C70DAE4A1DFB}" dt="2022-01-20T04:11:02.174" v="6790"/>
          <ac:grpSpMkLst>
            <pc:docMk/>
            <pc:sldMk cId="1122811718" sldId="272"/>
            <ac:grpSpMk id="51" creationId="{B3BDBF4F-5551-4276-8F94-AD4B9F939CF9}"/>
          </ac:grpSpMkLst>
        </pc:grpChg>
        <pc:grpChg chg="del mod">
          <ac:chgData name="VIkram Goyal" userId="4529b0165c9307b1" providerId="LiveId" clId="{697E15A4-21D4-47E2-9C79-C70DAE4A1DFB}" dt="2022-01-20T04:10:43.491" v="6788"/>
          <ac:grpSpMkLst>
            <pc:docMk/>
            <pc:sldMk cId="1122811718" sldId="272"/>
            <ac:grpSpMk id="70" creationId="{63BE30ED-179F-4C8D-A610-AA159C7E6EB5}"/>
          </ac:grpSpMkLst>
        </pc:grpChg>
        <pc:grpChg chg="del mod">
          <ac:chgData name="VIkram Goyal" userId="4529b0165c9307b1" providerId="LiveId" clId="{697E15A4-21D4-47E2-9C79-C70DAE4A1DFB}" dt="2022-01-20T04:10:43.491" v="6788"/>
          <ac:grpSpMkLst>
            <pc:docMk/>
            <pc:sldMk cId="1122811718" sldId="272"/>
            <ac:grpSpMk id="71" creationId="{70BD7E10-C7D5-4AEC-B7C7-6A395B0A30D7}"/>
          </ac:grpSpMkLst>
        </pc:grpChg>
        <pc:grpChg chg="del mod">
          <ac:chgData name="VIkram Goyal" userId="4529b0165c9307b1" providerId="LiveId" clId="{697E15A4-21D4-47E2-9C79-C70DAE4A1DFB}" dt="2022-01-20T04:11:02.174" v="6790"/>
          <ac:grpSpMkLst>
            <pc:docMk/>
            <pc:sldMk cId="1122811718" sldId="272"/>
            <ac:grpSpMk id="72" creationId="{F1F6F7B0-56E2-4FC9-B229-1E0E5C6EB2CD}"/>
          </ac:grpSpMkLst>
        </pc:grpChg>
        <pc:grpChg chg="del mod">
          <ac:chgData name="VIkram Goyal" userId="4529b0165c9307b1" providerId="LiveId" clId="{697E15A4-21D4-47E2-9C79-C70DAE4A1DFB}" dt="2022-01-20T04:11:02.174" v="6790"/>
          <ac:grpSpMkLst>
            <pc:docMk/>
            <pc:sldMk cId="1122811718" sldId="272"/>
            <ac:grpSpMk id="75" creationId="{E2A14258-99CF-4BE3-997C-1C3EDB2FF61D}"/>
          </ac:grpSpMkLst>
        </pc:grpChg>
        <pc:grpChg chg="del mod">
          <ac:chgData name="VIkram Goyal" userId="4529b0165c9307b1" providerId="LiveId" clId="{697E15A4-21D4-47E2-9C79-C70DAE4A1DFB}" dt="2022-01-20T04:11:02.174" v="6790"/>
          <ac:grpSpMkLst>
            <pc:docMk/>
            <pc:sldMk cId="1122811718" sldId="272"/>
            <ac:grpSpMk id="76" creationId="{A05B3816-C6FA-4FEF-A787-9C3D0126E7D4}"/>
          </ac:grpSpMkLst>
        </pc:grpChg>
        <pc:grpChg chg="del mod">
          <ac:chgData name="VIkram Goyal" userId="4529b0165c9307b1" providerId="LiveId" clId="{697E15A4-21D4-47E2-9C79-C70DAE4A1DFB}" dt="2022-01-20T04:13:15.979" v="6850"/>
          <ac:grpSpMkLst>
            <pc:docMk/>
            <pc:sldMk cId="1122811718" sldId="272"/>
            <ac:grpSpMk id="78" creationId="{37D9DCCE-700E-44DB-9799-DB1BEDD27BEB}"/>
          </ac:grpSpMkLst>
        </pc:grpChg>
        <pc:grpChg chg="del mod">
          <ac:chgData name="VIkram Goyal" userId="4529b0165c9307b1" providerId="LiveId" clId="{697E15A4-21D4-47E2-9C79-C70DAE4A1DFB}" dt="2022-01-25T04:44:41.472" v="6941"/>
          <ac:grpSpMkLst>
            <pc:docMk/>
            <pc:sldMk cId="1122811718" sldId="272"/>
            <ac:grpSpMk id="78" creationId="{A2505D1E-BB66-43B6-937E-B03730079D3B}"/>
          </ac:grpSpMkLst>
        </pc:grpChg>
        <pc:grpChg chg="del mod">
          <ac:chgData name="VIkram Goyal" userId="4529b0165c9307b1" providerId="LiveId" clId="{697E15A4-21D4-47E2-9C79-C70DAE4A1DFB}" dt="2022-01-20T04:13:15.979" v="6850"/>
          <ac:grpSpMkLst>
            <pc:docMk/>
            <pc:sldMk cId="1122811718" sldId="272"/>
            <ac:grpSpMk id="91" creationId="{66EE4509-6330-4A74-A7ED-487D659A849F}"/>
          </ac:grpSpMkLst>
        </pc:grpChg>
        <pc:grpChg chg="del mod">
          <ac:chgData name="VIkram Goyal" userId="4529b0165c9307b1" providerId="LiveId" clId="{697E15A4-21D4-47E2-9C79-C70DAE4A1DFB}" dt="2022-01-25T04:45:07.513" v="6944"/>
          <ac:grpSpMkLst>
            <pc:docMk/>
            <pc:sldMk cId="1122811718" sldId="272"/>
            <ac:grpSpMk id="92" creationId="{B4C249D4-9102-42B0-904E-8F93C4C7CC9A}"/>
          </ac:grpSpMkLst>
        </pc:grpChg>
        <pc:grpChg chg="del mod">
          <ac:chgData name="VIkram Goyal" userId="4529b0165c9307b1" providerId="LiveId" clId="{697E15A4-21D4-47E2-9C79-C70DAE4A1DFB}" dt="2022-01-20T04:13:15.979" v="6850"/>
          <ac:grpSpMkLst>
            <pc:docMk/>
            <pc:sldMk cId="1122811718" sldId="272"/>
            <ac:grpSpMk id="92" creationId="{EA7C4B8D-FC1A-47B6-8233-E8B6AD470DE4}"/>
          </ac:grpSpMkLst>
        </pc:grpChg>
        <pc:grpChg chg="del mod">
          <ac:chgData name="VIkram Goyal" userId="4529b0165c9307b1" providerId="LiveId" clId="{697E15A4-21D4-47E2-9C79-C70DAE4A1DFB}" dt="2022-01-20T04:12:14.232" v="6812"/>
          <ac:grpSpMkLst>
            <pc:docMk/>
            <pc:sldMk cId="1122811718" sldId="272"/>
            <ac:grpSpMk id="98" creationId="{276B6DB4-A57C-45CE-B325-DFBEE7ED422B}"/>
          </ac:grpSpMkLst>
        </pc:grpChg>
        <pc:grpChg chg="del mod">
          <ac:chgData name="VIkram Goyal" userId="4529b0165c9307b1" providerId="LiveId" clId="{697E15A4-21D4-47E2-9C79-C70DAE4A1DFB}" dt="2022-01-20T04:12:14.232" v="6812"/>
          <ac:grpSpMkLst>
            <pc:docMk/>
            <pc:sldMk cId="1122811718" sldId="272"/>
            <ac:grpSpMk id="99" creationId="{36A7A640-977F-4B4C-B4CD-B2424A86B31A}"/>
          </ac:grpSpMkLst>
        </pc:grpChg>
        <pc:grpChg chg="del mod">
          <ac:chgData name="VIkram Goyal" userId="4529b0165c9307b1" providerId="LiveId" clId="{697E15A4-21D4-47E2-9C79-C70DAE4A1DFB}" dt="2022-01-20T04:12:16.451" v="6816"/>
          <ac:grpSpMkLst>
            <pc:docMk/>
            <pc:sldMk cId="1122811718" sldId="272"/>
            <ac:grpSpMk id="102" creationId="{1D5DCAAC-7FFB-4E55-B506-0183737C7847}"/>
          </ac:grpSpMkLst>
        </pc:grpChg>
        <pc:grpChg chg="del mod">
          <ac:chgData name="VIkram Goyal" userId="4529b0165c9307b1" providerId="LiveId" clId="{697E15A4-21D4-47E2-9C79-C70DAE4A1DFB}" dt="2022-01-25T04:45:09.038" v="6947"/>
          <ac:grpSpMkLst>
            <pc:docMk/>
            <pc:sldMk cId="1122811718" sldId="272"/>
            <ac:grpSpMk id="102" creationId="{C3C1CBEC-F2B1-46D9-BCB5-78BB957CB8C9}"/>
          </ac:grpSpMkLst>
        </pc:grpChg>
        <pc:grpChg chg="del mod">
          <ac:chgData name="VIkram Goyal" userId="4529b0165c9307b1" providerId="LiveId" clId="{697E15A4-21D4-47E2-9C79-C70DAE4A1DFB}" dt="2022-01-20T04:12:16.451" v="6816"/>
          <ac:grpSpMkLst>
            <pc:docMk/>
            <pc:sldMk cId="1122811718" sldId="272"/>
            <ac:grpSpMk id="103" creationId="{553944F1-3372-4603-8584-A3D970D2EF62}"/>
          </ac:grpSpMkLst>
        </pc:grpChg>
        <pc:grpChg chg="del mod">
          <ac:chgData name="VIkram Goyal" userId="4529b0165c9307b1" providerId="LiveId" clId="{697E15A4-21D4-47E2-9C79-C70DAE4A1DFB}" dt="2022-01-20T04:12:27.920" v="6825"/>
          <ac:grpSpMkLst>
            <pc:docMk/>
            <pc:sldMk cId="1122811718" sldId="272"/>
            <ac:grpSpMk id="107" creationId="{07CF3B11-8E4D-4538-ABFD-4953C4026B3D}"/>
          </ac:grpSpMkLst>
        </pc:grpChg>
        <pc:grpChg chg="del mod">
          <ac:chgData name="VIkram Goyal" userId="4529b0165c9307b1" providerId="LiveId" clId="{697E15A4-21D4-47E2-9C79-C70DAE4A1DFB}" dt="2022-01-25T04:45:10.361" v="6949"/>
          <ac:grpSpMkLst>
            <pc:docMk/>
            <pc:sldMk cId="1122811718" sldId="272"/>
            <ac:grpSpMk id="114" creationId="{945BCA47-F039-4AE8-9611-239F35C21D0E}"/>
          </ac:grpSpMkLst>
        </pc:grpChg>
        <pc:grpChg chg="del mod">
          <ac:chgData name="VIkram Goyal" userId="4529b0165c9307b1" providerId="LiveId" clId="{697E15A4-21D4-47E2-9C79-C70DAE4A1DFB}" dt="2022-01-20T04:12:27.920" v="6825"/>
          <ac:grpSpMkLst>
            <pc:docMk/>
            <pc:sldMk cId="1122811718" sldId="272"/>
            <ac:grpSpMk id="114" creationId="{BB0778EF-1E10-4B0B-9CD1-2A6DEEB8E2FD}"/>
          </ac:grpSpMkLst>
        </pc:grpChg>
        <pc:grpChg chg="del mod">
          <ac:chgData name="VIkram Goyal" userId="4529b0165c9307b1" providerId="LiveId" clId="{697E15A4-21D4-47E2-9C79-C70DAE4A1DFB}" dt="2022-01-20T04:12:30.578" v="6830"/>
          <ac:grpSpMkLst>
            <pc:docMk/>
            <pc:sldMk cId="1122811718" sldId="272"/>
            <ac:grpSpMk id="116" creationId="{8912F0A1-7BD2-41FD-958A-6BEC52FB792C}"/>
          </ac:grpSpMkLst>
        </pc:grpChg>
        <pc:grpChg chg="del mod">
          <ac:chgData name="VIkram Goyal" userId="4529b0165c9307b1" providerId="LiveId" clId="{697E15A4-21D4-47E2-9C79-C70DAE4A1DFB}" dt="2022-01-25T04:45:13.038" v="6951"/>
          <ac:grpSpMkLst>
            <pc:docMk/>
            <pc:sldMk cId="1122811718" sldId="272"/>
            <ac:grpSpMk id="121" creationId="{779A066E-34AF-4FDF-9C99-F064491C8789}"/>
          </ac:grpSpMkLst>
        </pc:grpChg>
        <pc:grpChg chg="del mod">
          <ac:chgData name="VIkram Goyal" userId="4529b0165c9307b1" providerId="LiveId" clId="{697E15A4-21D4-47E2-9C79-C70DAE4A1DFB}" dt="2022-01-20T04:12:34.891" v="6838"/>
          <ac:grpSpMkLst>
            <pc:docMk/>
            <pc:sldMk cId="1122811718" sldId="272"/>
            <ac:grpSpMk id="121" creationId="{CB8FB9B2-767E-4D6F-AE19-27CFC9209A9F}"/>
          </ac:grpSpMkLst>
        </pc:grpChg>
        <pc:grpChg chg="del mod">
          <ac:chgData name="VIkram Goyal" userId="4529b0165c9307b1" providerId="LiveId" clId="{697E15A4-21D4-47E2-9C79-C70DAE4A1DFB}" dt="2022-01-20T04:12:41.786" v="6841"/>
          <ac:grpSpMkLst>
            <pc:docMk/>
            <pc:sldMk cId="1122811718" sldId="272"/>
            <ac:grpSpMk id="129" creationId="{93BF4F28-AB89-4AC5-B273-6E6AFDE3376F}"/>
          </ac:grpSpMkLst>
        </pc:grpChg>
        <pc:grpChg chg="del mod">
          <ac:chgData name="VIkram Goyal" userId="4529b0165c9307b1" providerId="LiveId" clId="{697E15A4-21D4-47E2-9C79-C70DAE4A1DFB}" dt="2022-01-25T04:45:17.893" v="6954"/>
          <ac:grpSpMkLst>
            <pc:docMk/>
            <pc:sldMk cId="1122811718" sldId="272"/>
            <ac:grpSpMk id="132" creationId="{028FC979-31C8-4B9A-94A5-0903AAB0EF38}"/>
          </ac:grpSpMkLst>
        </pc:grpChg>
        <pc:grpChg chg="del mod">
          <ac:chgData name="VIkram Goyal" userId="4529b0165c9307b1" providerId="LiveId" clId="{697E15A4-21D4-47E2-9C79-C70DAE4A1DFB}" dt="2022-01-20T04:12:44.121" v="6844"/>
          <ac:grpSpMkLst>
            <pc:docMk/>
            <pc:sldMk cId="1122811718" sldId="272"/>
            <ac:grpSpMk id="132" creationId="{2F878460-868E-4291-9928-C48A7799C2EB}"/>
          </ac:grpSpMkLst>
        </pc:grpChg>
        <pc:grpChg chg="del mod">
          <ac:chgData name="VIkram Goyal" userId="4529b0165c9307b1" providerId="LiveId" clId="{697E15A4-21D4-47E2-9C79-C70DAE4A1DFB}" dt="2022-01-20T04:13:20.668" v="6855"/>
          <ac:grpSpMkLst>
            <pc:docMk/>
            <pc:sldMk cId="1122811718" sldId="272"/>
            <ac:grpSpMk id="135" creationId="{FB456E27-4386-4002-B63A-3BE75CC96A74}"/>
          </ac:grpSpMkLst>
        </pc:grpChg>
        <pc:grpChg chg="del mod">
          <ac:chgData name="VIkram Goyal" userId="4529b0165c9307b1" providerId="LiveId" clId="{697E15A4-21D4-47E2-9C79-C70DAE4A1DFB}" dt="2022-01-20T04:13:20.668" v="6855"/>
          <ac:grpSpMkLst>
            <pc:docMk/>
            <pc:sldMk cId="1122811718" sldId="272"/>
            <ac:grpSpMk id="141" creationId="{4B743063-7AE7-4352-8C5D-AD63CEA8CD09}"/>
          </ac:grpSpMkLst>
        </pc:grpChg>
        <pc:grpChg chg="del mod">
          <ac:chgData name="VIkram Goyal" userId="4529b0165c9307b1" providerId="LiveId" clId="{697E15A4-21D4-47E2-9C79-C70DAE4A1DFB}" dt="2022-01-25T04:45:19.398" v="6957"/>
          <ac:grpSpMkLst>
            <pc:docMk/>
            <pc:sldMk cId="1122811718" sldId="272"/>
            <ac:grpSpMk id="146" creationId="{426F8871-8EBA-4E90-A2C0-ACCE9ABE52BC}"/>
          </ac:grpSpMkLst>
        </pc:grpChg>
        <pc:grpChg chg="del mod">
          <ac:chgData name="VIkram Goyal" userId="4529b0165c9307b1" providerId="LiveId" clId="{697E15A4-21D4-47E2-9C79-C70DAE4A1DFB}" dt="2022-01-20T04:13:22.625" v="6857"/>
          <ac:grpSpMkLst>
            <pc:docMk/>
            <pc:sldMk cId="1122811718" sldId="272"/>
            <ac:grpSpMk id="146" creationId="{DB3ACC09-2383-44FE-B5A4-3C7A63D4909E}"/>
          </ac:grpSpMkLst>
        </pc:grpChg>
        <pc:grpChg chg="del mod">
          <ac:chgData name="VIkram Goyal" userId="4529b0165c9307b1" providerId="LiveId" clId="{697E15A4-21D4-47E2-9C79-C70DAE4A1DFB}" dt="2022-01-20T04:13:34.839" v="6870"/>
          <ac:grpSpMkLst>
            <pc:docMk/>
            <pc:sldMk cId="1122811718" sldId="272"/>
            <ac:grpSpMk id="148" creationId="{B0093980-0D94-4CEA-A09A-34AC192EE747}"/>
          </ac:grpSpMkLst>
        </pc:grpChg>
        <pc:grpChg chg="del mod">
          <ac:chgData name="VIkram Goyal" userId="4529b0165c9307b1" providerId="LiveId" clId="{697E15A4-21D4-47E2-9C79-C70DAE4A1DFB}" dt="2022-01-20T04:13:29.961" v="6867"/>
          <ac:grpSpMkLst>
            <pc:docMk/>
            <pc:sldMk cId="1122811718" sldId="272"/>
            <ac:grpSpMk id="155" creationId="{8850AC41-8C2C-4F43-9ED9-339C137982DC}"/>
          </ac:grpSpMkLst>
        </pc:grpChg>
        <pc:grpChg chg="del mod">
          <ac:chgData name="VIkram Goyal" userId="4529b0165c9307b1" providerId="LiveId" clId="{697E15A4-21D4-47E2-9C79-C70DAE4A1DFB}" dt="2022-01-20T04:13:29.961" v="6867"/>
          <ac:grpSpMkLst>
            <pc:docMk/>
            <pc:sldMk cId="1122811718" sldId="272"/>
            <ac:grpSpMk id="156" creationId="{2FCA207A-3BA1-4722-9108-1FF309E19BDA}"/>
          </ac:grpSpMkLst>
        </pc:grpChg>
        <pc:grpChg chg="del mod">
          <ac:chgData name="VIkram Goyal" userId="4529b0165c9307b1" providerId="LiveId" clId="{697E15A4-21D4-47E2-9C79-C70DAE4A1DFB}" dt="2022-01-25T04:45:22.603" v="6961"/>
          <ac:grpSpMkLst>
            <pc:docMk/>
            <pc:sldMk cId="1122811718" sldId="272"/>
            <ac:grpSpMk id="156" creationId="{CD238E95-1768-4813-85CF-0D1FF91AAD9E}"/>
          </ac:grpSpMkLst>
        </pc:grpChg>
        <pc:grpChg chg="del mod">
          <ac:chgData name="VIkram Goyal" userId="4529b0165c9307b1" providerId="LiveId" clId="{697E15A4-21D4-47E2-9C79-C70DAE4A1DFB}" dt="2022-01-20T04:13:34.839" v="6870"/>
          <ac:grpSpMkLst>
            <pc:docMk/>
            <pc:sldMk cId="1122811718" sldId="272"/>
            <ac:grpSpMk id="159" creationId="{1AABA1C7-6E17-457E-8A9F-5F3EEEA26714}"/>
          </ac:grpSpMkLst>
        </pc:grpChg>
        <pc:grpChg chg="del mod">
          <ac:chgData name="VIkram Goyal" userId="4529b0165c9307b1" providerId="LiveId" clId="{697E15A4-21D4-47E2-9C79-C70DAE4A1DFB}" dt="2022-01-20T04:13:34.839" v="6870"/>
          <ac:grpSpMkLst>
            <pc:docMk/>
            <pc:sldMk cId="1122811718" sldId="272"/>
            <ac:grpSpMk id="160" creationId="{89F85E37-9590-4090-8F93-F0A33150110E}"/>
          </ac:grpSpMkLst>
        </pc:grpChg>
        <pc:grpChg chg="del mod">
          <ac:chgData name="VIkram Goyal" userId="4529b0165c9307b1" providerId="LiveId" clId="{697E15A4-21D4-47E2-9C79-C70DAE4A1DFB}" dt="2022-01-20T04:13:38.944" v="6874"/>
          <ac:grpSpMkLst>
            <pc:docMk/>
            <pc:sldMk cId="1122811718" sldId="272"/>
            <ac:grpSpMk id="163" creationId="{8C79BBE4-1543-4E25-8668-79914A232F0B}"/>
          </ac:grpSpMkLst>
        </pc:grpChg>
        <pc:grpChg chg="del mod">
          <ac:chgData name="VIkram Goyal" userId="4529b0165c9307b1" providerId="LiveId" clId="{697E15A4-21D4-47E2-9C79-C70DAE4A1DFB}" dt="2022-01-25T04:45:25.042" v="6964"/>
          <ac:grpSpMkLst>
            <pc:docMk/>
            <pc:sldMk cId="1122811718" sldId="272"/>
            <ac:grpSpMk id="167" creationId="{9FB37B1E-1702-4C22-A2C9-62424725DB45}"/>
          </ac:grpSpMkLst>
        </pc:grpChg>
        <pc:grpChg chg="del mod">
          <ac:chgData name="VIkram Goyal" userId="4529b0165c9307b1" providerId="LiveId" clId="{697E15A4-21D4-47E2-9C79-C70DAE4A1DFB}" dt="2022-01-20T04:13:42.168" v="6878"/>
          <ac:grpSpMkLst>
            <pc:docMk/>
            <pc:sldMk cId="1122811718" sldId="272"/>
            <ac:grpSpMk id="167" creationId="{BD6201F7-5914-4530-8D40-2CDFFF4498F5}"/>
          </ac:grpSpMkLst>
        </pc:grpChg>
        <pc:grpChg chg="del mod">
          <ac:chgData name="VIkram Goyal" userId="4529b0165c9307b1" providerId="LiveId" clId="{697E15A4-21D4-47E2-9C79-C70DAE4A1DFB}" dt="2022-01-20T04:13:49.873" v="6885"/>
          <ac:grpSpMkLst>
            <pc:docMk/>
            <pc:sldMk cId="1122811718" sldId="272"/>
            <ac:grpSpMk id="171" creationId="{F9DB89FF-EB34-4129-9EF6-C39CE4210B17}"/>
          </ac:grpSpMkLst>
        </pc:grpChg>
        <pc:grpChg chg="del mod">
          <ac:chgData name="VIkram Goyal" userId="4529b0165c9307b1" providerId="LiveId" clId="{697E15A4-21D4-47E2-9C79-C70DAE4A1DFB}" dt="2022-01-20T04:13:52.726" v="6887"/>
          <ac:grpSpMkLst>
            <pc:docMk/>
            <pc:sldMk cId="1122811718" sldId="272"/>
            <ac:grpSpMk id="178" creationId="{09368BB8-43FD-450A-B11E-F10E6A9D5EA3}"/>
          </ac:grpSpMkLst>
        </pc:grpChg>
        <pc:grpChg chg="del mod">
          <ac:chgData name="VIkram Goyal" userId="4529b0165c9307b1" providerId="LiveId" clId="{697E15A4-21D4-47E2-9C79-C70DAE4A1DFB}" dt="2022-01-25T04:45:27.112" v="6967"/>
          <ac:grpSpMkLst>
            <pc:docMk/>
            <pc:sldMk cId="1122811718" sldId="272"/>
            <ac:grpSpMk id="180" creationId="{0248241A-2888-4295-87B1-6324F969B469}"/>
          </ac:grpSpMkLst>
        </pc:grpChg>
        <pc:grpChg chg="del mod">
          <ac:chgData name="VIkram Goyal" userId="4529b0165c9307b1" providerId="LiveId" clId="{697E15A4-21D4-47E2-9C79-C70DAE4A1DFB}" dt="2022-01-20T04:14:03.654" v="6890"/>
          <ac:grpSpMkLst>
            <pc:docMk/>
            <pc:sldMk cId="1122811718" sldId="272"/>
            <ac:grpSpMk id="180" creationId="{C57C8012-7A2F-4E49-A28B-A936C76EAD39}"/>
          </ac:grpSpMkLst>
        </pc:grpChg>
        <pc:grpChg chg="del mod">
          <ac:chgData name="VIkram Goyal" userId="4529b0165c9307b1" providerId="LiveId" clId="{697E15A4-21D4-47E2-9C79-C70DAE4A1DFB}" dt="2022-01-20T04:14:07.651" v="6892"/>
          <ac:grpSpMkLst>
            <pc:docMk/>
            <pc:sldMk cId="1122811718" sldId="272"/>
            <ac:grpSpMk id="183" creationId="{B2A0F265-4AC8-4342-883D-60F8C6542AD4}"/>
          </ac:grpSpMkLst>
        </pc:grpChg>
        <pc:grpChg chg="del mod">
          <ac:chgData name="VIkram Goyal" userId="4529b0165c9307b1" providerId="LiveId" clId="{697E15A4-21D4-47E2-9C79-C70DAE4A1DFB}" dt="2022-01-20T04:17:20.629" v="6918"/>
          <ac:grpSpMkLst>
            <pc:docMk/>
            <pc:sldMk cId="1122811718" sldId="272"/>
            <ac:grpSpMk id="185" creationId="{91BE3B8B-29F5-496D-A8AA-E44ECCF84524}"/>
          </ac:grpSpMkLst>
        </pc:grpChg>
        <pc:grpChg chg="del mod">
          <ac:chgData name="VIkram Goyal" userId="4529b0165c9307b1" providerId="LiveId" clId="{697E15A4-21D4-47E2-9C79-C70DAE4A1DFB}" dt="2022-01-25T04:44:16.469" v="6921" actId="478"/>
          <ac:grpSpMkLst>
            <pc:docMk/>
            <pc:sldMk cId="1122811718" sldId="272"/>
            <ac:grpSpMk id="188" creationId="{3A1DA980-8EEE-4120-8DC3-56A1CE7D3557}"/>
          </ac:grpSpMkLst>
        </pc:grpChg>
        <pc:grpChg chg="del mod">
          <ac:chgData name="VIkram Goyal" userId="4529b0165c9307b1" providerId="LiveId" clId="{697E15A4-21D4-47E2-9C79-C70DAE4A1DFB}" dt="2022-01-25T04:45:29.166" v="6970"/>
          <ac:grpSpMkLst>
            <pc:docMk/>
            <pc:sldMk cId="1122811718" sldId="272"/>
            <ac:grpSpMk id="189" creationId="{BC0B3C53-25FA-4000-8543-C2E166D6CC02}"/>
          </ac:grpSpMkLst>
        </pc:grpChg>
        <pc:grpChg chg="del mod">
          <ac:chgData name="VIkram Goyal" userId="4529b0165c9307b1" providerId="LiveId" clId="{697E15A4-21D4-47E2-9C79-C70DAE4A1DFB}" dt="2022-01-25T04:45:32.766" v="6973"/>
          <ac:grpSpMkLst>
            <pc:docMk/>
            <pc:sldMk cId="1122811718" sldId="272"/>
            <ac:grpSpMk id="192" creationId="{60D36BC3-7654-44BC-8C58-15821232E240}"/>
          </ac:grpSpMkLst>
        </pc:grpChg>
        <pc:grpChg chg="del mod">
          <ac:chgData name="VIkram Goyal" userId="4529b0165c9307b1" providerId="LiveId" clId="{697E15A4-21D4-47E2-9C79-C70DAE4A1DFB}" dt="2022-01-25T04:45:37.161" v="6978"/>
          <ac:grpSpMkLst>
            <pc:docMk/>
            <pc:sldMk cId="1122811718" sldId="272"/>
            <ac:grpSpMk id="195" creationId="{A67F0503-915F-4E0F-B21F-174156D20479}"/>
          </ac:grpSpMkLst>
        </pc:grpChg>
        <pc:grpChg chg="del mod">
          <ac:chgData name="VIkram Goyal" userId="4529b0165c9307b1" providerId="LiveId" clId="{697E15A4-21D4-47E2-9C79-C70DAE4A1DFB}" dt="2022-01-25T04:46:02.031" v="7012"/>
          <ac:grpSpMkLst>
            <pc:docMk/>
            <pc:sldMk cId="1122811718" sldId="272"/>
            <ac:grpSpMk id="200" creationId="{341EBD75-2270-41D3-9F92-BC293CE3573E}"/>
          </ac:grpSpMkLst>
        </pc:grpChg>
        <pc:grpChg chg="del mod">
          <ac:chgData name="VIkram Goyal" userId="4529b0165c9307b1" providerId="LiveId" clId="{697E15A4-21D4-47E2-9C79-C70DAE4A1DFB}" dt="2022-01-25T04:46:02.031" v="7012"/>
          <ac:grpSpMkLst>
            <pc:docMk/>
            <pc:sldMk cId="1122811718" sldId="272"/>
            <ac:grpSpMk id="205" creationId="{E3D6D986-8ED2-49FC-B7E3-CB1D2CA254DD}"/>
          </ac:grpSpMkLst>
        </pc:grpChg>
        <pc:grpChg chg="del mod">
          <ac:chgData name="VIkram Goyal" userId="4529b0165c9307b1" providerId="LiveId" clId="{697E15A4-21D4-47E2-9C79-C70DAE4A1DFB}" dt="2022-01-25T04:45:47.567" v="6991"/>
          <ac:grpSpMkLst>
            <pc:docMk/>
            <pc:sldMk cId="1122811718" sldId="272"/>
            <ac:grpSpMk id="210" creationId="{E5C5CCA8-5261-47E2-BDAB-7430B45691A1}"/>
          </ac:grpSpMkLst>
        </pc:grpChg>
        <pc:grpChg chg="del mod">
          <ac:chgData name="VIkram Goyal" userId="4529b0165c9307b1" providerId="LiveId" clId="{697E15A4-21D4-47E2-9C79-C70DAE4A1DFB}" dt="2022-01-25T04:45:49.794" v="6994"/>
          <ac:grpSpMkLst>
            <pc:docMk/>
            <pc:sldMk cId="1122811718" sldId="272"/>
            <ac:grpSpMk id="213" creationId="{F0A1F27E-1BFF-4B54-9212-CF43D29FD804}"/>
          </ac:grpSpMkLst>
        </pc:grpChg>
        <pc:grpChg chg="del mod">
          <ac:chgData name="VIkram Goyal" userId="4529b0165c9307b1" providerId="LiveId" clId="{697E15A4-21D4-47E2-9C79-C70DAE4A1DFB}" dt="2022-01-25T04:45:51.762" v="6997"/>
          <ac:grpSpMkLst>
            <pc:docMk/>
            <pc:sldMk cId="1122811718" sldId="272"/>
            <ac:grpSpMk id="216" creationId="{E29A0FEA-58D1-4444-9199-BF3F352E7250}"/>
          </ac:grpSpMkLst>
        </pc:grpChg>
        <pc:grpChg chg="del mod">
          <ac:chgData name="VIkram Goyal" userId="4529b0165c9307b1" providerId="LiveId" clId="{697E15A4-21D4-47E2-9C79-C70DAE4A1DFB}" dt="2022-01-25T04:45:54.293" v="7000"/>
          <ac:grpSpMkLst>
            <pc:docMk/>
            <pc:sldMk cId="1122811718" sldId="272"/>
            <ac:grpSpMk id="219" creationId="{30CC86BD-987D-4251-A8A2-C4803C9BB628}"/>
          </ac:grpSpMkLst>
        </pc:grpChg>
        <pc:grpChg chg="del mod">
          <ac:chgData name="VIkram Goyal" userId="4529b0165c9307b1" providerId="LiveId" clId="{697E15A4-21D4-47E2-9C79-C70DAE4A1DFB}" dt="2022-01-25T04:45:56.094" v="7002"/>
          <ac:grpSpMkLst>
            <pc:docMk/>
            <pc:sldMk cId="1122811718" sldId="272"/>
            <ac:grpSpMk id="222" creationId="{ABAA437F-8903-4CDD-93EA-839031F8490D}"/>
          </ac:grpSpMkLst>
        </pc:grpChg>
        <pc:grpChg chg="del mod">
          <ac:chgData name="VIkram Goyal" userId="4529b0165c9307b1" providerId="LiveId" clId="{697E15A4-21D4-47E2-9C79-C70DAE4A1DFB}" dt="2022-01-25T04:46:02.031" v="7012"/>
          <ac:grpSpMkLst>
            <pc:docMk/>
            <pc:sldMk cId="1122811718" sldId="272"/>
            <ac:grpSpMk id="224" creationId="{3D669AA8-F2BD-4647-8D43-F8CE315C38B9}"/>
          </ac:grpSpMkLst>
        </pc:grpChg>
        <pc:grpChg chg="del mod">
          <ac:chgData name="VIkram Goyal" userId="4529b0165c9307b1" providerId="LiveId" clId="{697E15A4-21D4-47E2-9C79-C70DAE4A1DFB}" dt="2022-01-25T04:46:05.779" v="7015"/>
          <ac:grpSpMkLst>
            <pc:docMk/>
            <pc:sldMk cId="1122811718" sldId="272"/>
            <ac:grpSpMk id="234" creationId="{C09B2AE1-CD0A-4413-BDC2-CD70D0E876CA}"/>
          </ac:grpSpMkLst>
        </pc:grpChg>
        <pc:grpChg chg="del mod">
          <ac:chgData name="VIkram Goyal" userId="4529b0165c9307b1" providerId="LiveId" clId="{697E15A4-21D4-47E2-9C79-C70DAE4A1DFB}" dt="2022-01-25T04:46:09.894" v="7021"/>
          <ac:grpSpMkLst>
            <pc:docMk/>
            <pc:sldMk cId="1122811718" sldId="272"/>
            <ac:grpSpMk id="237" creationId="{B86EDCF5-F6E7-4379-8F25-B97A33A22915}"/>
          </ac:grpSpMkLst>
        </pc:grpChg>
        <pc:grpChg chg="del mod">
          <ac:chgData name="VIkram Goyal" userId="4529b0165c9307b1" providerId="LiveId" clId="{697E15A4-21D4-47E2-9C79-C70DAE4A1DFB}" dt="2022-01-25T04:46:18.068" v="7025"/>
          <ac:grpSpMkLst>
            <pc:docMk/>
            <pc:sldMk cId="1122811718" sldId="272"/>
            <ac:grpSpMk id="243" creationId="{52B17503-E141-4B77-9E71-391632DBC566}"/>
          </ac:grpSpMkLst>
        </pc:grpChg>
        <pc:grpChg chg="del mod">
          <ac:chgData name="VIkram Goyal" userId="4529b0165c9307b1" providerId="LiveId" clId="{697E15A4-21D4-47E2-9C79-C70DAE4A1DFB}" dt="2022-01-25T04:46:25.116" v="7028"/>
          <ac:grpSpMkLst>
            <pc:docMk/>
            <pc:sldMk cId="1122811718" sldId="272"/>
            <ac:grpSpMk id="247" creationId="{226112D6-A063-4745-AE43-C31ECA04F7C3}"/>
          </ac:grpSpMkLst>
        </pc:grpChg>
        <pc:grpChg chg="del mod">
          <ac:chgData name="VIkram Goyal" userId="4529b0165c9307b1" providerId="LiveId" clId="{697E15A4-21D4-47E2-9C79-C70DAE4A1DFB}" dt="2022-01-25T04:46:28.462" v="7031"/>
          <ac:grpSpMkLst>
            <pc:docMk/>
            <pc:sldMk cId="1122811718" sldId="272"/>
            <ac:grpSpMk id="250" creationId="{E673C89B-2D14-4D8F-8862-F34ADC6F0818}"/>
          </ac:grpSpMkLst>
        </pc:grpChg>
        <pc:grpChg chg="del mod">
          <ac:chgData name="VIkram Goyal" userId="4529b0165c9307b1" providerId="LiveId" clId="{697E15A4-21D4-47E2-9C79-C70DAE4A1DFB}" dt="2022-01-25T04:46:30.483" v="7033"/>
          <ac:grpSpMkLst>
            <pc:docMk/>
            <pc:sldMk cId="1122811718" sldId="272"/>
            <ac:grpSpMk id="253" creationId="{581A56E8-7DAD-417F-A5E3-FCF76BEF8B95}"/>
          </ac:grpSpMkLst>
        </pc:grpChg>
        <pc:grpChg chg="del mod">
          <ac:chgData name="VIkram Goyal" userId="4529b0165c9307b1" providerId="LiveId" clId="{697E15A4-21D4-47E2-9C79-C70DAE4A1DFB}" dt="2022-01-25T04:46:32.861" v="7036"/>
          <ac:grpSpMkLst>
            <pc:docMk/>
            <pc:sldMk cId="1122811718" sldId="272"/>
            <ac:grpSpMk id="255" creationId="{EB2CB9D4-81E6-4FA1-852E-5B734110BBBF}"/>
          </ac:grpSpMkLst>
        </pc:grpChg>
        <pc:grpChg chg="del mod">
          <ac:chgData name="VIkram Goyal" userId="4529b0165c9307b1" providerId="LiveId" clId="{697E15A4-21D4-47E2-9C79-C70DAE4A1DFB}" dt="2022-01-25T04:46:36.399" v="7038"/>
          <ac:grpSpMkLst>
            <pc:docMk/>
            <pc:sldMk cId="1122811718" sldId="272"/>
            <ac:grpSpMk id="258" creationId="{033236B5-2271-4E5C-AC1E-E843A621B1E8}"/>
          </ac:grpSpMkLst>
        </pc:grpChg>
        <pc:grpChg chg="del mod">
          <ac:chgData name="VIkram Goyal" userId="4529b0165c9307b1" providerId="LiveId" clId="{697E15A4-21D4-47E2-9C79-C70DAE4A1DFB}" dt="2022-01-25T04:46:37.736" v="7040"/>
          <ac:grpSpMkLst>
            <pc:docMk/>
            <pc:sldMk cId="1122811718" sldId="272"/>
            <ac:grpSpMk id="260" creationId="{1770C3B1-606C-4F6E-83F5-308857C63D95}"/>
          </ac:grpSpMkLst>
        </pc:grpChg>
        <pc:grpChg chg="del mod">
          <ac:chgData name="VIkram Goyal" userId="4529b0165c9307b1" providerId="LiveId" clId="{697E15A4-21D4-47E2-9C79-C70DAE4A1DFB}" dt="2022-01-25T04:46:47.292" v="7043"/>
          <ac:grpSpMkLst>
            <pc:docMk/>
            <pc:sldMk cId="1122811718" sldId="272"/>
            <ac:grpSpMk id="262" creationId="{6FEC3D7B-EFA1-4DF7-AAE4-6B0353291F86}"/>
          </ac:grpSpMkLst>
        </pc:grpChg>
        <pc:grpChg chg="del mod">
          <ac:chgData name="VIkram Goyal" userId="4529b0165c9307b1" providerId="LiveId" clId="{697E15A4-21D4-47E2-9C79-C70DAE4A1DFB}" dt="2022-01-25T04:47:09.172" v="7049"/>
          <ac:grpSpMkLst>
            <pc:docMk/>
            <pc:sldMk cId="1122811718" sldId="272"/>
            <ac:grpSpMk id="265" creationId="{869E424E-BA34-4090-9744-B9FE1A3FF6B2}"/>
          </ac:grpSpMkLst>
        </pc:grpChg>
        <pc:grpChg chg="del mod">
          <ac:chgData name="VIkram Goyal" userId="4529b0165c9307b1" providerId="LiveId" clId="{697E15A4-21D4-47E2-9C79-C70DAE4A1DFB}" dt="2022-01-25T04:47:09.172" v="7049"/>
          <ac:grpSpMkLst>
            <pc:docMk/>
            <pc:sldMk cId="1122811718" sldId="272"/>
            <ac:grpSpMk id="269" creationId="{F3AF145C-036E-4618-B8C5-25ECFB4B44B0}"/>
          </ac:grpSpMkLst>
        </pc:grpChg>
        <pc:grpChg chg="del mod">
          <ac:chgData name="VIkram Goyal" userId="4529b0165c9307b1" providerId="LiveId" clId="{697E15A4-21D4-47E2-9C79-C70DAE4A1DFB}" dt="2022-01-25T04:50:47.376" v="7151" actId="478"/>
          <ac:grpSpMkLst>
            <pc:docMk/>
            <pc:sldMk cId="1122811718" sldId="272"/>
            <ac:grpSpMk id="271" creationId="{3F28CA7B-BC48-4C51-A3B9-D40CCBAD4666}"/>
          </ac:grpSpMkLst>
        </pc:grpChg>
        <pc:grpChg chg="del mod">
          <ac:chgData name="VIkram Goyal" userId="4529b0165c9307b1" providerId="LiveId" clId="{697E15A4-21D4-47E2-9C79-C70DAE4A1DFB}" dt="2022-01-25T04:51:00.415" v="7157"/>
          <ac:grpSpMkLst>
            <pc:docMk/>
            <pc:sldMk cId="1122811718" sldId="272"/>
            <ac:grpSpMk id="274" creationId="{485F037D-C3CF-4FA3-BC61-1C3052B8EBA6}"/>
          </ac:grpSpMkLst>
        </pc:grpChg>
        <pc:grpChg chg="del mod">
          <ac:chgData name="VIkram Goyal" userId="4529b0165c9307b1" providerId="LiveId" clId="{697E15A4-21D4-47E2-9C79-C70DAE4A1DFB}" dt="2022-01-25T04:51:01.403" v="7160"/>
          <ac:grpSpMkLst>
            <pc:docMk/>
            <pc:sldMk cId="1122811718" sldId="272"/>
            <ac:grpSpMk id="277" creationId="{07D0D5CF-C0B8-4FE3-A7B9-76DB91491944}"/>
          </ac:grpSpMkLst>
        </pc:grpChg>
        <pc:grpChg chg="del mod">
          <ac:chgData name="VIkram Goyal" userId="4529b0165c9307b1" providerId="LiveId" clId="{697E15A4-21D4-47E2-9C79-C70DAE4A1DFB}" dt="2022-01-25T04:51:29.036" v="7178" actId="478"/>
          <ac:grpSpMkLst>
            <pc:docMk/>
            <pc:sldMk cId="1122811718" sldId="272"/>
            <ac:grpSpMk id="280" creationId="{7C373A76-E8EE-4807-958F-6EFBB375DCAB}"/>
          </ac:grpSpMkLst>
        </pc:grpChg>
        <pc:grpChg chg="del mod">
          <ac:chgData name="VIkram Goyal" userId="4529b0165c9307b1" providerId="LiveId" clId="{697E15A4-21D4-47E2-9C79-C70DAE4A1DFB}" dt="2022-01-25T04:51:37.044" v="7181" actId="478"/>
          <ac:grpSpMkLst>
            <pc:docMk/>
            <pc:sldMk cId="1122811718" sldId="272"/>
            <ac:grpSpMk id="283" creationId="{31505975-0E89-4652-9A72-B732C01DE3A9}"/>
          </ac:grpSpMkLst>
        </pc:grpChg>
        <pc:grpChg chg="del mod">
          <ac:chgData name="VIkram Goyal" userId="4529b0165c9307b1" providerId="LiveId" clId="{697E15A4-21D4-47E2-9C79-C70DAE4A1DFB}" dt="2022-01-25T04:51:33.321" v="7180" actId="478"/>
          <ac:grpSpMkLst>
            <pc:docMk/>
            <pc:sldMk cId="1122811718" sldId="272"/>
            <ac:grpSpMk id="287" creationId="{E5237459-BF81-4CCB-A0C0-9B436166BEA1}"/>
          </ac:grpSpMkLst>
        </pc:grpChg>
        <pc:grpChg chg="del mod">
          <ac:chgData name="VIkram Goyal" userId="4529b0165c9307b1" providerId="LiveId" clId="{697E15A4-21D4-47E2-9C79-C70DAE4A1DFB}" dt="2022-01-25T04:51:16.797" v="7173"/>
          <ac:grpSpMkLst>
            <pc:docMk/>
            <pc:sldMk cId="1122811718" sldId="272"/>
            <ac:grpSpMk id="290" creationId="{A49FBCC3-DFC7-4156-8D96-5F0F8131D8B2}"/>
          </ac:grpSpMkLst>
        </pc:grpChg>
        <pc:grpChg chg="del mod">
          <ac:chgData name="VIkram Goyal" userId="4529b0165c9307b1" providerId="LiveId" clId="{697E15A4-21D4-47E2-9C79-C70DAE4A1DFB}" dt="2022-01-25T04:51:39.121" v="7182" actId="478"/>
          <ac:grpSpMkLst>
            <pc:docMk/>
            <pc:sldMk cId="1122811718" sldId="272"/>
            <ac:grpSpMk id="293" creationId="{E0B7848F-B9D0-4277-BCED-F769C28BFB30}"/>
          </ac:grpSpMkLst>
        </pc:grpChg>
        <pc:grpChg chg="del mod">
          <ac:chgData name="VIkram Goyal" userId="4529b0165c9307b1" providerId="LiveId" clId="{697E15A4-21D4-47E2-9C79-C70DAE4A1DFB}" dt="2022-01-25T04:51:42.465" v="7183" actId="478"/>
          <ac:grpSpMkLst>
            <pc:docMk/>
            <pc:sldMk cId="1122811718" sldId="272"/>
            <ac:grpSpMk id="296" creationId="{9D215099-743E-45FD-82E4-B89556592D6F}"/>
          </ac:grpSpMkLst>
        </pc:grpChg>
        <pc:grpChg chg="del mod">
          <ac:chgData name="VIkram Goyal" userId="4529b0165c9307b1" providerId="LiveId" clId="{697E15A4-21D4-47E2-9C79-C70DAE4A1DFB}" dt="2022-01-25T04:51:52.261" v="7194"/>
          <ac:grpSpMkLst>
            <pc:docMk/>
            <pc:sldMk cId="1122811718" sldId="272"/>
            <ac:grpSpMk id="301" creationId="{4DA98446-E58E-4419-BC0D-D968B8BF2C76}"/>
          </ac:grpSpMkLst>
        </pc:grpChg>
        <pc:grpChg chg="del mod">
          <ac:chgData name="VIkram Goyal" userId="4529b0165c9307b1" providerId="LiveId" clId="{697E15A4-21D4-47E2-9C79-C70DAE4A1DFB}" dt="2022-01-25T04:51:55.237" v="7198"/>
          <ac:grpSpMkLst>
            <pc:docMk/>
            <pc:sldMk cId="1122811718" sldId="272"/>
            <ac:grpSpMk id="306" creationId="{CB2F650C-D695-48C6-96E6-64C2D4229ACC}"/>
          </ac:grpSpMkLst>
        </pc:grpChg>
        <pc:grpChg chg="del mod">
          <ac:chgData name="VIkram Goyal" userId="4529b0165c9307b1" providerId="LiveId" clId="{697E15A4-21D4-47E2-9C79-C70DAE4A1DFB}" dt="2022-01-25T04:51:55.237" v="7198"/>
          <ac:grpSpMkLst>
            <pc:docMk/>
            <pc:sldMk cId="1122811718" sldId="272"/>
            <ac:grpSpMk id="307" creationId="{B377BBEB-BFB0-4089-9DA4-5479A7F79C9E}"/>
          </ac:grpSpMkLst>
        </pc:grpChg>
        <pc:grpChg chg="del mod">
          <ac:chgData name="VIkram Goyal" userId="4529b0165c9307b1" providerId="LiveId" clId="{697E15A4-21D4-47E2-9C79-C70DAE4A1DFB}" dt="2022-01-25T04:52:17.516" v="7215"/>
          <ac:grpSpMkLst>
            <pc:docMk/>
            <pc:sldMk cId="1122811718" sldId="272"/>
            <ac:grpSpMk id="311" creationId="{17C7CB94-9165-4A3A-89AF-03EAD4EB8174}"/>
          </ac:grpSpMkLst>
        </pc:grpChg>
        <pc:grpChg chg="del mod">
          <ac:chgData name="VIkram Goyal" userId="4529b0165c9307b1" providerId="LiveId" clId="{697E15A4-21D4-47E2-9C79-C70DAE4A1DFB}" dt="2022-01-25T04:52:04.741" v="7204"/>
          <ac:grpSpMkLst>
            <pc:docMk/>
            <pc:sldMk cId="1122811718" sldId="272"/>
            <ac:grpSpMk id="315" creationId="{BC2B221A-7CFD-4459-B6B5-9E95B83F63BD}"/>
          </ac:grpSpMkLst>
        </pc:grpChg>
        <pc:grpChg chg="del mod">
          <ac:chgData name="VIkram Goyal" userId="4529b0165c9307b1" providerId="LiveId" clId="{697E15A4-21D4-47E2-9C79-C70DAE4A1DFB}" dt="2022-01-25T04:52:23.833" v="7218"/>
          <ac:grpSpMkLst>
            <pc:docMk/>
            <pc:sldMk cId="1122811718" sldId="272"/>
            <ac:grpSpMk id="317" creationId="{A2D0276B-BB66-4F62-8CC8-4CC4DE4E61A9}"/>
          </ac:grpSpMkLst>
        </pc:grpChg>
        <pc:grpChg chg="del mod">
          <ac:chgData name="VIkram Goyal" userId="4529b0165c9307b1" providerId="LiveId" clId="{697E15A4-21D4-47E2-9C79-C70DAE4A1DFB}" dt="2022-01-25T04:52:17.516" v="7215"/>
          <ac:grpSpMkLst>
            <pc:docMk/>
            <pc:sldMk cId="1122811718" sldId="272"/>
            <ac:grpSpMk id="320" creationId="{47BABD54-0321-4A8B-B43A-813C5C1C3971}"/>
          </ac:grpSpMkLst>
        </pc:grpChg>
        <pc:grpChg chg="del mod">
          <ac:chgData name="VIkram Goyal" userId="4529b0165c9307b1" providerId="LiveId" clId="{697E15A4-21D4-47E2-9C79-C70DAE4A1DFB}" dt="2022-01-25T04:52:23.833" v="7218"/>
          <ac:grpSpMkLst>
            <pc:docMk/>
            <pc:sldMk cId="1122811718" sldId="272"/>
            <ac:grpSpMk id="328" creationId="{5F874067-A7AE-4172-AD94-CDA332F727E9}"/>
          </ac:grpSpMkLst>
        </pc:grpChg>
        <pc:grpChg chg="del mod">
          <ac:chgData name="VIkram Goyal" userId="4529b0165c9307b1" providerId="LiveId" clId="{697E15A4-21D4-47E2-9C79-C70DAE4A1DFB}" dt="2022-01-25T04:52:41.091" v="7232"/>
          <ac:grpSpMkLst>
            <pc:docMk/>
            <pc:sldMk cId="1122811718" sldId="272"/>
            <ac:grpSpMk id="331" creationId="{AD5C46E8-24E1-4B7C-99D5-C17493EB458C}"/>
          </ac:grpSpMkLst>
        </pc:grpChg>
        <pc:grpChg chg="del mod">
          <ac:chgData name="VIkram Goyal" userId="4529b0165c9307b1" providerId="LiveId" clId="{697E15A4-21D4-47E2-9C79-C70DAE4A1DFB}" dt="2022-01-25T04:52:41.091" v="7232"/>
          <ac:grpSpMkLst>
            <pc:docMk/>
            <pc:sldMk cId="1122811718" sldId="272"/>
            <ac:grpSpMk id="341" creationId="{0884F529-16EF-42CA-884A-0333B6978B20}"/>
          </ac:grpSpMkLst>
        </pc:grpChg>
        <pc:grpChg chg="del mod">
          <ac:chgData name="VIkram Goyal" userId="4529b0165c9307b1" providerId="LiveId" clId="{697E15A4-21D4-47E2-9C79-C70DAE4A1DFB}" dt="2022-01-25T04:52:42.892" v="7235"/>
          <ac:grpSpMkLst>
            <pc:docMk/>
            <pc:sldMk cId="1122811718" sldId="272"/>
            <ac:grpSpMk id="344" creationId="{802EFA23-4395-4CE8-A385-220B291CD584}"/>
          </ac:grpSpMkLst>
        </pc:grpChg>
        <pc:grpChg chg="del mod">
          <ac:chgData name="VIkram Goyal" userId="4529b0165c9307b1" providerId="LiveId" clId="{697E15A4-21D4-47E2-9C79-C70DAE4A1DFB}" dt="2022-01-25T04:53:37.638" v="7239"/>
          <ac:grpSpMkLst>
            <pc:docMk/>
            <pc:sldMk cId="1122811718" sldId="272"/>
            <ac:grpSpMk id="347" creationId="{5D605C06-6DBA-4B1E-A89B-12703363DF9F}"/>
          </ac:grpSpMkLst>
        </pc:grpChg>
        <pc:grpChg chg="del mod">
          <ac:chgData name="VIkram Goyal" userId="4529b0165c9307b1" providerId="LiveId" clId="{697E15A4-21D4-47E2-9C79-C70DAE4A1DFB}" dt="2022-01-25T04:54:00.244" v="7269"/>
          <ac:grpSpMkLst>
            <pc:docMk/>
            <pc:sldMk cId="1122811718" sldId="272"/>
            <ac:grpSpMk id="351" creationId="{D7A7C1BF-6243-4DA2-A3C9-EB1C302E466C}"/>
          </ac:grpSpMkLst>
        </pc:grpChg>
        <pc:grpChg chg="del mod">
          <ac:chgData name="VIkram Goyal" userId="4529b0165c9307b1" providerId="LiveId" clId="{697E15A4-21D4-47E2-9C79-C70DAE4A1DFB}" dt="2022-01-25T04:54:01.837" v="7272"/>
          <ac:grpSpMkLst>
            <pc:docMk/>
            <pc:sldMk cId="1122811718" sldId="272"/>
            <ac:grpSpMk id="381" creationId="{719960A0-01C9-4B23-80FA-5AC2CA07DD12}"/>
          </ac:grpSpMkLst>
        </pc:grpChg>
        <pc:grpChg chg="del mod">
          <ac:chgData name="VIkram Goyal" userId="4529b0165c9307b1" providerId="LiveId" clId="{697E15A4-21D4-47E2-9C79-C70DAE4A1DFB}" dt="2022-01-25T04:54:18.994" v="7275"/>
          <ac:grpSpMkLst>
            <pc:docMk/>
            <pc:sldMk cId="1122811718" sldId="272"/>
            <ac:grpSpMk id="384" creationId="{CB64E06B-9472-46B9-8165-0BE8A947F53A}"/>
          </ac:grpSpMkLst>
        </pc:grpChg>
        <pc:grpChg chg="del mod">
          <ac:chgData name="VIkram Goyal" userId="4529b0165c9307b1" providerId="LiveId" clId="{697E15A4-21D4-47E2-9C79-C70DAE4A1DFB}" dt="2022-01-25T04:54:25.246" v="7278"/>
          <ac:grpSpMkLst>
            <pc:docMk/>
            <pc:sldMk cId="1122811718" sldId="272"/>
            <ac:grpSpMk id="387" creationId="{3E8B8822-50ED-4A8B-AC1B-68D108C75B50}"/>
          </ac:grpSpMkLst>
        </pc:grpChg>
        <pc:grpChg chg="del mod">
          <ac:chgData name="VIkram Goyal" userId="4529b0165c9307b1" providerId="LiveId" clId="{697E15A4-21D4-47E2-9C79-C70DAE4A1DFB}" dt="2022-01-25T04:54:30.808" v="7279" actId="478"/>
          <ac:grpSpMkLst>
            <pc:docMk/>
            <pc:sldMk cId="1122811718" sldId="272"/>
            <ac:grpSpMk id="390" creationId="{62445FE8-8CE8-49D9-98BB-4EFB05DDD882}"/>
          </ac:grpSpMkLst>
        </pc:grpChg>
        <pc:grpChg chg="del mod">
          <ac:chgData name="VIkram Goyal" userId="4529b0165c9307b1" providerId="LiveId" clId="{697E15A4-21D4-47E2-9C79-C70DAE4A1DFB}" dt="2022-01-25T04:54:59.235" v="7291"/>
          <ac:grpSpMkLst>
            <pc:docMk/>
            <pc:sldMk cId="1122811718" sldId="272"/>
            <ac:grpSpMk id="395" creationId="{89BD78FB-F68B-4E53-8B9F-DC1FEA7D4A41}"/>
          </ac:grpSpMkLst>
        </pc:grpChg>
        <pc:grpChg chg="del mod">
          <ac:chgData name="VIkram Goyal" userId="4529b0165c9307b1" providerId="LiveId" clId="{697E15A4-21D4-47E2-9C79-C70DAE4A1DFB}" dt="2022-01-25T04:55:01.313" v="7294"/>
          <ac:grpSpMkLst>
            <pc:docMk/>
            <pc:sldMk cId="1122811718" sldId="272"/>
            <ac:grpSpMk id="402" creationId="{310ADDF2-6C9F-4996-9624-9419480E5AE4}"/>
          </ac:grpSpMkLst>
        </pc:grpChg>
        <pc:grpChg chg="del mod">
          <ac:chgData name="VIkram Goyal" userId="4529b0165c9307b1" providerId="LiveId" clId="{697E15A4-21D4-47E2-9C79-C70DAE4A1DFB}" dt="2022-01-25T04:55:01.313" v="7294"/>
          <ac:grpSpMkLst>
            <pc:docMk/>
            <pc:sldMk cId="1122811718" sldId="272"/>
            <ac:grpSpMk id="403" creationId="{B31A26B0-9044-462D-AD3B-AAECCDAEAAB1}"/>
          </ac:grpSpMkLst>
        </pc:grpChg>
        <pc:grpChg chg="del mod">
          <ac:chgData name="VIkram Goyal" userId="4529b0165c9307b1" providerId="LiveId" clId="{697E15A4-21D4-47E2-9C79-C70DAE4A1DFB}" dt="2022-01-25T04:55:15.116" v="7314"/>
          <ac:grpSpMkLst>
            <pc:docMk/>
            <pc:sldMk cId="1122811718" sldId="272"/>
            <ac:grpSpMk id="406" creationId="{484CF092-3289-4E69-BE19-EEB7CA3915F8}"/>
          </ac:grpSpMkLst>
        </pc:grpChg>
        <pc:grpChg chg="del mod">
          <ac:chgData name="VIkram Goyal" userId="4529b0165c9307b1" providerId="LiveId" clId="{697E15A4-21D4-47E2-9C79-C70DAE4A1DFB}" dt="2022-01-25T04:55:10.053" v="7306"/>
          <ac:grpSpMkLst>
            <pc:docMk/>
            <pc:sldMk cId="1122811718" sldId="272"/>
            <ac:grpSpMk id="411" creationId="{A2D2F45F-ED78-468A-A11E-96B537BC4011}"/>
          </ac:grpSpMkLst>
        </pc:grpChg>
        <pc:grpChg chg="del mod">
          <ac:chgData name="VIkram Goyal" userId="4529b0165c9307b1" providerId="LiveId" clId="{697E15A4-21D4-47E2-9C79-C70DAE4A1DFB}" dt="2022-01-25T04:55:15.116" v="7314"/>
          <ac:grpSpMkLst>
            <pc:docMk/>
            <pc:sldMk cId="1122811718" sldId="272"/>
            <ac:grpSpMk id="418" creationId="{5745F7F8-1D33-48CB-A80C-C885FF97042A}"/>
          </ac:grpSpMkLst>
        </pc:grpChg>
        <pc:grpChg chg="del mod">
          <ac:chgData name="VIkram Goyal" userId="4529b0165c9307b1" providerId="LiveId" clId="{697E15A4-21D4-47E2-9C79-C70DAE4A1DFB}" dt="2022-01-25T04:55:15.116" v="7314"/>
          <ac:grpSpMkLst>
            <pc:docMk/>
            <pc:sldMk cId="1122811718" sldId="272"/>
            <ac:grpSpMk id="419" creationId="{AED84741-A035-4287-9721-275B0806B539}"/>
          </ac:grpSpMkLst>
        </pc:grpChg>
        <pc:grpChg chg="del mod">
          <ac:chgData name="VIkram Goyal" userId="4529b0165c9307b1" providerId="LiveId" clId="{697E15A4-21D4-47E2-9C79-C70DAE4A1DFB}" dt="2022-01-25T04:55:17.559" v="7318"/>
          <ac:grpSpMkLst>
            <pc:docMk/>
            <pc:sldMk cId="1122811718" sldId="272"/>
            <ac:grpSpMk id="427" creationId="{2A068BAD-DE08-4ECE-B43F-8EBA01D4644D}"/>
          </ac:grpSpMkLst>
        </pc:grpChg>
        <pc:grpChg chg="del mod">
          <ac:chgData name="VIkram Goyal" userId="4529b0165c9307b1" providerId="LiveId" clId="{697E15A4-21D4-47E2-9C79-C70DAE4A1DFB}" dt="2022-01-25T04:55:49.718" v="7322"/>
          <ac:grpSpMkLst>
            <pc:docMk/>
            <pc:sldMk cId="1122811718" sldId="272"/>
            <ac:grpSpMk id="431" creationId="{1FA52855-2F61-45DC-94A3-959794EA80FD}"/>
          </ac:grpSpMkLst>
        </pc:grpChg>
        <pc:grpChg chg="del mod">
          <ac:chgData name="VIkram Goyal" userId="4529b0165c9307b1" providerId="LiveId" clId="{697E15A4-21D4-47E2-9C79-C70DAE4A1DFB}" dt="2022-01-25T04:55:52.208" v="7327"/>
          <ac:grpSpMkLst>
            <pc:docMk/>
            <pc:sldMk cId="1122811718" sldId="272"/>
            <ac:grpSpMk id="435" creationId="{10912257-F1F5-4098-AE03-DE7AEE612892}"/>
          </ac:grpSpMkLst>
        </pc:grpChg>
        <pc:grpChg chg="del mod">
          <ac:chgData name="VIkram Goyal" userId="4529b0165c9307b1" providerId="LiveId" clId="{697E15A4-21D4-47E2-9C79-C70DAE4A1DFB}" dt="2022-01-25T04:55:52.208" v="7327"/>
          <ac:grpSpMkLst>
            <pc:docMk/>
            <pc:sldMk cId="1122811718" sldId="272"/>
            <ac:grpSpMk id="440" creationId="{F809CE44-6526-4C4A-86A8-4649BD597120}"/>
          </ac:grpSpMkLst>
        </pc:grpChg>
        <pc:grpChg chg="del mod">
          <ac:chgData name="VIkram Goyal" userId="4529b0165c9307b1" providerId="LiveId" clId="{697E15A4-21D4-47E2-9C79-C70DAE4A1DFB}" dt="2022-01-25T04:56:18.950" v="7329"/>
          <ac:grpSpMkLst>
            <pc:docMk/>
            <pc:sldMk cId="1122811718" sldId="272"/>
            <ac:grpSpMk id="441" creationId="{068EF9FE-ADF3-4A7B-9E15-CEB72D978CBA}"/>
          </ac:grpSpMkLst>
        </pc:grpChg>
        <pc:grpChg chg="del mod">
          <ac:chgData name="VIkram Goyal" userId="4529b0165c9307b1" providerId="LiveId" clId="{697E15A4-21D4-47E2-9C79-C70DAE4A1DFB}" dt="2022-01-25T04:56:22.195" v="7331"/>
          <ac:grpSpMkLst>
            <pc:docMk/>
            <pc:sldMk cId="1122811718" sldId="272"/>
            <ac:grpSpMk id="443" creationId="{CEC79D9F-ADA7-41BB-B384-2A54C561B060}"/>
          </ac:grpSpMkLst>
        </pc:grpChg>
        <pc:grpChg chg="del mod">
          <ac:chgData name="VIkram Goyal" userId="4529b0165c9307b1" providerId="LiveId" clId="{697E15A4-21D4-47E2-9C79-C70DAE4A1DFB}" dt="2022-01-25T04:56:24.322" v="7333"/>
          <ac:grpSpMkLst>
            <pc:docMk/>
            <pc:sldMk cId="1122811718" sldId="272"/>
            <ac:grpSpMk id="445" creationId="{6C62B709-6729-4E84-AEDE-B40F278CC075}"/>
          </ac:grpSpMkLst>
        </pc:grpChg>
        <pc:grpChg chg="del mod">
          <ac:chgData name="VIkram Goyal" userId="4529b0165c9307b1" providerId="LiveId" clId="{697E15A4-21D4-47E2-9C79-C70DAE4A1DFB}" dt="2022-01-25T04:58:44.387" v="7362"/>
          <ac:grpSpMkLst>
            <pc:docMk/>
            <pc:sldMk cId="1122811718" sldId="272"/>
            <ac:grpSpMk id="447" creationId="{47496634-7C7E-4024-ADCE-828F0565A30B}"/>
          </ac:grpSpMkLst>
        </pc:grpChg>
        <pc:grpChg chg="del mod">
          <ac:chgData name="VIkram Goyal" userId="4529b0165c9307b1" providerId="LiveId" clId="{697E15A4-21D4-47E2-9C79-C70DAE4A1DFB}" dt="2022-01-25T04:58:29.798" v="7343"/>
          <ac:grpSpMkLst>
            <pc:docMk/>
            <pc:sldMk cId="1122811718" sldId="272"/>
            <ac:grpSpMk id="454" creationId="{1170DD93-5643-4607-B08C-9E7F32DEB533}"/>
          </ac:grpSpMkLst>
        </pc:grpChg>
        <pc:grpChg chg="del mod">
          <ac:chgData name="VIkram Goyal" userId="4529b0165c9307b1" providerId="LiveId" clId="{697E15A4-21D4-47E2-9C79-C70DAE4A1DFB}" dt="2022-01-25T04:58:31.634" v="7346"/>
          <ac:grpSpMkLst>
            <pc:docMk/>
            <pc:sldMk cId="1122811718" sldId="272"/>
            <ac:grpSpMk id="457" creationId="{45B7E503-EAA7-4704-82DC-2655B5C6D5DF}"/>
          </ac:grpSpMkLst>
        </pc:grpChg>
        <pc:grpChg chg="del mod">
          <ac:chgData name="VIkram Goyal" userId="4529b0165c9307b1" providerId="LiveId" clId="{697E15A4-21D4-47E2-9C79-C70DAE4A1DFB}" dt="2022-01-25T04:58:39.586" v="7357"/>
          <ac:grpSpMkLst>
            <pc:docMk/>
            <pc:sldMk cId="1122811718" sldId="272"/>
            <ac:grpSpMk id="460" creationId="{3A7F965F-B662-40C4-8C15-9CF0B8327EA1}"/>
          </ac:grpSpMkLst>
        </pc:grpChg>
        <pc:grpChg chg="del mod">
          <ac:chgData name="VIkram Goyal" userId="4529b0165c9307b1" providerId="LiveId" clId="{697E15A4-21D4-47E2-9C79-C70DAE4A1DFB}" dt="2022-01-25T04:58:44.387" v="7362"/>
          <ac:grpSpMkLst>
            <pc:docMk/>
            <pc:sldMk cId="1122811718" sldId="272"/>
            <ac:grpSpMk id="471" creationId="{55FA3DCC-718E-4677-A931-D8921B94E77F}"/>
          </ac:grpSpMkLst>
        </pc:grpChg>
        <pc:grpChg chg="del mod">
          <ac:chgData name="VIkram Goyal" userId="4529b0165c9307b1" providerId="LiveId" clId="{697E15A4-21D4-47E2-9C79-C70DAE4A1DFB}" dt="2022-01-25T04:58:47.034" v="7364"/>
          <ac:grpSpMkLst>
            <pc:docMk/>
            <pc:sldMk cId="1122811718" sldId="272"/>
            <ac:grpSpMk id="476" creationId="{AA61BAB2-D97F-446C-BCE9-31D5A41723DD}"/>
          </ac:grpSpMkLst>
        </pc:grpChg>
        <pc:grpChg chg="del mod">
          <ac:chgData name="VIkram Goyal" userId="4529b0165c9307b1" providerId="LiveId" clId="{697E15A4-21D4-47E2-9C79-C70DAE4A1DFB}" dt="2022-01-25T04:58:48.786" v="7367"/>
          <ac:grpSpMkLst>
            <pc:docMk/>
            <pc:sldMk cId="1122811718" sldId="272"/>
            <ac:grpSpMk id="478" creationId="{3170A18F-7CEB-4EF4-A784-182FB90916F6}"/>
          </ac:grpSpMkLst>
        </pc:grpChg>
        <pc:grpChg chg="del mod">
          <ac:chgData name="VIkram Goyal" userId="4529b0165c9307b1" providerId="LiveId" clId="{697E15A4-21D4-47E2-9C79-C70DAE4A1DFB}" dt="2022-01-25T04:58:50.895" v="7369"/>
          <ac:grpSpMkLst>
            <pc:docMk/>
            <pc:sldMk cId="1122811718" sldId="272"/>
            <ac:grpSpMk id="481" creationId="{5AB39C34-48DA-4BFA-99B2-98011EE446CD}"/>
          </ac:grpSpMkLst>
        </pc:grpChg>
        <pc:grpChg chg="del mod">
          <ac:chgData name="VIkram Goyal" userId="4529b0165c9307b1" providerId="LiveId" clId="{697E15A4-21D4-47E2-9C79-C70DAE4A1DFB}" dt="2022-01-25T04:59:22.967" v="7398"/>
          <ac:grpSpMkLst>
            <pc:docMk/>
            <pc:sldMk cId="1122811718" sldId="272"/>
            <ac:grpSpMk id="483" creationId="{08561FC8-13BD-472C-895C-99B2F4B9EEC3}"/>
          </ac:grpSpMkLst>
        </pc:grpChg>
        <pc:grpChg chg="del mod">
          <ac:chgData name="VIkram Goyal" userId="4529b0165c9307b1" providerId="LiveId" clId="{697E15A4-21D4-47E2-9C79-C70DAE4A1DFB}" dt="2022-01-25T04:59:22.967" v="7398"/>
          <ac:grpSpMkLst>
            <pc:docMk/>
            <pc:sldMk cId="1122811718" sldId="272"/>
            <ac:grpSpMk id="493" creationId="{A5670D49-FCE1-48E9-A49A-AAD6E657EC56}"/>
          </ac:grpSpMkLst>
        </pc:grpChg>
        <pc:grpChg chg="del mod">
          <ac:chgData name="VIkram Goyal" userId="4529b0165c9307b1" providerId="LiveId" clId="{697E15A4-21D4-47E2-9C79-C70DAE4A1DFB}" dt="2022-01-25T04:59:08.375" v="7390"/>
          <ac:grpSpMkLst>
            <pc:docMk/>
            <pc:sldMk cId="1122811718" sldId="272"/>
            <ac:grpSpMk id="502" creationId="{0F500AC5-9F81-4196-BE9F-A26DBCB84CA8}"/>
          </ac:grpSpMkLst>
        </pc:grpChg>
        <pc:grpChg chg="del mod">
          <ac:chgData name="VIkram Goyal" userId="4529b0165c9307b1" providerId="LiveId" clId="{697E15A4-21D4-47E2-9C79-C70DAE4A1DFB}" dt="2022-01-25T04:59:22.967" v="7398"/>
          <ac:grpSpMkLst>
            <pc:docMk/>
            <pc:sldMk cId="1122811718" sldId="272"/>
            <ac:grpSpMk id="504" creationId="{CA20FF88-9054-4C68-88A2-A6AF26D6B644}"/>
          </ac:grpSpMkLst>
        </pc:grpChg>
        <pc:grpChg chg="del mod">
          <ac:chgData name="VIkram Goyal" userId="4529b0165c9307b1" providerId="LiveId" clId="{697E15A4-21D4-47E2-9C79-C70DAE4A1DFB}" dt="2022-01-25T04:59:45.236" v="7406"/>
          <ac:grpSpMkLst>
            <pc:docMk/>
            <pc:sldMk cId="1122811718" sldId="272"/>
            <ac:grpSpMk id="512" creationId="{2AE15BEC-7F3F-4D4A-BB05-C61791B77959}"/>
          </ac:grpSpMkLst>
        </pc:grpChg>
        <pc:grpChg chg="del mod">
          <ac:chgData name="VIkram Goyal" userId="4529b0165c9307b1" providerId="LiveId" clId="{697E15A4-21D4-47E2-9C79-C70DAE4A1DFB}" dt="2022-01-25T04:59:45.236" v="7406"/>
          <ac:grpSpMkLst>
            <pc:docMk/>
            <pc:sldMk cId="1122811718" sldId="272"/>
            <ac:grpSpMk id="516" creationId="{6FA27CA5-8F48-4C44-8DCA-84C14451492E}"/>
          </ac:grpSpMkLst>
        </pc:grpChg>
        <pc:grpChg chg="del mod">
          <ac:chgData name="VIkram Goyal" userId="4529b0165c9307b1" providerId="LiveId" clId="{697E15A4-21D4-47E2-9C79-C70DAE4A1DFB}" dt="2022-01-25T04:59:52.615" v="7410"/>
          <ac:grpSpMkLst>
            <pc:docMk/>
            <pc:sldMk cId="1122811718" sldId="272"/>
            <ac:grpSpMk id="520" creationId="{2E8781FE-68E3-4870-90AA-DD1EADECAE7C}"/>
          </ac:grpSpMkLst>
        </pc:grpChg>
        <pc:grpChg chg="del mod">
          <ac:chgData name="VIkram Goyal" userId="4529b0165c9307b1" providerId="LiveId" clId="{697E15A4-21D4-47E2-9C79-C70DAE4A1DFB}" dt="2022-01-25T05:00:03.425" v="7413"/>
          <ac:grpSpMkLst>
            <pc:docMk/>
            <pc:sldMk cId="1122811718" sldId="272"/>
            <ac:grpSpMk id="524" creationId="{38BD7756-EFB7-4C01-AE3A-292DB0550C75}"/>
          </ac:grpSpMkLst>
        </pc:grpChg>
        <pc:grpChg chg="del mod">
          <ac:chgData name="VIkram Goyal" userId="4529b0165c9307b1" providerId="LiveId" clId="{697E15A4-21D4-47E2-9C79-C70DAE4A1DFB}" dt="2022-01-25T05:00:04.970" v="7416"/>
          <ac:grpSpMkLst>
            <pc:docMk/>
            <pc:sldMk cId="1122811718" sldId="272"/>
            <ac:grpSpMk id="527" creationId="{63A9CFC6-B473-417A-972E-BDB035E14E19}"/>
          </ac:grpSpMkLst>
        </pc:grpChg>
        <pc:grpChg chg="del mod">
          <ac:chgData name="VIkram Goyal" userId="4529b0165c9307b1" providerId="LiveId" clId="{697E15A4-21D4-47E2-9C79-C70DAE4A1DFB}" dt="2022-01-25T05:00:08.412" v="7418"/>
          <ac:grpSpMkLst>
            <pc:docMk/>
            <pc:sldMk cId="1122811718" sldId="272"/>
            <ac:grpSpMk id="530" creationId="{65A0D7A7-B03E-43DB-BD46-D4A70692C054}"/>
          </ac:grpSpMkLst>
        </pc:grpChg>
        <pc:grpChg chg="del mod">
          <ac:chgData name="VIkram Goyal" userId="4529b0165c9307b1" providerId="LiveId" clId="{697E15A4-21D4-47E2-9C79-C70DAE4A1DFB}" dt="2022-01-25T05:00:30.335" v="7449"/>
          <ac:grpSpMkLst>
            <pc:docMk/>
            <pc:sldMk cId="1122811718" sldId="272"/>
            <ac:grpSpMk id="532" creationId="{B5EF1F78-ABE6-4961-A15A-85CA744EFFF6}"/>
          </ac:grpSpMkLst>
        </pc:grpChg>
        <pc:grpChg chg="del mod">
          <ac:chgData name="VIkram Goyal" userId="4529b0165c9307b1" providerId="LiveId" clId="{697E15A4-21D4-47E2-9C79-C70DAE4A1DFB}" dt="2022-01-25T05:00:20.921" v="7434"/>
          <ac:grpSpMkLst>
            <pc:docMk/>
            <pc:sldMk cId="1122811718" sldId="272"/>
            <ac:grpSpMk id="542" creationId="{D485057A-469C-4FE1-94E2-CC3B706C84FE}"/>
          </ac:grpSpMkLst>
        </pc:grpChg>
        <pc:grpChg chg="del mod">
          <ac:chgData name="VIkram Goyal" userId="4529b0165c9307b1" providerId="LiveId" clId="{697E15A4-21D4-47E2-9C79-C70DAE4A1DFB}" dt="2022-01-25T05:00:30.335" v="7449"/>
          <ac:grpSpMkLst>
            <pc:docMk/>
            <pc:sldMk cId="1122811718" sldId="272"/>
            <ac:grpSpMk id="543" creationId="{77BCC480-42B3-4F85-887F-CAC49FA52BCA}"/>
          </ac:grpSpMkLst>
        </pc:grpChg>
        <pc:grpChg chg="del mod">
          <ac:chgData name="VIkram Goyal" userId="4529b0165c9307b1" providerId="LiveId" clId="{697E15A4-21D4-47E2-9C79-C70DAE4A1DFB}" dt="2022-01-25T05:00:30.335" v="7449"/>
          <ac:grpSpMkLst>
            <pc:docMk/>
            <pc:sldMk cId="1122811718" sldId="272"/>
            <ac:grpSpMk id="549" creationId="{14EC1919-9CB0-430A-A2C4-79742DF3FAC0}"/>
          </ac:grpSpMkLst>
        </pc:grpChg>
        <pc:grpChg chg="del mod">
          <ac:chgData name="VIkram Goyal" userId="4529b0165c9307b1" providerId="LiveId" clId="{697E15A4-21D4-47E2-9C79-C70DAE4A1DFB}" dt="2022-01-25T05:00:42.713" v="7460"/>
          <ac:grpSpMkLst>
            <pc:docMk/>
            <pc:sldMk cId="1122811718" sldId="272"/>
            <ac:grpSpMk id="564" creationId="{1E388228-B6FC-462D-9B82-B981936EE0AE}"/>
          </ac:grpSpMkLst>
        </pc:grpChg>
        <pc:grpChg chg="del mod">
          <ac:chgData name="VIkram Goyal" userId="4529b0165c9307b1" providerId="LiveId" clId="{697E15A4-21D4-47E2-9C79-C70DAE4A1DFB}" dt="2022-01-25T05:00:50.976" v="7465"/>
          <ac:grpSpMkLst>
            <pc:docMk/>
            <pc:sldMk cId="1122811718" sldId="272"/>
            <ac:grpSpMk id="568" creationId="{D00E6EE9-CFF8-4745-AA5B-8609D13F19C0}"/>
          </ac:grpSpMkLst>
        </pc:grpChg>
        <pc:grpChg chg="del mod">
          <ac:chgData name="VIkram Goyal" userId="4529b0165c9307b1" providerId="LiveId" clId="{697E15A4-21D4-47E2-9C79-C70DAE4A1DFB}" dt="2022-01-25T05:00:50.976" v="7465"/>
          <ac:grpSpMkLst>
            <pc:docMk/>
            <pc:sldMk cId="1122811718" sldId="272"/>
            <ac:grpSpMk id="572" creationId="{AFA4DD5D-9D3F-450F-A471-4C8BA17E0D10}"/>
          </ac:grpSpMkLst>
        </pc:grpChg>
        <pc:grpChg chg="del mod">
          <ac:chgData name="VIkram Goyal" userId="4529b0165c9307b1" providerId="LiveId" clId="{697E15A4-21D4-47E2-9C79-C70DAE4A1DFB}" dt="2022-01-25T05:00:45.544" v="7462"/>
          <ac:grpSpMkLst>
            <pc:docMk/>
            <pc:sldMk cId="1122811718" sldId="272"/>
            <ac:grpSpMk id="575" creationId="{F8532B9F-2259-41B8-BF9B-90FA3994B458}"/>
          </ac:grpSpMkLst>
        </pc:grpChg>
        <pc:grpChg chg="del mod">
          <ac:chgData name="VIkram Goyal" userId="4529b0165c9307b1" providerId="LiveId" clId="{697E15A4-21D4-47E2-9C79-C70DAE4A1DFB}" dt="2022-01-25T05:00:50.976" v="7465"/>
          <ac:grpSpMkLst>
            <pc:docMk/>
            <pc:sldMk cId="1122811718" sldId="272"/>
            <ac:grpSpMk id="577" creationId="{3D394657-856C-43D5-A450-D94F1535C10E}"/>
          </ac:grpSpMkLst>
        </pc:grpChg>
        <pc:grpChg chg="del mod">
          <ac:chgData name="VIkram Goyal" userId="4529b0165c9307b1" providerId="LiveId" clId="{697E15A4-21D4-47E2-9C79-C70DAE4A1DFB}" dt="2022-01-25T05:01:00.172" v="7476"/>
          <ac:grpSpMkLst>
            <pc:docMk/>
            <pc:sldMk cId="1122811718" sldId="272"/>
            <ac:grpSpMk id="580" creationId="{ECE5522A-AABE-4AA7-9435-BB1A303A5214}"/>
          </ac:grpSpMkLst>
        </pc:grpChg>
        <pc:grpChg chg="del mod">
          <ac:chgData name="VIkram Goyal" userId="4529b0165c9307b1" providerId="LiveId" clId="{697E15A4-21D4-47E2-9C79-C70DAE4A1DFB}" dt="2022-01-25T05:01:00.172" v="7476"/>
          <ac:grpSpMkLst>
            <pc:docMk/>
            <pc:sldMk cId="1122811718" sldId="272"/>
            <ac:grpSpMk id="586" creationId="{6738D137-1D18-4554-B604-B9639B86DF0D}"/>
          </ac:grpSpMkLst>
        </pc:grpChg>
        <pc:grpChg chg="del mod">
          <ac:chgData name="VIkram Goyal" userId="4529b0165c9307b1" providerId="LiveId" clId="{697E15A4-21D4-47E2-9C79-C70DAE4A1DFB}" dt="2022-01-25T05:02:10.229" v="7541"/>
          <ac:grpSpMkLst>
            <pc:docMk/>
            <pc:sldMk cId="1122811718" sldId="272"/>
            <ac:grpSpMk id="591" creationId="{79BE03DE-F01B-4091-B12F-8D65693535CA}"/>
          </ac:grpSpMkLst>
        </pc:grpChg>
        <pc:grpChg chg="del mod">
          <ac:chgData name="VIkram Goyal" userId="4529b0165c9307b1" providerId="LiveId" clId="{697E15A4-21D4-47E2-9C79-C70DAE4A1DFB}" dt="2022-01-25T05:01:11.806" v="7487"/>
          <ac:grpSpMkLst>
            <pc:docMk/>
            <pc:sldMk cId="1122811718" sldId="272"/>
            <ac:grpSpMk id="597" creationId="{5F295DAC-F569-457C-96FC-76FF6C22B46D}"/>
          </ac:grpSpMkLst>
        </pc:grpChg>
        <pc:grpChg chg="del mod">
          <ac:chgData name="VIkram Goyal" userId="4529b0165c9307b1" providerId="LiveId" clId="{697E15A4-21D4-47E2-9C79-C70DAE4A1DFB}" dt="2022-01-25T05:01:27.314" v="7500"/>
          <ac:grpSpMkLst>
            <pc:docMk/>
            <pc:sldMk cId="1122811718" sldId="272"/>
            <ac:grpSpMk id="602" creationId="{01D00F1D-E0E6-4716-8B9B-604C9F07EA6B}"/>
          </ac:grpSpMkLst>
        </pc:grpChg>
        <pc:grpChg chg="del mod">
          <ac:chgData name="VIkram Goyal" userId="4529b0165c9307b1" providerId="LiveId" clId="{697E15A4-21D4-47E2-9C79-C70DAE4A1DFB}" dt="2022-01-25T05:01:30.748" v="7504"/>
          <ac:grpSpMkLst>
            <pc:docMk/>
            <pc:sldMk cId="1122811718" sldId="272"/>
            <ac:grpSpMk id="606" creationId="{B685A4A1-9712-49D0-A2A9-A91847E0426E}"/>
          </ac:grpSpMkLst>
        </pc:grpChg>
        <pc:grpChg chg="del mod">
          <ac:chgData name="VIkram Goyal" userId="4529b0165c9307b1" providerId="LiveId" clId="{697E15A4-21D4-47E2-9C79-C70DAE4A1DFB}" dt="2022-01-25T05:01:30.748" v="7504"/>
          <ac:grpSpMkLst>
            <pc:docMk/>
            <pc:sldMk cId="1122811718" sldId="272"/>
            <ac:grpSpMk id="615" creationId="{C86C79E1-B74D-49C1-A326-5B97653A82DC}"/>
          </ac:grpSpMkLst>
        </pc:grpChg>
        <pc:grpChg chg="del mod">
          <ac:chgData name="VIkram Goyal" userId="4529b0165c9307b1" providerId="LiveId" clId="{697E15A4-21D4-47E2-9C79-C70DAE4A1DFB}" dt="2022-01-25T05:01:32.644" v="7508"/>
          <ac:grpSpMkLst>
            <pc:docMk/>
            <pc:sldMk cId="1122811718" sldId="272"/>
            <ac:grpSpMk id="619" creationId="{D8C25103-5A86-4AEE-9E52-6D078A4B7F8C}"/>
          </ac:grpSpMkLst>
        </pc:grpChg>
        <pc:grpChg chg="del mod">
          <ac:chgData name="VIkram Goyal" userId="4529b0165c9307b1" providerId="LiveId" clId="{697E15A4-21D4-47E2-9C79-C70DAE4A1DFB}" dt="2022-01-25T05:01:59.468" v="7539"/>
          <ac:grpSpMkLst>
            <pc:docMk/>
            <pc:sldMk cId="1122811718" sldId="272"/>
            <ac:grpSpMk id="623" creationId="{A0F3B314-32F6-4930-8EEF-92F11B429CA2}"/>
          </ac:grpSpMkLst>
        </pc:grpChg>
        <pc:grpChg chg="del mod">
          <ac:chgData name="VIkram Goyal" userId="4529b0165c9307b1" providerId="LiveId" clId="{697E15A4-21D4-47E2-9C79-C70DAE4A1DFB}" dt="2022-01-25T05:02:10.229" v="7541"/>
          <ac:grpSpMkLst>
            <pc:docMk/>
            <pc:sldMk cId="1122811718" sldId="272"/>
            <ac:grpSpMk id="654" creationId="{874F8CCF-35C8-4C8D-9799-6394A58608A4}"/>
          </ac:grpSpMkLst>
        </pc:grpChg>
        <pc:grpChg chg="del mod">
          <ac:chgData name="VIkram Goyal" userId="4529b0165c9307b1" providerId="LiveId" clId="{697E15A4-21D4-47E2-9C79-C70DAE4A1DFB}" dt="2022-01-25T05:02:13.146" v="7543"/>
          <ac:grpSpMkLst>
            <pc:docMk/>
            <pc:sldMk cId="1122811718" sldId="272"/>
            <ac:grpSpMk id="656" creationId="{333C5DF7-607F-4D15-ABC9-407F59394718}"/>
          </ac:grpSpMkLst>
        </pc:grpChg>
        <pc:grpChg chg="mod">
          <ac:chgData name="VIkram Goyal" userId="4529b0165c9307b1" providerId="LiveId" clId="{697E15A4-21D4-47E2-9C79-C70DAE4A1DFB}" dt="2022-01-25T05:02:13.146" v="7543"/>
          <ac:grpSpMkLst>
            <pc:docMk/>
            <pc:sldMk cId="1122811718" sldId="272"/>
            <ac:grpSpMk id="658" creationId="{57DF5284-41DF-4436-AFF3-1529361BA6DA}"/>
          </ac:grpSpMkLst>
        </pc:grp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4" creationId="{2BCFBD8E-76A4-43D3-B44C-30293A1C69E2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5" creationId="{3A4A07B6-49DA-40D1-A8D8-5A23BE65F5BE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6" creationId="{31DB0326-C35E-4D49-ACA8-998682088E97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7" creationId="{7F2C42E3-448D-4814-893A-AA85B59B5BD2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8" creationId="{E2044ABF-9C7D-428E-AB7E-D90885024594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9" creationId="{A0AFAA0A-6531-4CFE-8940-8237FD9709FA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0" creationId="{F5933527-0E52-4B60-869D-313804DAD505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1" creationId="{D5C9024D-913A-4031-B581-8A2A8419A596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2" creationId="{A079945A-DA26-41B8-88FA-D7EA94AF3D78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3" creationId="{24075297-CC24-4848-A0FA-FB954B548CE7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4" creationId="{0F852B5C-46DF-44CA-9C32-34B64C0F4FD8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5" creationId="{1FCC56F2-E896-46D7-ADFE-12B9DA6C1599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6" creationId="{37F51B0E-D1F7-467C-B64E-6C80BDCBD681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7" creationId="{91F86ABE-6A10-42A6-8A4F-896615968847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8" creationId="{D5428F3A-A5DD-4AD4-AF8E-67844DE0D26F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9" creationId="{15679F66-1E1C-46A6-B7D1-3FAC8F6BF262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20" creationId="{D06F7F3C-F2B3-47E6-B43B-321791D151D3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21" creationId="{CF8A905F-D2B0-463D-9BA3-7918CAE2B3AA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22" creationId="{45B09EBE-D79C-4F58-A6BC-69949C5992BC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23" creationId="{DCCB47EA-EC62-4EEF-B0CA-80C899ED4B35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24" creationId="{D8F44FE3-0E4C-42A1-8903-2F9D492AF99B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25" creationId="{9B5B32D9-6E70-48C9-AC0B-0EE6B4BBE486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26" creationId="{E2A67705-89CC-45F2-ADCA-46AF3704EFDC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27" creationId="{764068FF-D679-4059-8FD6-B62B248D662E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28" creationId="{DBC3FE76-83FB-4C89-8E5F-4AF5A2F46888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29" creationId="{9A5EC14E-54EA-42AC-A4C1-7BCF0E2EE3F2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30" creationId="{14077611-0230-42AD-AA6E-5A94A7585C9D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31" creationId="{6AEE7632-497C-4159-B0AE-A5C732D3A812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32" creationId="{4F9C20C5-72CA-46C5-A823-AA4DA07FBDF5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34" creationId="{3837CDAD-DA57-4EC4-A27E-52D47E2BB0F8}"/>
          </ac:inkMkLst>
        </pc:inkChg>
        <pc:inkChg chg="add del">
          <ac:chgData name="VIkram Goyal" userId="4529b0165c9307b1" providerId="LiveId" clId="{697E15A4-21D4-47E2-9C79-C70DAE4A1DFB}" dt="2022-01-25T04:44:18.588" v="6922" actId="478"/>
          <ac:inkMkLst>
            <pc:docMk/>
            <pc:sldMk cId="1122811718" sldId="272"/>
            <ac:inkMk id="35" creationId="{CC7E344F-2599-4B58-97D7-A4AF22587019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36" creationId="{708757A8-1ADD-44C2-B7ED-4278D456669B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37" creationId="{AE6C6302-0C80-44FB-A57A-37FC569B7F4C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38" creationId="{6B0AA216-E7F7-4C5C-AC73-ABEE7BBDD67C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40" creationId="{033E3125-A2AB-4790-BF72-58C26C450766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41" creationId="{C770852E-FA0C-4F72-87D5-6723966C38B1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42" creationId="{14D3418C-D15A-4DB5-B1B4-0EA06233BC11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43" creationId="{3E2ADD58-F436-4D53-A6C2-7ECEF6E2F663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44" creationId="{2498AF57-C0A7-4CF6-8F61-D0CFCF818834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45" creationId="{5C09A87E-49D3-4B7A-B40C-751170F13DC7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46" creationId="{F5E6B60E-5494-4575-92C8-82F0549C4CD2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47" creationId="{F0CA8EBA-EE30-4874-8922-7E432F5206B0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48" creationId="{E6490A0C-9396-4AA3-AB01-3AA5726D7ADA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49" creationId="{B7D5C239-5668-41F8-9E52-EF04A702D233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50" creationId="{6AF3D47C-2922-4485-9E95-ECC30A19DC4F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51" creationId="{45D7538C-05AC-4108-A698-8534CF68FC73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52" creationId="{CF18E4C1-5879-42F6-9577-A8D8A0400EF7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53" creationId="{594C04DC-9234-4585-AB4E-67879A76EE9D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54" creationId="{DBC88AAE-7617-46FE-9E00-DD8CA1CB90F0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55" creationId="{256A08A7-3692-4591-9A7F-F812181528DE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56" creationId="{E2556D66-8F4A-4DAF-B3E0-C8A8A28E4555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57" creationId="{85C94994-912D-4B70-92C1-01C0DD2D9E7D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58" creationId="{C4944E09-B142-4F81-82B1-D70C9CDB9627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59" creationId="{253FA791-32EB-4032-B29F-8B1C16624652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60" creationId="{8BA6C519-3F5E-40C9-81D1-FDDA42C9D380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61" creationId="{2A118FEF-C380-4B6C-88DE-C00CCF7A2718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62" creationId="{4FB69727-F101-4EA2-8921-DC642331FD0C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63" creationId="{272F6A3E-9881-4AD8-9BC8-2C66B0F47BE3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64" creationId="{EBF46B2E-18C0-4071-BC21-357419B023C2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65" creationId="{8450BA1B-4C17-4AC1-9C25-2D9B0EBF85E8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66" creationId="{46AAA9EF-70FF-4F52-B3FE-BD0256131A6F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67" creationId="{402E7187-2AAE-40AD-8179-904239F9AA9C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68" creationId="{5E209800-C69B-4591-B0D8-DCE85F0E93B5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69" creationId="{AB3270B2-68F5-4809-B2CE-83287750064C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70" creationId="{C8DAFEE1-9B42-4EFA-833C-3FD18900A707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71" creationId="{F594E78E-5795-4F61-8301-A6767A85E001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72" creationId="{90FC96C1-A211-4936-860A-85B921F24F52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73" creationId="{65A1E27E-6A82-414F-A116-F71238D6E768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74" creationId="{85ED0DB6-2775-4304-93F5-75FD376EB746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75" creationId="{A913FE63-88E3-4838-B2C0-CAD0DAF2FCB7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76" creationId="{A4084DF7-257D-4382-BD63-1B07AB9E1B5A}"/>
          </ac:inkMkLst>
        </pc:inkChg>
        <pc:inkChg chg="add del mod">
          <ac:chgData name="VIkram Goyal" userId="4529b0165c9307b1" providerId="LiveId" clId="{697E15A4-21D4-47E2-9C79-C70DAE4A1DFB}" dt="2022-01-25T04:44:20.628" v="6923" actId="478"/>
          <ac:inkMkLst>
            <pc:docMk/>
            <pc:sldMk cId="1122811718" sldId="272"/>
            <ac:inkMk id="77" creationId="{1C96BF75-54F0-4C71-810E-EADFEC41CFAB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79" creationId="{4B3EAB95-E26B-4549-9E5B-B40AD6BCED1B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80" creationId="{977052BD-5693-4028-A202-A84604C8D6C3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81" creationId="{024ADB62-7B2A-42A2-871D-347C977966F3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82" creationId="{6CE03124-F5C7-4B88-A848-119B69B54DA6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83" creationId="{C2EC46AF-46D4-49C6-A68D-C68AE70DE6E5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84" creationId="{DC1FE44F-8BF9-4530-B384-BB03B62D0FFA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85" creationId="{639C268B-4052-4E3B-8658-7EB418BF1D64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86" creationId="{EF8331EA-5E78-491F-A67E-7E4E4B1C77BF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87" creationId="{8FB8A1A3-1A57-4A2F-BD37-8B72F983433F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88" creationId="{12315B1B-EB6C-44F9-B6E0-369757EC6168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89" creationId="{8893C0D3-8CF1-443C-BA07-6F0F4671346F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90" creationId="{2D52AD46-A71D-4024-B75F-5BD70BAA0524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91" creationId="{7A022158-0BB8-4638-B6E0-06E2A1F51CF4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93" creationId="{7408032B-825F-4F6B-A182-BEA38090F8AB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94" creationId="{2D7B8043-0251-455D-8ED2-4FD41787FE66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95" creationId="{5963C6CE-058A-4C60-85F4-0D1E3F3F4CA0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96" creationId="{466D3DE0-C0B9-4E47-A83F-844DC44445D8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97" creationId="{14E1924A-D673-4CD4-A2FB-C9D5F5E3AB86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98" creationId="{7BC3590E-BDFC-4579-809A-F4AE0548D942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99" creationId="{BA7C93D1-E36A-42D8-9BF9-765ECD898C03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00" creationId="{FAC70853-1928-4833-9169-B31E0CB40701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01" creationId="{E458C208-F209-49D0-8C92-7618FCA25651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03" creationId="{AF1877E1-ED6C-4C00-BC73-73F3883CA6DA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04" creationId="{9712AD78-EF03-4920-AC73-C0CB6EF91B81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05" creationId="{16EA4256-D09F-4028-9D93-671EEACDEC21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06" creationId="{06452241-C6DC-41D3-8E48-92DFD748FA34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07" creationId="{24B83FC2-C697-4E3D-9064-9C5454F8E4B2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08" creationId="{B2B3EC26-A08D-4B70-9ED4-DC950FDC267C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09" creationId="{223F58F9-F569-4B5E-B60F-2FF5396F925F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10" creationId="{68984DDB-CECD-48E8-9E62-C0591A1D0D50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11" creationId="{28784FA6-5A2F-4332-88AA-3761F41F2D3B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12" creationId="{AB846A61-2E9C-4338-92E4-90E24B25352B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13" creationId="{491FE98D-891C-4619-8C22-8DB7760D3B84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15" creationId="{767E6AC9-28D8-4505-9570-518796A59793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16" creationId="{752753DC-0DC5-429C-AE77-AABA19779535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17" creationId="{7C778C30-674A-40E7-94C1-046A1B123DCD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18" creationId="{D3178460-53EC-460C-9A9D-02D7CBF8E8D1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19" creationId="{AD4A12C5-EE05-4DE2-AF97-77ECDE5F8A0D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20" creationId="{318280C2-10EE-428F-AB2F-6421EEC01EE7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22" creationId="{658C21C0-7B20-4F13-B71C-535B051B4B0E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23" creationId="{C4264C23-4E34-466A-B8D3-5600AFF70692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24" creationId="{0BD8C22A-38F1-4BDC-AF66-C771AA3272BE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25" creationId="{2C28714E-FFB9-4F96-B81F-14FF70B038FB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26" creationId="{E33ED974-96F3-4055-AC8E-49AD9EF87F41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27" creationId="{11E4253B-0D11-431B-AE50-103E2C5AA14D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28" creationId="{F838A1F5-8B1E-45E3-87B7-F4472A94FFEB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29" creationId="{6590012F-460C-469B-B204-A8F44C5C5687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30" creationId="{957A7CF6-B2FB-4F34-8D02-56C23525613E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31" creationId="{2FA07F03-652A-447C-B64F-DD6458516D15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33" creationId="{D10C5489-AE9E-4207-949C-4B99869DA09A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34" creationId="{6997E2E3-2F08-452B-A6C9-92DA40D802A8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35" creationId="{2D5783D4-A0C3-4FB9-8E94-85AFDEE6B45F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36" creationId="{03FD26DB-BF53-4157-BA63-969C3B565BB7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37" creationId="{B6A0EFA3-5F0C-45A7-AE9D-AC8A07777972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38" creationId="{900B96CC-44DD-4D9E-BE57-E0B4BAD38D9B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39" creationId="{9125F521-BB6E-40D4-A0CE-39DA64CC2FF1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40" creationId="{9E8455B6-5BDD-43D2-88FE-09F4295AC17E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41" creationId="{6BFAA938-E076-43CD-80E9-3BD934F662AD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42" creationId="{26B06530-B69A-4F87-9317-D94AAF3F426D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43" creationId="{6A6DC4B4-6BFD-4EB7-B928-CF15D67F14BC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44" creationId="{D4389079-8BE3-4435-9FAF-4FD7528F0591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45" creationId="{3AF8D383-3558-4BD4-9F73-A7ADA524E221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47" creationId="{BCEB1D69-6F03-4724-8CAB-DECF398E3DD0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48" creationId="{99978401-F4C1-4E61-B3A2-19A8A4DBC3BE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49" creationId="{D6039260-6115-4BC1-9B62-66CE5D0EEAFA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50" creationId="{E028F229-0D0A-4290-8D58-389E132519E0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51" creationId="{43D25319-824A-4B10-AFD3-277FB465C2EB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52" creationId="{668B33B6-678F-4E2E-B76D-AB086BD17955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53" creationId="{F54966F9-5A5A-40D0-A89C-F7A095D620F8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54" creationId="{845B2FE5-C231-4135-B993-229D4C9A9129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55" creationId="{19163AB9-8EFE-48E0-B894-E4EB776AF0B9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57" creationId="{159755A4-D96F-4431-A29B-B586079ADDB3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58" creationId="{E35F0314-3EAE-4647-837B-BCA489B30D5B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59" creationId="{DC7F91AA-8394-46DD-BAB5-23212BA6C688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60" creationId="{5423E845-6552-4453-B74C-CB6525C00ED6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61" creationId="{055EE62B-27F7-4404-A463-FC37E091D7E6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62" creationId="{DA154D3B-EBAF-4911-BFF3-8147706A8D23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63" creationId="{BD754C7A-C724-4BDF-B1F6-3FC357AC4C2D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64" creationId="{8465FBBB-476B-40EA-B7A2-1D17C2649AF0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65" creationId="{0BF55FE7-969D-4BFB-A24A-5D0DE0DC0331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66" creationId="{2E2C606A-3E6C-4763-AA4A-9C540FFCF007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68" creationId="{1627162B-9275-491B-BE6F-41B09096A53F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69" creationId="{A716B692-B9DA-4EEC-9938-F98800A8B0DB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70" creationId="{AE50CD94-17C6-481B-867F-C1CFADF7670C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71" creationId="{1FB519BF-55D5-4594-B217-0FD8D42D4344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72" creationId="{6E5C336F-ED9F-4500-82A2-AC465C7ABD63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73" creationId="{2BC4F767-EFE2-4EE2-938A-3B9505EC8AE0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74" creationId="{EF60A251-8DEA-4D6D-AA68-D81B0FAAF0D2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75" creationId="{22C97898-52A7-467A-A9EB-B929312EA4E2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76" creationId="{BFBAD525-BDD1-4A91-BCD6-BC20FDC990F7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77" creationId="{04F74982-34C4-49F7-B2CF-C1F52C5B4F0B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78" creationId="{2F6340C5-DC65-4BDF-8797-E9EC9D9421ED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79" creationId="{C11A4B14-461F-427F-8364-B955886201CD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81" creationId="{DF93F04E-DF84-479A-BC9E-E399ADB3C4DD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82" creationId="{67AE26F8-D464-4432-8BBA-5CCF66275804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83" creationId="{EC50F5C1-E5B1-4C7B-8FBD-F6CDA711B95F}"/>
          </ac:inkMkLst>
        </pc:inkChg>
        <pc:inkChg chg="add del mod">
          <ac:chgData name="VIkram Goyal" userId="4529b0165c9307b1" providerId="LiveId" clId="{697E15A4-21D4-47E2-9C79-C70DAE4A1DFB}" dt="2022-01-25T04:44:25.009" v="6925" actId="478"/>
          <ac:inkMkLst>
            <pc:docMk/>
            <pc:sldMk cId="1122811718" sldId="272"/>
            <ac:inkMk id="184" creationId="{9C458986-4FFC-466E-BEA9-43C99A45B91C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85" creationId="{EB0A07CE-CA86-4BE4-97E5-D922BF5BB7CC}"/>
          </ac:inkMkLst>
        </pc:inkChg>
        <pc:inkChg chg="add del">
          <ac:chgData name="VIkram Goyal" userId="4529b0165c9307b1" providerId="LiveId" clId="{697E15A4-21D4-47E2-9C79-C70DAE4A1DFB}" dt="2022-01-25T04:44:22.630" v="6924" actId="478"/>
          <ac:inkMkLst>
            <pc:docMk/>
            <pc:sldMk cId="1122811718" sldId="272"/>
            <ac:inkMk id="186" creationId="{520E87AA-E23D-4D31-8CF8-EB7F84EF5FA6}"/>
          </ac:inkMkLst>
        </pc:inkChg>
        <pc:inkChg chg="add mod">
          <ac:chgData name="VIkram Goyal" userId="4529b0165c9307b1" providerId="LiveId" clId="{697E15A4-21D4-47E2-9C79-C70DAE4A1DFB}" dt="2022-01-20T04:17:20.629" v="6918"/>
          <ac:inkMkLst>
            <pc:docMk/>
            <pc:sldMk cId="1122811718" sldId="272"/>
            <ac:inkMk id="187" creationId="{BFE8F5A7-9FCA-417E-9707-43692035EBBB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90" creationId="{43F6AB65-A631-41F3-A645-FB1FDAAB5859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91" creationId="{34D059B6-0F55-49A7-820F-3EE1B958962D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93" creationId="{095EF925-9DA4-45CC-BCE3-457C01B71503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94" creationId="{E1921BE3-5B95-47F4-A06D-0542FDEE1CFD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96" creationId="{7E6D3883-34F0-4648-AB27-1869C2EFF58E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97" creationId="{D22ECB44-B38B-4D56-9099-5D62B7F3F2C3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98" creationId="{4C2169CB-ED6E-4E3D-9C53-D85C0F5B20B3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199" creationId="{B94F36A7-3737-4FCB-88E2-C7145B90A65C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01" creationId="{89FB2A83-A478-4272-94FC-BDA95D47F048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02" creationId="{6AE73F3E-6CAA-4FA4-A31B-D6DDCC6D8895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03" creationId="{335C3B72-8DC7-49A3-99E0-826DF322D9FA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04" creationId="{131F8714-6EC4-4AF2-A8D2-CB889D19D500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06" creationId="{3F0C444F-90FF-41A3-A79C-90EDCA7CBB33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07" creationId="{78E54FE4-5884-456B-853E-746791A7B758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08" creationId="{D506D770-520D-42FD-B80E-770A1E01C261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09" creationId="{16DDB4D6-D3F9-4A02-B1CE-B6639CC132AA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11" creationId="{75E266D8-C557-48CB-AEB8-CE505B30BB5E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12" creationId="{89BA3597-0A12-4A87-97CC-2A6D31D701D2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14" creationId="{20AF74E2-C11E-416D-B990-5B1401CF8C4D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15" creationId="{C6EF9EFE-1B2D-4C42-AA1B-C3AEDCE042F2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17" creationId="{E12BF8C4-6111-4442-BEE5-0AA125B2CE15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18" creationId="{88AA3D84-C1B9-4D84-9D66-4DC3F8CE7290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20" creationId="{CE2FA083-F609-4369-B6BD-AC7869B5909C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21" creationId="{85297ED6-FB2B-47EC-B1AB-1C36D458D8DA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23" creationId="{E7CDCC99-911D-499F-863E-2AA709F861AA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25" creationId="{48169BF9-1760-49A0-984F-650B03971F89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26" creationId="{022EEC15-4424-4355-BBA7-E740CEBCD73E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27" creationId="{D4EBD513-0567-4D7B-BE04-50A0E396E196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28" creationId="{D9C2DABC-FC06-49F0-ABC6-C414B6FC43A9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29" creationId="{EA18A95E-E9D1-4CF5-B717-D273142E30B4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30" creationId="{EF53A141-2A33-4045-A547-61C9201B705A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31" creationId="{8E86ABB6-1853-4670-8454-1F5E3C29D53B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32" creationId="{C46A232D-4BA5-4A18-AC01-E39E4CE59D3B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33" creationId="{8699C0CC-0D3B-4168-898C-54DC3187F03F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35" creationId="{26E9E274-E470-436D-8A9E-11B83FCFFAA5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36" creationId="{FEBD4489-64E3-4203-84AF-80799E80B995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38" creationId="{235012E0-C7AF-4F4D-9CC5-293490114BC1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39" creationId="{23B718E5-7DC2-40FB-8997-3A07E0723F29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40" creationId="{4AFCB861-EB2D-4BAB-82DB-F1B9AAE974DB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41" creationId="{2F1533A4-9F92-46B9-B773-5F2DA251C8CA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42" creationId="{DD45821C-7A69-45C0-AAA7-5922257D72A7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44" creationId="{8F25622C-E432-4FA6-8717-8EC1B8D9A650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45" creationId="{A181D919-BD10-4757-9B65-1D7C852EB16C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46" creationId="{E8B08FD7-3691-4FC8-BABC-3059A528FEAD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48" creationId="{70B78165-A9A6-46EC-9FD8-89B49D37EC13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49" creationId="{F9FC44B4-DCA2-4B8B-BFA4-2030AA499ECB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51" creationId="{10E2A2C1-918A-4F70-942A-E72A00CFF6F2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52" creationId="{811FBCEC-FF98-4B26-A6EC-0B024573B331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54" creationId="{6980AF64-5EA4-4528-B423-4823EB857A93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56" creationId="{C3893BFC-8F66-4C68-B224-18D100EF4BB7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57" creationId="{33709019-9C1C-430C-A435-3D98578D01E9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59" creationId="{41497BB3-1CCF-4ADC-9D09-5D50DB4222C2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61" creationId="{0D27299D-E87E-4E4E-8D4E-92D66427C417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63" creationId="{A96A4852-D7FD-46C7-8E6A-85C68490B7D6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64" creationId="{7AF6B40F-CF0A-4E42-B59F-C90C2D0EED60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66" creationId="{604AF88B-9AEF-4B5A-A41E-2A86D97C1370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67" creationId="{F1F031F9-A0AA-49A0-BA46-F2E68F1068B6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68" creationId="{A3CA5462-21FD-4A5E-86E7-66A934E0FB2D}"/>
          </ac:inkMkLst>
        </pc:inkChg>
        <pc:inkChg chg="add mod">
          <ac:chgData name="VIkram Goyal" userId="4529b0165c9307b1" providerId="LiveId" clId="{697E15A4-21D4-47E2-9C79-C70DAE4A1DFB}" dt="2022-01-25T04:47:09.172" v="7049"/>
          <ac:inkMkLst>
            <pc:docMk/>
            <pc:sldMk cId="1122811718" sldId="272"/>
            <ac:inkMk id="270" creationId="{C50457C9-9258-4CAE-BCB6-F21D9246C007}"/>
          </ac:inkMkLst>
        </pc:inkChg>
        <pc:inkChg chg="add del mod">
          <ac:chgData name="VIkram Goyal" userId="4529b0165c9307b1" providerId="LiveId" clId="{697E15A4-21D4-47E2-9C79-C70DAE4A1DFB}" dt="2022-01-25T04:51:26.961" v="7177" actId="478"/>
          <ac:inkMkLst>
            <pc:docMk/>
            <pc:sldMk cId="1122811718" sldId="272"/>
            <ac:inkMk id="272" creationId="{87CFF283-BE3D-4BF1-A4A0-DDB34B33553D}"/>
          </ac:inkMkLst>
        </pc:inkChg>
        <pc:inkChg chg="add del mod">
          <ac:chgData name="VIkram Goyal" userId="4529b0165c9307b1" providerId="LiveId" clId="{697E15A4-21D4-47E2-9C79-C70DAE4A1DFB}" dt="2022-01-25T04:51:31.094" v="7179" actId="478"/>
          <ac:inkMkLst>
            <pc:docMk/>
            <pc:sldMk cId="1122811718" sldId="272"/>
            <ac:inkMk id="273" creationId="{35EA4A97-9775-4530-8136-F830D55EFDBD}"/>
          </ac:inkMkLst>
        </pc:inkChg>
        <pc:inkChg chg="add mod">
          <ac:chgData name="VIkram Goyal" userId="4529b0165c9307b1" providerId="LiveId" clId="{697E15A4-21D4-47E2-9C79-C70DAE4A1DFB}" dt="2022-01-25T04:51:01.403" v="7160"/>
          <ac:inkMkLst>
            <pc:docMk/>
            <pc:sldMk cId="1122811718" sldId="272"/>
            <ac:inkMk id="275" creationId="{513A6863-A07F-44F6-9696-70723CBB5DA0}"/>
          </ac:inkMkLst>
        </pc:inkChg>
        <pc:inkChg chg="add mod">
          <ac:chgData name="VIkram Goyal" userId="4529b0165c9307b1" providerId="LiveId" clId="{697E15A4-21D4-47E2-9C79-C70DAE4A1DFB}" dt="2022-01-25T04:51:01.403" v="7160"/>
          <ac:inkMkLst>
            <pc:docMk/>
            <pc:sldMk cId="1122811718" sldId="272"/>
            <ac:inkMk id="276" creationId="{2310FD04-88EC-4AA6-A91E-633D08B09BED}"/>
          </ac:inkMkLst>
        </pc:inkChg>
        <pc:inkChg chg="add mod">
          <ac:chgData name="VIkram Goyal" userId="4529b0165c9307b1" providerId="LiveId" clId="{697E15A4-21D4-47E2-9C79-C70DAE4A1DFB}" dt="2022-01-25T04:51:01.403" v="7160"/>
          <ac:inkMkLst>
            <pc:docMk/>
            <pc:sldMk cId="1122811718" sldId="272"/>
            <ac:inkMk id="278" creationId="{E13000DB-989B-45B2-ABC0-F34BF740529B}"/>
          </ac:inkMkLst>
        </pc:inkChg>
        <pc:inkChg chg="add mod">
          <ac:chgData name="VIkram Goyal" userId="4529b0165c9307b1" providerId="LiveId" clId="{697E15A4-21D4-47E2-9C79-C70DAE4A1DFB}" dt="2022-01-25T04:51:01.403" v="7160"/>
          <ac:inkMkLst>
            <pc:docMk/>
            <pc:sldMk cId="1122811718" sldId="272"/>
            <ac:inkMk id="279" creationId="{87E50FE8-D8A4-4B76-8925-90473A0B660D}"/>
          </ac:inkMkLst>
        </pc:inkChg>
        <pc:inkChg chg="add mod">
          <ac:chgData name="VIkram Goyal" userId="4529b0165c9307b1" providerId="LiveId" clId="{697E15A4-21D4-47E2-9C79-C70DAE4A1DFB}" dt="2022-01-25T04:51:08.678" v="7163"/>
          <ac:inkMkLst>
            <pc:docMk/>
            <pc:sldMk cId="1122811718" sldId="272"/>
            <ac:inkMk id="281" creationId="{2C8427FD-17FB-4E90-B05A-122B9CD34B48}"/>
          </ac:inkMkLst>
        </pc:inkChg>
        <pc:inkChg chg="add mod">
          <ac:chgData name="VIkram Goyal" userId="4529b0165c9307b1" providerId="LiveId" clId="{697E15A4-21D4-47E2-9C79-C70DAE4A1DFB}" dt="2022-01-25T04:51:08.678" v="7163"/>
          <ac:inkMkLst>
            <pc:docMk/>
            <pc:sldMk cId="1122811718" sldId="272"/>
            <ac:inkMk id="282" creationId="{34A48D66-9FA2-4A7A-B2BD-77E02BE00206}"/>
          </ac:inkMkLst>
        </pc:inkChg>
        <pc:inkChg chg="add mod">
          <ac:chgData name="VIkram Goyal" userId="4529b0165c9307b1" providerId="LiveId" clId="{697E15A4-21D4-47E2-9C79-C70DAE4A1DFB}" dt="2022-01-25T04:51:11.150" v="7167"/>
          <ac:inkMkLst>
            <pc:docMk/>
            <pc:sldMk cId="1122811718" sldId="272"/>
            <ac:inkMk id="284" creationId="{698C7C7E-FCD4-4762-9129-70D58781853E}"/>
          </ac:inkMkLst>
        </pc:inkChg>
        <pc:inkChg chg="add mod">
          <ac:chgData name="VIkram Goyal" userId="4529b0165c9307b1" providerId="LiveId" clId="{697E15A4-21D4-47E2-9C79-C70DAE4A1DFB}" dt="2022-01-25T04:51:11.150" v="7167"/>
          <ac:inkMkLst>
            <pc:docMk/>
            <pc:sldMk cId="1122811718" sldId="272"/>
            <ac:inkMk id="285" creationId="{0E01EFBC-C43C-4EF1-BC4E-EAED2BA981BC}"/>
          </ac:inkMkLst>
        </pc:inkChg>
        <pc:inkChg chg="add mod">
          <ac:chgData name="VIkram Goyal" userId="4529b0165c9307b1" providerId="LiveId" clId="{697E15A4-21D4-47E2-9C79-C70DAE4A1DFB}" dt="2022-01-25T04:51:11.150" v="7167"/>
          <ac:inkMkLst>
            <pc:docMk/>
            <pc:sldMk cId="1122811718" sldId="272"/>
            <ac:inkMk id="286" creationId="{93ACA901-CC8C-4A5D-874E-FC0D80E9AB48}"/>
          </ac:inkMkLst>
        </pc:inkChg>
        <pc:inkChg chg="add mod">
          <ac:chgData name="VIkram Goyal" userId="4529b0165c9307b1" providerId="LiveId" clId="{697E15A4-21D4-47E2-9C79-C70DAE4A1DFB}" dt="2022-01-25T04:51:16.797" v="7173"/>
          <ac:inkMkLst>
            <pc:docMk/>
            <pc:sldMk cId="1122811718" sldId="272"/>
            <ac:inkMk id="288" creationId="{0CD65DA6-64AA-4E85-B798-99C170E6BFEE}"/>
          </ac:inkMkLst>
        </pc:inkChg>
        <pc:inkChg chg="add mod">
          <ac:chgData name="VIkram Goyal" userId="4529b0165c9307b1" providerId="LiveId" clId="{697E15A4-21D4-47E2-9C79-C70DAE4A1DFB}" dt="2022-01-25T04:51:16.797" v="7173"/>
          <ac:inkMkLst>
            <pc:docMk/>
            <pc:sldMk cId="1122811718" sldId="272"/>
            <ac:inkMk id="289" creationId="{B82B9154-86EC-4C11-B1B6-58F686E697C1}"/>
          </ac:inkMkLst>
        </pc:inkChg>
        <pc:inkChg chg="add mod">
          <ac:chgData name="VIkram Goyal" userId="4529b0165c9307b1" providerId="LiveId" clId="{697E15A4-21D4-47E2-9C79-C70DAE4A1DFB}" dt="2022-01-25T04:51:16.797" v="7173"/>
          <ac:inkMkLst>
            <pc:docMk/>
            <pc:sldMk cId="1122811718" sldId="272"/>
            <ac:inkMk id="291" creationId="{8964D632-7B69-4D18-BC1F-67316E35C730}"/>
          </ac:inkMkLst>
        </pc:inkChg>
        <pc:inkChg chg="add mod">
          <ac:chgData name="VIkram Goyal" userId="4529b0165c9307b1" providerId="LiveId" clId="{697E15A4-21D4-47E2-9C79-C70DAE4A1DFB}" dt="2022-01-25T04:51:16.797" v="7173"/>
          <ac:inkMkLst>
            <pc:docMk/>
            <pc:sldMk cId="1122811718" sldId="272"/>
            <ac:inkMk id="292" creationId="{DCFBCBEF-BE17-4283-B11D-80961CE02DC6}"/>
          </ac:inkMkLst>
        </pc:inkChg>
        <pc:inkChg chg="add mod">
          <ac:chgData name="VIkram Goyal" userId="4529b0165c9307b1" providerId="LiveId" clId="{697E15A4-21D4-47E2-9C79-C70DAE4A1DFB}" dt="2022-01-25T04:51:19.407" v="7176"/>
          <ac:inkMkLst>
            <pc:docMk/>
            <pc:sldMk cId="1122811718" sldId="272"/>
            <ac:inkMk id="294" creationId="{EB6A6042-5482-4C81-BFCB-E7AC5970F005}"/>
          </ac:inkMkLst>
        </pc:inkChg>
        <pc:inkChg chg="add mod">
          <ac:chgData name="VIkram Goyal" userId="4529b0165c9307b1" providerId="LiveId" clId="{697E15A4-21D4-47E2-9C79-C70DAE4A1DFB}" dt="2022-01-25T04:51:19.407" v="7176"/>
          <ac:inkMkLst>
            <pc:docMk/>
            <pc:sldMk cId="1122811718" sldId="272"/>
            <ac:inkMk id="295" creationId="{B7104CCB-0E71-4E0C-BF9F-82A738D098E8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297" creationId="{19F4EB07-2CA4-48C9-82FD-D9153E81550C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298" creationId="{C2B0F091-E07A-417D-8F7F-7B4E3D9E90DC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299" creationId="{1021A182-51AE-4A84-91F4-CC8372570D47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00" creationId="{98A4F2D5-1607-44EE-BA34-35ED3365DD83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02" creationId="{4A46D486-84C8-4B93-A7AD-72BD877D0292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03" creationId="{94451560-02A0-4852-87F4-BE6AF0101383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04" creationId="{23180FF4-3298-439E-A29F-F7C8B8C62EAB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05" creationId="{0311ED9A-2B92-46D8-B636-7F6230448396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08" creationId="{494A8FA5-F1D5-4BAF-9544-C17EAF1515F3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09" creationId="{E676F652-F217-43E0-92F3-9DB80F580DC1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10" creationId="{A679AEC5-2B62-4EF0-AA78-583F92A9965B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12" creationId="{A907292D-ADFC-482E-8D13-467525E641CC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13" creationId="{5944497A-FDBF-4AFE-B2DE-24645E444088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14" creationId="{6D05656B-94FC-4CC6-A678-F7B07AF0B424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16" creationId="{BE0019A5-130B-40B1-8706-6E7F4687361B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18" creationId="{6D2CDB5D-FBF6-4D1C-A97B-DE95163F62C5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19" creationId="{02EFA086-9E41-48F3-A2C7-E51ED4BFB4BB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21" creationId="{362A9667-2BF0-4945-A6EC-A337793A55BB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22" creationId="{1A71ECCD-1A23-4CD9-B0F8-7669739576F2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23" creationId="{13C56532-B41C-4D01-B471-D4184290D977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24" creationId="{C87DD05F-B7AE-498F-BB83-E051D65B6E13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25" creationId="{1B355FB6-0EC1-405A-8BA2-4969A7E8728E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26" creationId="{879F5686-5EA5-4A9B-9188-23A08BA61701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27" creationId="{8D4873DF-BCDE-4980-BCB9-EAA8C9A02BA1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29" creationId="{2E2ED7BA-AE10-418F-B37B-2BE62F6536A8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30" creationId="{575FA866-5159-4C5C-9BCB-EA6BFBFC27C6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32" creationId="{6219A723-95F2-43BE-9D37-C33FC330716E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33" creationId="{3731747D-FC19-4945-A3E9-43ACA8AECF36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34" creationId="{A6228403-DE24-4811-ADFF-90660F03120B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35" creationId="{2D05E572-CBEA-4816-8A34-619C02E7EF05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36" creationId="{BF0952F3-8D7B-4D28-A65C-56B112AE5C57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37" creationId="{475AF6C6-4E45-493F-BAFF-FE55C978470A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38" creationId="{804F7745-50DA-4468-A347-E5D4A422C253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39" creationId="{514C641B-68F4-41D1-B6CD-4D6FA4EE978A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40" creationId="{F8A501D0-5A96-4F1D-88EC-5BDBEAD79DBC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42" creationId="{50FD7AB3-D62C-4135-866B-544133CB0C68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43" creationId="{B377F176-AC37-4C14-99CD-C39BCC231FD6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45" creationId="{A13B24C8-0E9D-4005-8A54-D5BA67452566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46" creationId="{756AE754-686C-47C3-AE97-C89E599630F7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48" creationId="{EE8ECC5C-4F73-4A41-91A6-BB376C72C9DA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49" creationId="{3FA40C21-07A5-4AAC-AB09-E25274E2F177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50" creationId="{1BD4A625-CC14-4B23-BB1E-28AD6EC669B4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52" creationId="{B605456F-AD59-431E-A4F1-179175B74C25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53" creationId="{F848C16C-9548-47CF-BD76-B78060FF5CE5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54" creationId="{1E69462E-7B85-4A9B-8852-7C7C96590E8C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55" creationId="{3B97467A-3833-45CA-9B90-920A469191D1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56" creationId="{D136432C-5CE3-4D8D-A18C-1A2EF697E13E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57" creationId="{2E3FBD42-E308-401D-9CC5-2AABC0C56ED3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58" creationId="{9B901228-23FA-4D53-81C1-C7926A829803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59" creationId="{E8413D02-1089-4420-B353-AD0B6A51B24E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60" creationId="{B8BBD383-C32A-4B75-B6EF-1FA86631A98B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61" creationId="{D2A035D7-0245-476D-A85D-974B55D0D410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62" creationId="{F2DA6BBC-8C67-4613-BC83-24C4E9E2D5ED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63" creationId="{C839A902-A82B-4818-AD7B-30E470C0C74A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64" creationId="{0341F8E3-736E-4FBB-9C68-8998CD890D7C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65" creationId="{AC68D312-E126-4E07-AFF6-6166FFF9B8A8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66" creationId="{F780AD1F-F4D0-492D-A569-D910EE035382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67" creationId="{A3D4A1A4-979E-4265-B9F9-2E6B5AF5696C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68" creationId="{F11BFB75-51F8-41DD-AD06-34BE355E9CCE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69" creationId="{D73C7BC1-B5A7-424C-B983-30DE97D05710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70" creationId="{269501D8-8296-4C0D-908B-A4534D9B31DF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71" creationId="{1922CD08-B750-43D1-8C69-B3D37832DBAA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72" creationId="{62DAB144-5260-423F-8782-58ECFFF8F504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73" creationId="{72620DFD-7C81-417B-9CFF-69BE4494A216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74" creationId="{40507303-163B-4FF9-B220-60869F80E341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75" creationId="{5BDD8C08-4DE1-4751-B8ED-B349FBD322DD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76" creationId="{221EE521-2ED4-4448-98B5-84055FF105DF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77" creationId="{DAE0E1AF-8283-4F1D-90D8-440453DD090E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78" creationId="{2785D32C-9BD2-44C1-8BCF-DEC2C6EF9481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79" creationId="{7F966E59-E067-48B4-9ABA-AA32518E8D1A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80" creationId="{E3499C85-1E1A-4BCB-8D44-345A28378D51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82" creationId="{73819EE8-8519-41AA-873A-0496E5E21962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83" creationId="{65F0707A-A2A5-4240-AAA6-BC1870DA6E8F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85" creationId="{022777F1-D2D3-4EAD-BEF1-8BB944F64BAE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86" creationId="{58122E3A-DB65-47F5-9AB0-B7A3EB79DFB2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88" creationId="{EC122777-F9B4-44D8-AC8C-5857FC687F8C}"/>
          </ac:inkMkLst>
        </pc:inkChg>
        <pc:inkChg chg="add mod">
          <ac:chgData name="VIkram Goyal" userId="4529b0165c9307b1" providerId="LiveId" clId="{697E15A4-21D4-47E2-9C79-C70DAE4A1DFB}" dt="2022-01-25T04:54:25.246" v="7278"/>
          <ac:inkMkLst>
            <pc:docMk/>
            <pc:sldMk cId="1122811718" sldId="272"/>
            <ac:inkMk id="389" creationId="{C44D6796-7C48-4A70-8E50-3B067617D00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391" creationId="{80133E90-6E5D-4451-84DD-ECE30703771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392" creationId="{E065A463-7FAC-44BA-9F81-48554E29702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393" creationId="{01C538CA-49AE-4BEC-92BE-84CF67F5C9D3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394" creationId="{8D0F13C4-AB0B-4FA8-B68C-0437C6088133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396" creationId="{1571149C-15CD-475F-A249-4E1788FB3857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397" creationId="{A252782F-47E7-4037-B0BF-FA0F8530069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398" creationId="{3D56F9D6-FC27-419A-BCD7-14F5E88E6E67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399" creationId="{E530082B-33D0-45B1-BC0E-8664C19ADA8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00" creationId="{5070C022-E177-45B7-A82E-E5BE6595DC53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01" creationId="{E879955B-E392-4DCF-96F8-D7160CBB41DF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04" creationId="{F630BF0D-5F77-4133-8CD5-2E3D192C3A5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05" creationId="{E72F817C-DBA8-46DC-849D-994717EC745D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07" creationId="{888FDEAF-EB35-4D9F-8A87-F71D537972AC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08" creationId="{C858C627-7A31-4733-95A9-DF21FB5293A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09" creationId="{1C2D5416-256C-4C94-8C64-9045A51F33C3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10" creationId="{9389CD58-25C8-49DF-B89D-B493C59CA9F0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12" creationId="{9448AA12-0FC7-44F4-AA15-E153F8F8EFE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13" creationId="{704BE5D3-645B-4AF7-8544-47A876B4A16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14" creationId="{553457D7-8454-4670-8538-1E8723B1105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15" creationId="{2EE7BB2D-7C1F-4781-89D0-B7E029C9C8CD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16" creationId="{8D076E7A-CB5C-4DD0-9241-35106CB5877D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17" creationId="{CB6A8BF0-4BF5-4D3D-8894-68D6F26CD5C7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20" creationId="{230CE739-6E10-4B51-92C6-660089EC12F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21" creationId="{FEDEBFF3-061F-49AD-8176-DE595D56729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22" creationId="{463ABE82-E084-4D7A-A36E-5D5AB32E430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23" creationId="{5F17FA79-B7E1-4436-90F3-5FB92D9154D7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24" creationId="{085D9814-B851-4250-AA0C-CEBCF583A388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25" creationId="{215B2CDD-3D41-4688-9C47-F54E26B948ED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26" creationId="{BC3986F2-1765-480B-88B3-446BEBEF4D2B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28" creationId="{C7FBF712-5BEE-4F5A-BA8E-6531A8FC896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29" creationId="{F909AC51-7206-471E-92C4-6FEBA2FCD04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30" creationId="{272A4496-BE25-48AC-ACB0-1340FC0CFFC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32" creationId="{47C01D0F-1061-4AEF-9F57-61488ACBE6D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33" creationId="{44C31BEC-6C97-4B68-BD31-9E63B0AB1A13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34" creationId="{CE3225ED-E80C-4110-9BDA-390C6439B95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36" creationId="{BE25464D-B1B4-4C54-A34B-22BCBF50F56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37" creationId="{4B572544-7624-4B44-81F6-FDE0A556740F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38" creationId="{684F86D1-8B7F-465B-91C4-1F95CD4C565F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39" creationId="{3CB2716A-EB97-4954-B155-9F286B28C227}"/>
          </ac:inkMkLst>
        </pc:inkChg>
        <pc:inkChg chg="add mod">
          <ac:chgData name="VIkram Goyal" userId="4529b0165c9307b1" providerId="LiveId" clId="{697E15A4-21D4-47E2-9C79-C70DAE4A1DFB}" dt="2022-01-25T04:56:22.195" v="7331"/>
          <ac:inkMkLst>
            <pc:docMk/>
            <pc:sldMk cId="1122811718" sldId="272"/>
            <ac:inkMk id="442" creationId="{A44E4542-9BE2-4F8A-85D0-125B9314F34E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44" creationId="{8FA82F3F-1C22-41ED-980E-0A2EE7C71047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46" creationId="{FFB53DFC-7C0C-489D-8AB2-8B2380CB19BC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48" creationId="{03843C7A-CE8F-4B37-A595-985C0D035D3F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49" creationId="{EC52236C-2158-41A1-8E1E-2722799C6AE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50" creationId="{437BF47B-2B56-44C8-8306-C3039D909563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51" creationId="{626D93A7-46C7-426E-8CDF-58B0C70068D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52" creationId="{B7A4D8EC-AD1F-4CEB-931C-47CCAFCBD04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53" creationId="{2CB00D8E-E7BD-4BAF-B093-D631FC3B1C6B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55" creationId="{3D1D6229-056A-4497-A797-E8DE89DA4FE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56" creationId="{8A0B9B06-3728-476E-8D7F-C76131ED001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58" creationId="{1EC3EC3B-847D-4D22-A430-477255A7B9A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59" creationId="{A26EF82B-BC4B-4215-925C-969D4B4D474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61" creationId="{CD427E68-723F-4AA2-847A-1C81E8F9D77F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62" creationId="{447CB114-0BB5-4E00-BAF5-5CE3EFD62917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63" creationId="{1CFD3506-DB4A-4A0B-8319-A1051724CAE0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64" creationId="{945AC79E-E3D2-4BD9-B2BD-1E0D1B0AFF7F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65" creationId="{60F9B4A5-6E00-4C91-AAE8-5CCFCA922EA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66" creationId="{68667016-C514-4AF4-B816-24F01C78C05F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67" creationId="{A8279970-23C8-4EF4-A950-5ED6EDD3558E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68" creationId="{43F5652E-36EF-4F28-86B1-7888FC1258B8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69" creationId="{21924666-E2EA-4939-AFB3-FFAD27BE1A9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70" creationId="{DA03DDED-1764-4110-AF61-05F7BF9D2F6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72" creationId="{0AE5776C-42ED-4DB5-8AD1-3ABD525BC1EB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73" creationId="{1B044A6C-0EBB-46F8-94F0-CD3A986B5A7B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74" creationId="{BE5E335D-877E-4E63-BB50-155C46DE18F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75" creationId="{B8F34930-718A-466D-893A-39A7199899A0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77" creationId="{8BD3D4D9-3B87-40E8-B302-28606E251F1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79" creationId="{0F93D459-F28C-4048-810B-86D48B8595A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80" creationId="{3406EEE8-5DBC-4D95-B28D-030A6AA5A7D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82" creationId="{348C6414-31B1-4AE9-B49B-8F30F8623E0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84" creationId="{E2B9FE8C-ABF5-49A1-976F-58C0ECB209CC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85" creationId="{18633FB5-D28B-4478-9984-DC288CAF5D5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86" creationId="{87B975A3-3458-4D51-AA22-61431E529593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87" creationId="{EE36A189-FE98-4CF4-A8BC-C6E3DD41AD4E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88" creationId="{82FBA4E1-2D1B-407B-94E9-BA4183A864B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89" creationId="{08FD8FBB-C957-4C7D-A032-FED2E9CE1EE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90" creationId="{B4969533-EB72-4237-8DF6-30854522BCB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91" creationId="{B6BEBD7E-6A91-4FC4-80DE-8083ECBD1D40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92" creationId="{D921D95C-6A05-46AC-B26D-D74715C137E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94" creationId="{ED86F1AD-D350-4DDD-8CBB-1D109A10F5A7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95" creationId="{9B31FCC9-2B3C-46DC-B7EC-422D1C3B560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96" creationId="{EE570119-DE90-4FEE-9561-765B7607386E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97" creationId="{2EA98139-83C2-4477-AE44-D191E544DD2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98" creationId="{77EE9CBA-51BF-46FE-A133-1A49EA0490FB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499" creationId="{78C125D4-83A0-4C39-9809-587EDDA5708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00" creationId="{9E783BFF-8D6D-49ED-96D8-02A9971826E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01" creationId="{91D400E8-4FD4-4BEF-8E31-E042AA51BABA}"/>
          </ac:inkMkLst>
        </pc:inkChg>
        <pc:inkChg chg="add mod">
          <ac:chgData name="VIkram Goyal" userId="4529b0165c9307b1" providerId="LiveId" clId="{697E15A4-21D4-47E2-9C79-C70DAE4A1DFB}" dt="2022-01-25T04:59:22.967" v="7398"/>
          <ac:inkMkLst>
            <pc:docMk/>
            <pc:sldMk cId="1122811718" sldId="272"/>
            <ac:inkMk id="503" creationId="{F0AAC558-E36B-48B9-913D-CA753BDD637F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05" creationId="{D6C754A6-5EAB-4426-81A8-5CCDE68B2F2F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06" creationId="{D27672CC-053F-4D38-BCD6-2255D1F78E20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07" creationId="{1499E70B-3D7F-46B0-992D-AA20329F7E6E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08" creationId="{1BF8C26D-CBBE-4506-B5F9-DD6D9BED85E8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09" creationId="{44EF3484-3A20-48C0-8CC8-AF723083D44D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10" creationId="{EA749934-5ADC-4669-BCE7-D0E243E32EDC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11" creationId="{96B058C9-9A55-4811-A481-ABF26B26B21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13" creationId="{FC0FF635-ED63-418E-913C-699EB1ACC03B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14" creationId="{C246C933-372D-43E4-B709-1BB7355B561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15" creationId="{FE394744-B4F8-4B30-B0C4-61A593D43008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17" creationId="{ECBFFFC5-11DB-46DC-BA3E-A9E0A3C941B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18" creationId="{2AC81273-17A9-49EC-80EA-2A986DD3E82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19" creationId="{896CAE46-BC64-4880-82C0-72D9CDFE1AD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21" creationId="{7FE3E28E-7E0A-4B51-9319-EC90B9D5B94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22" creationId="{F4A4AC49-1D92-415C-BF3C-23707D22C80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23" creationId="{5F0D2328-D1AA-4A19-A5AE-4982C6CB629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25" creationId="{53063352-9CBB-47A0-ADB1-A1774EDE20B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26" creationId="{A5D99199-4DCF-4B6D-BB88-6E265927F6E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28" creationId="{AC1BB6F9-9C0A-4091-B5D3-5052177793CD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29" creationId="{BB88B2BB-B968-4596-8637-6FF1B08F0F27}"/>
          </ac:inkMkLst>
        </pc:inkChg>
        <pc:inkChg chg="add mod">
          <ac:chgData name="VIkram Goyal" userId="4529b0165c9307b1" providerId="LiveId" clId="{697E15A4-21D4-47E2-9C79-C70DAE4A1DFB}" dt="2022-01-25T05:00:30.335" v="7449"/>
          <ac:inkMkLst>
            <pc:docMk/>
            <pc:sldMk cId="1122811718" sldId="272"/>
            <ac:inkMk id="531" creationId="{60A176DA-EF5B-4563-87E2-4AED5D623CC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33" creationId="{D24843ED-9BB8-4408-8C5A-9229C6A32797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34" creationId="{3AF21D53-7FBD-42E2-A562-0C1C0473C3F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35" creationId="{165991E9-4C11-492E-928E-392DC58C249C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36" creationId="{A7701D87-00E8-40CA-B97F-E671C260184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37" creationId="{ED1BACCF-464B-411F-AF42-9BE26E306567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38" creationId="{B3660755-DE49-4994-A980-42750AAF826C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39" creationId="{8779D94B-A1F5-4674-AE9A-DF719101C3E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40" creationId="{E457E048-9FF9-4C4E-9DD2-E2CDEED654DE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41" creationId="{8470198C-D5D0-43C8-AA15-85E1B7467FF3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44" creationId="{C2B946A3-7739-4CC7-A648-6472BD26730D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45" creationId="{1327ABE7-84E9-4C6B-8635-5610F367F5BB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46" creationId="{60CED048-50BE-491A-B2BE-4D71A3D328CC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47" creationId="{8E32BC0B-55BE-4129-A570-10241DEEEBF7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48" creationId="{AA918D44-1A23-45C6-8F24-F5937CB1028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50" creationId="{C4711E36-5149-4EE0-B9BA-555D1855C87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51" creationId="{92A51B4E-DFFB-43CC-9304-31E72D630FD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52" creationId="{03161CF8-5DBD-4D67-B291-4F6C8F2CA8E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53" creationId="{7D8AC459-F1B8-4115-BDA1-FDAD5CBA50A7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54" creationId="{49EFD72A-BC36-4DB9-A299-D0675EB64070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55" creationId="{10FA76CE-2CC6-4325-B3C2-20F9AF0BE7FB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56" creationId="{273AAFD4-045B-4465-BE59-CA69CEE4AFE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57" creationId="{4D33015C-4AD4-4143-BA1A-550F0E00340D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58" creationId="{BEF40D5B-6246-4841-BD58-18DC13A61293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59" creationId="{9B3D8794-00A5-48DD-8098-136CB92EBF9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60" creationId="{86EF049E-6E9C-4764-A660-08326E5D87E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61" creationId="{A4958534-7557-4328-8CFA-A601CC9D5ADE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62" creationId="{3D5BDCA9-CA94-4598-BE72-A2F2CF1335C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63" creationId="{C2E75777-5F1B-4CBC-BC4D-EF1910F2C3C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65" creationId="{B38809FD-18F1-4811-B082-FBB43869D173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66" creationId="{A390301A-F13B-4C71-8FF0-76BDE8DB35D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67" creationId="{55AEBB0D-8F98-4CB1-9955-453EEC8D079E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69" creationId="{B33C4510-6592-41E1-9A26-6206D1430DF8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70" creationId="{765F569C-D368-441F-B09B-C139A4BFBCD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71" creationId="{06AB96FA-8D17-4D8F-8E5C-A4641393EEA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73" creationId="{5503C740-E67C-4D4D-994E-912765947920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74" creationId="{4B0068DA-2F83-40DE-8CB7-F2EAAA8333F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76" creationId="{2C89B794-4B34-42AD-AEEF-D261F91F8D1E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78" creationId="{BDFC1ED0-B933-4B90-A55A-FB770C2FEDB8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79" creationId="{94EAFA1F-1691-45AD-B201-377851E404EC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81" creationId="{93314655-4E3D-4014-BA28-0E1C6EB282B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82" creationId="{FAA22D34-96C0-48BE-9748-6AB623969ECF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83" creationId="{25BB1EEB-E205-4BB7-9D2A-85EA86A7FEC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84" creationId="{0BBBFC82-FC61-420B-80E9-2A1A1A661333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85" creationId="{FE1D8B9D-59B5-4EFE-BC20-83DDA4B2AAE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87" creationId="{95D76FD8-A47C-43E4-A693-C7FE1B9E6940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88" creationId="{C1483C9C-F5AC-425E-91B5-16AF30A09D2D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89" creationId="{9461FBF3-A16B-4832-9F60-7AB82EA5008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90" creationId="{EEA45D55-EF0F-4738-8735-A212A2E89C2B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92" creationId="{9BC2C1C8-131C-455C-B09B-1B2226E0A15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93" creationId="{466BCE52-8186-455B-BB02-C504C63B55A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94" creationId="{E458B0D2-1516-4B8A-9DA1-B3003090817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95" creationId="{1D16AE49-7C81-45FB-B993-3DBF7F2C5DB8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96" creationId="{E282448F-07FC-4667-B91A-9A029DC9C95C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98" creationId="{CCED3712-068C-4C04-961B-A4268FD3BBC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599" creationId="{83F57D0A-FC5A-4B2C-95DE-215DE6C9E86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00" creationId="{C8C7525B-240D-45FB-A3B0-28767C65A45E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01" creationId="{EECD4525-B378-472A-B55D-8837C526CC0F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03" creationId="{A514CE2E-6D3C-4549-89EF-11ABC32BDD3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04" creationId="{53184EDD-36FA-4A97-9578-61EA7574688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05" creationId="{C45A85DE-08B1-4C58-9F4F-073F810B9E7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07" creationId="{D24A5D56-7C15-4B7C-A5E4-17E687311FD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08" creationId="{347A31E1-17C5-442C-947D-13CB5EF86DF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09" creationId="{3DC1F819-C187-4462-99AA-740FEA843CF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10" creationId="{3D9ED72B-F026-404A-85FD-3E5754EBACB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11" creationId="{6D1744ED-6D54-44E5-A9FF-DFD72674C3F8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12" creationId="{C4691398-03F0-4079-B65E-BE243F2382B0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13" creationId="{DA59184C-7EAC-42F6-A8EB-61C43F52C848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14" creationId="{526276F2-BF9B-4412-B6BB-2A812746262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16" creationId="{6295A4AA-465D-493B-9C4C-087B5D9AE9D8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17" creationId="{2F7C9418-8C3D-4AFD-A08A-994D382530F8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18" creationId="{CFAFB5BB-91B3-486F-B783-90203146036B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20" creationId="{E6B1D6C8-24C9-48BC-888F-BFD7A130C9AD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21" creationId="{EFCEC296-1F19-4AFA-B1D8-C8319405299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22" creationId="{4B1965B2-E213-4525-AA1C-63CFFE20FF8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24" creationId="{C30F1286-7B2B-48A5-BD0A-490E26234CD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25" creationId="{1379E721-2573-495E-8064-0B455777A6D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26" creationId="{A63976B4-E8AA-4888-9E90-C33E4978809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27" creationId="{C674122E-A487-40B1-ACFE-FA7ED441F41B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28" creationId="{779A21C9-F060-4ED9-97D2-226767C48535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29" creationId="{E452CF3A-A17D-4410-A755-C230269DC047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30" creationId="{B21B5720-BC99-4BA4-877B-7DE19D4E8BC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31" creationId="{F4BBEA17-AC4A-47E2-86F5-11E7CBFBA5E3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32" creationId="{9F61BF66-5D0A-4AF1-BFD2-3C202DD9FCF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33" creationId="{A8841A3C-3EF7-4518-8507-9AD5D8E7C910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34" creationId="{05549FBB-5966-4BC4-8153-03FBDE2C134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35" creationId="{2543D36F-46BF-4ED5-8F37-5B8DF002BB9B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36" creationId="{D1D527EE-1087-4EDA-B3F6-891266CDB637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37" creationId="{8CB966B3-A632-4F2A-8CCE-6953DE4FAE3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38" creationId="{ADD1382D-D738-43DD-A3BF-018A0FA0E6D1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39" creationId="{EA8F8EE6-FDE8-4AAF-8C6D-CCAFECF07DD0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40" creationId="{5C284467-B2D8-43E3-B720-0C3D77A6655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41" creationId="{BA3AF247-CFCD-4F90-9FAA-53014D69447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42" creationId="{F979A69D-8053-448B-8241-850E08E5EEAF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43" creationId="{59201767-4C90-43A5-802A-AEE96A2DC04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44" creationId="{93B55417-8A03-4897-B1BD-946BF5868D9B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45" creationId="{91151B0E-2A5F-4A86-902B-879BB75D42EA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46" creationId="{DE19F127-C9B0-4A59-98B4-650847B457DE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47" creationId="{FF706303-52F3-48E6-9C1F-C9B1890F71F9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48" creationId="{72B4C4F6-EECF-4F4C-BF38-5DECA83DE05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49" creationId="{6C00EA02-2C59-4CB2-91F8-B9B35A79180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50" creationId="{287A2182-4E03-4DB1-8F83-E76063591B4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51" creationId="{2B13460A-8A7C-493D-8A15-50D98E799F1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52" creationId="{C26FDC2F-C46E-496C-B038-E4C60934B714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53" creationId="{6ED79185-F8F6-4C8C-9F3C-0EDF59EFAE96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55" creationId="{7B94D8CC-9196-4ABA-9D13-1F8B914D44B2}"/>
          </ac:inkMkLst>
        </pc:inkChg>
        <pc:inkChg chg="add mod">
          <ac:chgData name="VIkram Goyal" userId="4529b0165c9307b1" providerId="LiveId" clId="{697E15A4-21D4-47E2-9C79-C70DAE4A1DFB}" dt="2022-01-25T05:02:13.146" v="7543"/>
          <ac:inkMkLst>
            <pc:docMk/>
            <pc:sldMk cId="1122811718" sldId="272"/>
            <ac:inkMk id="657" creationId="{E90087F4-10F8-4637-8BC3-825B589DBD64}"/>
          </ac:inkMkLst>
        </pc:inkChg>
      </pc:sldChg>
      <pc:sldChg chg="addSp delSp modSp new del mod">
        <pc:chgData name="VIkram Goyal" userId="4529b0165c9307b1" providerId="LiveId" clId="{697E15A4-21D4-47E2-9C79-C70DAE4A1DFB}" dt="2021-09-25T05:06:57.464" v="4376" actId="47"/>
        <pc:sldMkLst>
          <pc:docMk/>
          <pc:sldMk cId="2263683829" sldId="272"/>
        </pc:sldMkLst>
        <pc:spChg chg="mod">
          <ac:chgData name="VIkram Goyal" userId="4529b0165c9307b1" providerId="LiveId" clId="{697E15A4-21D4-47E2-9C79-C70DAE4A1DFB}" dt="2021-01-20T06:43:00.822" v="2711"/>
          <ac:spMkLst>
            <pc:docMk/>
            <pc:sldMk cId="2263683829" sldId="272"/>
            <ac:spMk id="2" creationId="{8AC0A7AD-EC18-4587-9BB5-19C5853EBF19}"/>
          </ac:spMkLst>
        </pc:spChg>
        <pc:grpChg chg="del mod">
          <ac:chgData name="VIkram Goyal" userId="4529b0165c9307b1" providerId="LiveId" clId="{697E15A4-21D4-47E2-9C79-C70DAE4A1DFB}" dt="2021-01-20T06:42:31.679" v="2687"/>
          <ac:grpSpMkLst>
            <pc:docMk/>
            <pc:sldMk cId="2263683829" sldId="272"/>
            <ac:grpSpMk id="11" creationId="{3EBE5815-B4AC-4D67-AB80-76EB8B410A7D}"/>
          </ac:grpSpMkLst>
        </pc:grpChg>
        <pc:grpChg chg="del mod">
          <ac:chgData name="VIkram Goyal" userId="4529b0165c9307b1" providerId="LiveId" clId="{697E15A4-21D4-47E2-9C79-C70DAE4A1DFB}" dt="2021-01-20T06:42:33.920" v="2690"/>
          <ac:grpSpMkLst>
            <pc:docMk/>
            <pc:sldMk cId="2263683829" sldId="272"/>
            <ac:grpSpMk id="26" creationId="{BA21A20F-E063-4664-9F07-E14AE5736195}"/>
          </ac:grpSpMkLst>
        </pc:grpChg>
        <pc:grpChg chg="del mod">
          <ac:chgData name="VIkram Goyal" userId="4529b0165c9307b1" providerId="LiveId" clId="{697E15A4-21D4-47E2-9C79-C70DAE4A1DFB}" dt="2021-01-20T06:42:37.125" v="2693"/>
          <ac:grpSpMkLst>
            <pc:docMk/>
            <pc:sldMk cId="2263683829" sldId="272"/>
            <ac:grpSpMk id="29" creationId="{9D7202BB-C2C1-4255-A5F3-26C6DE0D4F91}"/>
          </ac:grpSpMkLst>
        </pc:grpChg>
        <pc:grpChg chg="del mod">
          <ac:chgData name="VIkram Goyal" userId="4529b0165c9307b1" providerId="LiveId" clId="{697E15A4-21D4-47E2-9C79-C70DAE4A1DFB}" dt="2021-01-20T06:42:41.170" v="2696"/>
          <ac:grpSpMkLst>
            <pc:docMk/>
            <pc:sldMk cId="2263683829" sldId="272"/>
            <ac:grpSpMk id="32" creationId="{B63788D9-5C4E-4932-8DEE-4E32C7C898C4}"/>
          </ac:grpSpMkLst>
        </pc:grpChg>
        <pc:grpChg chg="del mod">
          <ac:chgData name="VIkram Goyal" userId="4529b0165c9307b1" providerId="LiveId" clId="{697E15A4-21D4-47E2-9C79-C70DAE4A1DFB}" dt="2021-01-20T06:42:43.624" v="2699"/>
          <ac:grpSpMkLst>
            <pc:docMk/>
            <pc:sldMk cId="2263683829" sldId="272"/>
            <ac:grpSpMk id="35" creationId="{D629214D-0005-49E9-B681-E655B774E8D8}"/>
          </ac:grpSpMkLst>
        </pc:grpChg>
        <pc:grpChg chg="del mod">
          <ac:chgData name="VIkram Goyal" userId="4529b0165c9307b1" providerId="LiveId" clId="{697E15A4-21D4-47E2-9C79-C70DAE4A1DFB}" dt="2021-01-20T06:42:45.757" v="2702"/>
          <ac:grpSpMkLst>
            <pc:docMk/>
            <pc:sldMk cId="2263683829" sldId="272"/>
            <ac:grpSpMk id="38" creationId="{22EF4EEC-055E-4FB2-9951-2F89D9EB885C}"/>
          </ac:grpSpMkLst>
        </pc:grpChg>
        <pc:grpChg chg="del mod">
          <ac:chgData name="VIkram Goyal" userId="4529b0165c9307b1" providerId="LiveId" clId="{697E15A4-21D4-47E2-9C79-C70DAE4A1DFB}" dt="2021-01-20T06:42:59.537" v="2708"/>
          <ac:grpSpMkLst>
            <pc:docMk/>
            <pc:sldMk cId="2263683829" sldId="272"/>
            <ac:grpSpMk id="41" creationId="{E4D30818-5070-407B-8E9D-C57B4E2A3430}"/>
          </ac:grpSpMkLst>
        </pc:grpChg>
        <pc:grpChg chg="del mod">
          <ac:chgData name="VIkram Goyal" userId="4529b0165c9307b1" providerId="LiveId" clId="{697E15A4-21D4-47E2-9C79-C70DAE4A1DFB}" dt="2021-01-20T06:43:00.822" v="2711"/>
          <ac:grpSpMkLst>
            <pc:docMk/>
            <pc:sldMk cId="2263683829" sldId="272"/>
            <ac:grpSpMk id="45" creationId="{5E9B2342-EEBD-4812-9A2C-989716BB4A1C}"/>
          </ac:grpSpMkLst>
        </pc:grpChg>
        <pc:grpChg chg="del mod">
          <ac:chgData name="VIkram Goyal" userId="4529b0165c9307b1" providerId="LiveId" clId="{697E15A4-21D4-47E2-9C79-C70DAE4A1DFB}" dt="2021-01-20T06:43:04.920" v="2713"/>
          <ac:grpSpMkLst>
            <pc:docMk/>
            <pc:sldMk cId="2263683829" sldId="272"/>
            <ac:grpSpMk id="47" creationId="{95F313F4-EE7C-41D7-B21C-0E43509F26BC}"/>
          </ac:grpSpMkLst>
        </pc:grpChg>
        <pc:grpChg chg="del mod">
          <ac:chgData name="VIkram Goyal" userId="4529b0165c9307b1" providerId="LiveId" clId="{697E15A4-21D4-47E2-9C79-C70DAE4A1DFB}" dt="2021-01-20T06:43:19.034" v="2720"/>
          <ac:grpSpMkLst>
            <pc:docMk/>
            <pc:sldMk cId="2263683829" sldId="272"/>
            <ac:grpSpMk id="49" creationId="{F9770E4F-C86F-4E38-B0B0-2BD8F9EC8EC4}"/>
          </ac:grpSpMkLst>
        </pc:grpChg>
        <pc:grpChg chg="del mod">
          <ac:chgData name="VIkram Goyal" userId="4529b0165c9307b1" providerId="LiveId" clId="{697E15A4-21D4-47E2-9C79-C70DAE4A1DFB}" dt="2021-01-20T06:43:28.721" v="2730"/>
          <ac:grpSpMkLst>
            <pc:docMk/>
            <pc:sldMk cId="2263683829" sldId="272"/>
            <ac:grpSpMk id="56" creationId="{6414802A-104A-46A6-8980-F4C4A26F2E30}"/>
          </ac:grpSpMkLst>
        </pc:grpChg>
        <pc:grpChg chg="del mod">
          <ac:chgData name="VIkram Goyal" userId="4529b0165c9307b1" providerId="LiveId" clId="{697E15A4-21D4-47E2-9C79-C70DAE4A1DFB}" dt="2021-01-20T06:43:28.721" v="2730"/>
          <ac:grpSpMkLst>
            <pc:docMk/>
            <pc:sldMk cId="2263683829" sldId="272"/>
            <ac:grpSpMk id="61" creationId="{7B1EC5AE-CEE5-49CC-946F-2C61AA2C8192}"/>
          </ac:grpSpMkLst>
        </pc:grpChg>
        <pc:grpChg chg="del mod">
          <ac:chgData name="VIkram Goyal" userId="4529b0165c9307b1" providerId="LiveId" clId="{697E15A4-21D4-47E2-9C79-C70DAE4A1DFB}" dt="2021-01-20T06:43:32.825" v="2735"/>
          <ac:grpSpMkLst>
            <pc:docMk/>
            <pc:sldMk cId="2263683829" sldId="272"/>
            <ac:grpSpMk id="66" creationId="{8A9E28A8-93FB-4146-882A-FF9C16F7FD4D}"/>
          </ac:grpSpMkLst>
        </pc:grpChg>
        <pc:grpChg chg="del mod">
          <ac:chgData name="VIkram Goyal" userId="4529b0165c9307b1" providerId="LiveId" clId="{697E15A4-21D4-47E2-9C79-C70DAE4A1DFB}" dt="2021-01-20T06:43:51.271" v="2745"/>
          <ac:grpSpMkLst>
            <pc:docMk/>
            <pc:sldMk cId="2263683829" sldId="272"/>
            <ac:grpSpMk id="71" creationId="{A59B525E-9CD5-41F2-A67D-F3D1841A1484}"/>
          </ac:grpSpMkLst>
        </pc:grpChg>
        <pc:grpChg chg="del mod">
          <ac:chgData name="VIkram Goyal" userId="4529b0165c9307b1" providerId="LiveId" clId="{697E15A4-21D4-47E2-9C79-C70DAE4A1DFB}" dt="2021-01-20T06:43:59.725" v="2752"/>
          <ac:grpSpMkLst>
            <pc:docMk/>
            <pc:sldMk cId="2263683829" sldId="272"/>
            <ac:grpSpMk id="81" creationId="{3AE02D11-4526-4E20-B7D4-82BDCF556583}"/>
          </ac:grpSpMkLst>
        </pc:grpChg>
        <pc:grpChg chg="del mod">
          <ac:chgData name="VIkram Goyal" userId="4529b0165c9307b1" providerId="LiveId" clId="{697E15A4-21D4-47E2-9C79-C70DAE4A1DFB}" dt="2021-01-20T06:44:01.082" v="2755"/>
          <ac:grpSpMkLst>
            <pc:docMk/>
            <pc:sldMk cId="2263683829" sldId="272"/>
            <ac:grpSpMk id="88" creationId="{146E451F-D5F8-48F5-A704-A0634AED0150}"/>
          </ac:grpSpMkLst>
        </pc:grpChg>
        <pc:grpChg chg="del mod">
          <ac:chgData name="VIkram Goyal" userId="4529b0165c9307b1" providerId="LiveId" clId="{697E15A4-21D4-47E2-9C79-C70DAE4A1DFB}" dt="2021-01-20T06:44:24.735" v="2758"/>
          <ac:grpSpMkLst>
            <pc:docMk/>
            <pc:sldMk cId="2263683829" sldId="272"/>
            <ac:grpSpMk id="91" creationId="{7A3568F1-AC87-427D-86AC-2558DB2C956B}"/>
          </ac:grpSpMkLst>
        </pc:grpChg>
        <pc:grpChg chg="del mod">
          <ac:chgData name="VIkram Goyal" userId="4529b0165c9307b1" providerId="LiveId" clId="{697E15A4-21D4-47E2-9C79-C70DAE4A1DFB}" dt="2021-01-20T06:45:00.538" v="2760"/>
          <ac:grpSpMkLst>
            <pc:docMk/>
            <pc:sldMk cId="2263683829" sldId="272"/>
            <ac:grpSpMk id="94" creationId="{381405FB-F2A2-4E8B-8611-BF90E502B0FE}"/>
          </ac:grpSpMkLst>
        </pc:grpChg>
        <pc:grpChg chg="del mod">
          <ac:chgData name="VIkram Goyal" userId="4529b0165c9307b1" providerId="LiveId" clId="{697E15A4-21D4-47E2-9C79-C70DAE4A1DFB}" dt="2021-01-20T06:45:06.161" v="2767"/>
          <ac:grpSpMkLst>
            <pc:docMk/>
            <pc:sldMk cId="2263683829" sldId="272"/>
            <ac:grpSpMk id="96" creationId="{D1EB01A3-E19F-4585-B60D-F58DE6B18C59}"/>
          </ac:grpSpMkLst>
        </pc:grpChg>
        <pc:grpChg chg="del mod">
          <ac:chgData name="VIkram Goyal" userId="4529b0165c9307b1" providerId="LiveId" clId="{697E15A4-21D4-47E2-9C79-C70DAE4A1DFB}" dt="2021-01-20T06:45:08.031" v="2769"/>
          <ac:grpSpMkLst>
            <pc:docMk/>
            <pc:sldMk cId="2263683829" sldId="272"/>
            <ac:grpSpMk id="103" creationId="{9720B2D1-31C4-4C83-B0DF-33A89DBBF786}"/>
          </ac:grpSpMkLst>
        </pc:grpChg>
        <pc:grpChg chg="del mod">
          <ac:chgData name="VIkram Goyal" userId="4529b0165c9307b1" providerId="LiveId" clId="{697E15A4-21D4-47E2-9C79-C70DAE4A1DFB}" dt="2021-01-20T06:45:13.389" v="2772"/>
          <ac:grpSpMkLst>
            <pc:docMk/>
            <pc:sldMk cId="2263683829" sldId="272"/>
            <ac:grpSpMk id="105" creationId="{365360BB-60B4-4044-A171-1B5F3CEBAD14}"/>
          </ac:grpSpMkLst>
        </pc:grpChg>
        <pc:grpChg chg="del mod">
          <ac:chgData name="VIkram Goyal" userId="4529b0165c9307b1" providerId="LiveId" clId="{697E15A4-21D4-47E2-9C79-C70DAE4A1DFB}" dt="2021-01-20T06:45:18.483" v="2774"/>
          <ac:grpSpMkLst>
            <pc:docMk/>
            <pc:sldMk cId="2263683829" sldId="272"/>
            <ac:grpSpMk id="108" creationId="{A0DEAB90-4B1B-4DD9-9D1B-53BBC9296E29}"/>
          </ac:grpSpMkLst>
        </pc:grpChg>
        <pc:grpChg chg="mod">
          <ac:chgData name="VIkram Goyal" userId="4529b0165c9307b1" providerId="LiveId" clId="{697E15A4-21D4-47E2-9C79-C70DAE4A1DFB}" dt="2021-01-20T06:45:18.483" v="2774"/>
          <ac:grpSpMkLst>
            <pc:docMk/>
            <pc:sldMk cId="2263683829" sldId="272"/>
            <ac:grpSpMk id="110" creationId="{20775569-0893-4FFE-9955-F8FDBF11F1B9}"/>
          </ac:grpSpMkLst>
        </pc:grp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4" creationId="{AA6B13D4-A6F7-4CCB-868D-34EEFF78C673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5" creationId="{19AE7F7D-6CD7-4FF9-B65E-168C9D5DAB66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6" creationId="{1988EDC7-DA3A-47C3-AEAC-C4CD49FFEBBD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7" creationId="{1FA16A26-BE56-4379-BA36-75B5A6248986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8" creationId="{85888A3F-D233-4457-8C03-F7E4488D5215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9" creationId="{2D9704FB-6521-4CF2-9B05-C913C5532EFB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0" creationId="{268C99D9-C80E-4CA4-8138-2DCADEEC393C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2" creationId="{4BA60DD8-DE4F-42C0-85AA-4C9AA6198FDC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3" creationId="{0C659AA8-6AE7-4F17-B747-BDE5DBD07477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4" creationId="{4E32E398-0CF0-4210-8DF6-0578B6487A44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5" creationId="{943477F5-94FA-4B12-B9B5-7A06667F04D3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6" creationId="{14FA38D8-D573-418F-8F1B-F12A714F31B3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7" creationId="{13175128-D309-4C21-9135-5A46B515EAC2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8" creationId="{593B72DD-6C65-4854-A6F9-EDE52B3B2237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9" creationId="{121A41F1-14F6-42D5-868C-F4B4CF412ACA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20" creationId="{788DDFEA-4199-496D-82D2-7BBEA0B1C2F8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21" creationId="{C65A257C-415D-46FA-9E83-C49542D0A115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22" creationId="{7D13455D-D166-4A6D-971F-C06D6BB30E14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23" creationId="{A0AB3B9A-0BC7-4823-848C-F9EAF495AB8D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24" creationId="{1151C32E-2F0D-4918-B53D-925753C1D0F5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25" creationId="{AE9E7BE2-6DEF-44B6-96FF-CBCD7D3DA8D6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27" creationId="{C90481F3-310B-45AA-B67E-7B7D6DAF2ABD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28" creationId="{DD9B0CFC-BC64-4ADD-9728-D490CBDD62F7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30" creationId="{7F3FD100-B732-4E05-888C-D6A974B6BB64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31" creationId="{33A8A8BD-D302-4104-B0C6-002C0447EFAB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33" creationId="{9C50D4CA-229E-4705-88DE-355E68EC6A1A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34" creationId="{6FA6FA1C-74E5-4EAC-BAA1-2E6DCF1CA0C1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36" creationId="{C4DC8801-55CA-453F-B7EE-56D1CB6AAEEE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37" creationId="{9D73359A-1DE1-434E-84F7-CC79908DD7E3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39" creationId="{1636FA87-C273-4058-92CB-346E147E124A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40" creationId="{EA40ED0C-74EA-42F3-9F4A-0D809FCF8148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42" creationId="{2A8CD824-C6F7-4422-9B6A-939C0B5D81E0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43" creationId="{8C18E4B8-D3EA-4082-8F05-E001E2A58BF9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44" creationId="{D133201B-3D8F-4324-9232-BCB71AD63263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46" creationId="{792841F9-0098-47B0-A5C2-89A09CF7E7A0}"/>
          </ac:inkMkLst>
        </pc:inkChg>
        <pc:inkChg chg="add mod">
          <ac:chgData name="VIkram Goyal" userId="4529b0165c9307b1" providerId="LiveId" clId="{697E15A4-21D4-47E2-9C79-C70DAE4A1DFB}" dt="2021-01-20T06:43:19.034" v="2720"/>
          <ac:inkMkLst>
            <pc:docMk/>
            <pc:sldMk cId="2263683829" sldId="272"/>
            <ac:inkMk id="48" creationId="{FD73D5BD-BB93-4A8D-ADEB-926AE997D9B3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50" creationId="{502BEE59-CAEE-4660-8E1A-67F05C15A4B6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51" creationId="{AB7700CC-AAB6-48B0-8780-C6151149F5C7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52" creationId="{4C1CDE6D-35DB-4159-9683-A0C6ACBB7C88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53" creationId="{54988522-B2E8-4766-AA9E-AFBC1949C658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54" creationId="{1065B552-86FC-4762-8F08-0417C17E3E3D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55" creationId="{FD7E332A-80CF-45CF-AFDF-7B9F8F186AC0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57" creationId="{0EA2D16B-5458-412E-9E29-5A9FDE6BA437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58" creationId="{57CDB381-813A-4350-8F17-C23C0D650A5E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59" creationId="{76F8DA45-255A-4D36-83D4-8ABA27923DDF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60" creationId="{45C0FE4F-A3B8-4967-B0A8-1E2E2EC4722D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62" creationId="{689D410D-56F2-4A05-97BC-1B5EF81825DC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63" creationId="{9F98170B-2D63-433F-AACC-62D253755016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64" creationId="{FACAB5DC-2AC8-49C6-9836-C11498CD43FE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65" creationId="{AB47E4FD-EB91-4F96-98D3-3713AEB5A815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67" creationId="{99C46228-B19E-455D-9D11-D909CC0AEBAE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68" creationId="{3EB7F044-0D7C-4788-8947-2929685089AA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69" creationId="{4E805898-F76A-41EF-A953-70B366CD5E0A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70" creationId="{D04E1A50-A894-40E0-93F9-1553BD8E9478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72" creationId="{84EA3875-D043-4FC8-8BBC-A1ADC8961E98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73" creationId="{6E7B35EA-E0FC-4032-B01F-6619A93B198C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74" creationId="{F75FC7E1-5222-4E91-8B0B-3947C68FCD55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75" creationId="{773C0C37-C995-4ACB-876C-D2666AB09BC6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76" creationId="{A1C58ACF-9855-4FF8-BA4B-909E860BD989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77" creationId="{B52A80DA-1253-4070-B6B4-1A12F92EB0E1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78" creationId="{3788B266-623E-497D-9723-CF2CEB71ECBA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79" creationId="{7AE54F37-6730-4A5A-B7DE-27BB0E37AE5B}"/>
          </ac:inkMkLst>
        </pc:inkChg>
        <pc:inkChg chg="add mod">
          <ac:chgData name="VIkram Goyal" userId="4529b0165c9307b1" providerId="LiveId" clId="{697E15A4-21D4-47E2-9C79-C70DAE4A1DFB}" dt="2021-01-20T06:43:59.725" v="2752"/>
          <ac:inkMkLst>
            <pc:docMk/>
            <pc:sldMk cId="2263683829" sldId="272"/>
            <ac:inkMk id="80" creationId="{8DF74B7B-976C-4240-A7E7-798F0253ACB6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82" creationId="{35E1CFEB-9D5D-4478-A963-6A04FC83CAF9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83" creationId="{312287EE-38CF-42B8-99E5-6C1DC1D6D8C6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84" creationId="{BED3A5B9-A7F7-4656-864E-A0334CD6978E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85" creationId="{2FD1E2D2-E88C-4534-8C6E-BCB8C3939099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86" creationId="{8E48704A-9DE3-47B4-A3E9-6407E130C927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87" creationId="{B40B4F2E-73AF-46D6-87C3-9485DE71E752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89" creationId="{BD71E967-B7E0-4457-91C3-D3D71152CA0B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90" creationId="{B72770BA-5936-49C8-8D60-3F737E5519CB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92" creationId="{30C691BC-F187-4BB5-BAAF-8F7717EDE69C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93" creationId="{4044467A-F941-442C-9681-F4362F4B1E79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95" creationId="{0EC23942-0C7A-421C-AD4D-28676521D1DB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97" creationId="{735FEF18-5681-4D02-BA9A-49174E72B5FC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98" creationId="{A3E6107F-310E-423A-A790-E6A4BCB996BD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99" creationId="{1C4638F4-6DBA-4D81-9A73-422783814E26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00" creationId="{C34B4CEF-639D-43D7-8492-3F055C697FAB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01" creationId="{C857837C-656F-44BC-8342-C38466375FBE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02" creationId="{8D951447-BCB1-47B9-B33B-1B324537EC96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04" creationId="{B0B455C0-6901-4704-A10B-BB1786B165AD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06" creationId="{D9B49756-DAF0-4718-87E4-6271DE608393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07" creationId="{EFFB043D-49F8-4155-85FA-179D35E656FB}"/>
          </ac:inkMkLst>
        </pc:inkChg>
        <pc:inkChg chg="add mod">
          <ac:chgData name="VIkram Goyal" userId="4529b0165c9307b1" providerId="LiveId" clId="{697E15A4-21D4-47E2-9C79-C70DAE4A1DFB}" dt="2021-01-20T06:45:18.483" v="2774"/>
          <ac:inkMkLst>
            <pc:docMk/>
            <pc:sldMk cId="2263683829" sldId="272"/>
            <ac:inkMk id="109" creationId="{39A8FDD1-27DE-43F9-A7CC-61ED7432273C}"/>
          </ac:inkMkLst>
        </pc:inkChg>
      </pc:sldChg>
      <pc:sldChg chg="addSp delSp modSp new del mod">
        <pc:chgData name="VIkram Goyal" userId="4529b0165c9307b1" providerId="LiveId" clId="{697E15A4-21D4-47E2-9C79-C70DAE4A1DFB}" dt="2021-09-25T05:06:59.078" v="4377" actId="47"/>
        <pc:sldMkLst>
          <pc:docMk/>
          <pc:sldMk cId="1642417355" sldId="273"/>
        </pc:sldMkLst>
        <pc:grpChg chg="del mod">
          <ac:chgData name="VIkram Goyal" userId="4529b0165c9307b1" providerId="LiveId" clId="{697E15A4-21D4-47E2-9C79-C70DAE4A1DFB}" dt="2021-01-20T06:47:16.793" v="2811"/>
          <ac:grpSpMkLst>
            <pc:docMk/>
            <pc:sldMk cId="1642417355" sldId="273"/>
            <ac:grpSpMk id="24" creationId="{88C096C4-B77A-42F7-BE14-839176263FC9}"/>
          </ac:grpSpMkLst>
        </pc:grpChg>
        <pc:grpChg chg="del mod">
          <ac:chgData name="VIkram Goyal" userId="4529b0165c9307b1" providerId="LiveId" clId="{697E15A4-21D4-47E2-9C79-C70DAE4A1DFB}" dt="2021-01-20T06:48:20.050" v="2864"/>
          <ac:grpSpMkLst>
            <pc:docMk/>
            <pc:sldMk cId="1642417355" sldId="273"/>
            <ac:grpSpMk id="30" creationId="{B812ED50-AC42-40AF-8900-193800521092}"/>
          </ac:grpSpMkLst>
        </pc:grpChg>
        <pc:grpChg chg="del mod">
          <ac:chgData name="VIkram Goyal" userId="4529b0165c9307b1" providerId="LiveId" clId="{697E15A4-21D4-47E2-9C79-C70DAE4A1DFB}" dt="2021-01-20T06:47:24.043" v="2820"/>
          <ac:grpSpMkLst>
            <pc:docMk/>
            <pc:sldMk cId="1642417355" sldId="273"/>
            <ac:grpSpMk id="36" creationId="{D778E063-9DDE-4B94-BEF6-67BFF6760B04}"/>
          </ac:grpSpMkLst>
        </pc:grpChg>
        <pc:grpChg chg="del mod">
          <ac:chgData name="VIkram Goyal" userId="4529b0165c9307b1" providerId="LiveId" clId="{697E15A4-21D4-47E2-9C79-C70DAE4A1DFB}" dt="2021-01-20T06:48:20.050" v="2864"/>
          <ac:grpSpMkLst>
            <pc:docMk/>
            <pc:sldMk cId="1642417355" sldId="273"/>
            <ac:grpSpMk id="37" creationId="{EA01F317-8F4E-4F13-94E1-D177A51F664B}"/>
          </ac:grpSpMkLst>
        </pc:grpChg>
        <pc:grpChg chg="del mod">
          <ac:chgData name="VIkram Goyal" userId="4529b0165c9307b1" providerId="LiveId" clId="{697E15A4-21D4-47E2-9C79-C70DAE4A1DFB}" dt="2021-01-20T06:47:46.847" v="2831"/>
          <ac:grpSpMkLst>
            <pc:docMk/>
            <pc:sldMk cId="1642417355" sldId="273"/>
            <ac:grpSpMk id="40" creationId="{3FF8DA69-F9C3-4A26-AF43-6421C02CFA81}"/>
          </ac:grpSpMkLst>
        </pc:grpChg>
        <pc:grpChg chg="del mod">
          <ac:chgData name="VIkram Goyal" userId="4529b0165c9307b1" providerId="LiveId" clId="{697E15A4-21D4-47E2-9C79-C70DAE4A1DFB}" dt="2021-01-20T06:48:20.050" v="2864"/>
          <ac:grpSpMkLst>
            <pc:docMk/>
            <pc:sldMk cId="1642417355" sldId="273"/>
            <ac:grpSpMk id="47" creationId="{ED044A14-CD85-472A-8E7A-7DA1077B357F}"/>
          </ac:grpSpMkLst>
        </pc:grpChg>
        <pc:grpChg chg="del mod">
          <ac:chgData name="VIkram Goyal" userId="4529b0165c9307b1" providerId="LiveId" clId="{697E15A4-21D4-47E2-9C79-C70DAE4A1DFB}" dt="2021-01-20T06:48:20.050" v="2864"/>
          <ac:grpSpMkLst>
            <pc:docMk/>
            <pc:sldMk cId="1642417355" sldId="273"/>
            <ac:grpSpMk id="51" creationId="{A4DDD01D-5B1E-4293-A12E-EFCD65F77931}"/>
          </ac:grpSpMkLst>
        </pc:grpChg>
        <pc:grpChg chg="del mod">
          <ac:chgData name="VIkram Goyal" userId="4529b0165c9307b1" providerId="LiveId" clId="{697E15A4-21D4-47E2-9C79-C70DAE4A1DFB}" dt="2021-01-20T06:47:54.728" v="2839"/>
          <ac:grpSpMkLst>
            <pc:docMk/>
            <pc:sldMk cId="1642417355" sldId="273"/>
            <ac:grpSpMk id="54" creationId="{856B1ABB-8175-4029-8A30-9314B5655FA8}"/>
          </ac:grpSpMkLst>
        </pc:grpChg>
        <pc:grpChg chg="del mod">
          <ac:chgData name="VIkram Goyal" userId="4529b0165c9307b1" providerId="LiveId" clId="{697E15A4-21D4-47E2-9C79-C70DAE4A1DFB}" dt="2021-01-20T06:48:20.050" v="2864"/>
          <ac:grpSpMkLst>
            <pc:docMk/>
            <pc:sldMk cId="1642417355" sldId="273"/>
            <ac:grpSpMk id="59" creationId="{E0F57E78-0E5D-4E6A-A102-281A2042D56F}"/>
          </ac:grpSpMkLst>
        </pc:grpChg>
        <pc:grpChg chg="del mod">
          <ac:chgData name="VIkram Goyal" userId="4529b0165c9307b1" providerId="LiveId" clId="{697E15A4-21D4-47E2-9C79-C70DAE4A1DFB}" dt="2021-01-20T06:48:20.050" v="2864"/>
          <ac:grpSpMkLst>
            <pc:docMk/>
            <pc:sldMk cId="1642417355" sldId="273"/>
            <ac:grpSpMk id="66" creationId="{E6C14125-2383-4FE8-8E81-65EA01F23310}"/>
          </ac:grpSpMkLst>
        </pc:grpChg>
        <pc:grpChg chg="del mod">
          <ac:chgData name="VIkram Goyal" userId="4529b0165c9307b1" providerId="LiveId" clId="{697E15A4-21D4-47E2-9C79-C70DAE4A1DFB}" dt="2021-01-20T06:48:22.943" v="2866"/>
          <ac:grpSpMkLst>
            <pc:docMk/>
            <pc:sldMk cId="1642417355" sldId="273"/>
            <ac:grpSpMk id="84" creationId="{EBCF71E3-6CEE-4582-9AFA-D4ECAE290063}"/>
          </ac:grpSpMkLst>
        </pc:grpChg>
        <pc:grpChg chg="del mod">
          <ac:chgData name="VIkram Goyal" userId="4529b0165c9307b1" providerId="LiveId" clId="{697E15A4-21D4-47E2-9C79-C70DAE4A1DFB}" dt="2021-01-20T06:48:30.153" v="2869"/>
          <ac:grpSpMkLst>
            <pc:docMk/>
            <pc:sldMk cId="1642417355" sldId="273"/>
            <ac:grpSpMk id="86" creationId="{46386055-585C-472F-A12D-CC5166515B5D}"/>
          </ac:grpSpMkLst>
        </pc:grpChg>
        <pc:grpChg chg="del mod">
          <ac:chgData name="VIkram Goyal" userId="4529b0165c9307b1" providerId="LiveId" clId="{697E15A4-21D4-47E2-9C79-C70DAE4A1DFB}" dt="2021-01-20T06:48:42.149" v="2881"/>
          <ac:grpSpMkLst>
            <pc:docMk/>
            <pc:sldMk cId="1642417355" sldId="273"/>
            <ac:grpSpMk id="89" creationId="{8B5B00CF-A75D-4AB1-A038-396204E046E0}"/>
          </ac:grpSpMkLst>
        </pc:grpChg>
        <pc:grpChg chg="del mod">
          <ac:chgData name="VIkram Goyal" userId="4529b0165c9307b1" providerId="LiveId" clId="{697E15A4-21D4-47E2-9C79-C70DAE4A1DFB}" dt="2021-01-20T06:48:44.772" v="2884"/>
          <ac:grpSpMkLst>
            <pc:docMk/>
            <pc:sldMk cId="1642417355" sldId="273"/>
            <ac:grpSpMk id="101" creationId="{BC10DD31-E3CA-4047-BFD6-4DE4E042C86D}"/>
          </ac:grpSpMkLst>
        </pc:grpChg>
        <pc:grpChg chg="del mod">
          <ac:chgData name="VIkram Goyal" userId="4529b0165c9307b1" providerId="LiveId" clId="{697E15A4-21D4-47E2-9C79-C70DAE4A1DFB}" dt="2021-01-20T06:48:47.386" v="2889"/>
          <ac:grpSpMkLst>
            <pc:docMk/>
            <pc:sldMk cId="1642417355" sldId="273"/>
            <ac:grpSpMk id="104" creationId="{D9F54CCD-322A-4033-9C78-4AC1E2CA1C17}"/>
          </ac:grpSpMkLst>
        </pc:grpChg>
        <pc:grpChg chg="del mod">
          <ac:chgData name="VIkram Goyal" userId="4529b0165c9307b1" providerId="LiveId" clId="{697E15A4-21D4-47E2-9C79-C70DAE4A1DFB}" dt="2021-01-20T06:48:47.386" v="2889"/>
          <ac:grpSpMkLst>
            <pc:docMk/>
            <pc:sldMk cId="1642417355" sldId="273"/>
            <ac:grpSpMk id="109" creationId="{771C411D-5FF5-4BC8-B1DF-02B75F96973E}"/>
          </ac:grpSpMkLst>
        </pc:grpChg>
        <pc:grpChg chg="del mod">
          <ac:chgData name="VIkram Goyal" userId="4529b0165c9307b1" providerId="LiveId" clId="{697E15A4-21D4-47E2-9C79-C70DAE4A1DFB}" dt="2021-01-20T06:48:49.902" v="2895"/>
          <ac:grpSpMkLst>
            <pc:docMk/>
            <pc:sldMk cId="1642417355" sldId="273"/>
            <ac:grpSpMk id="110" creationId="{0BC8DE70-DA55-4070-BFAD-417C3BE2FE36}"/>
          </ac:grpSpMkLst>
        </pc:grpChg>
        <pc:grpChg chg="del mod">
          <ac:chgData name="VIkram Goyal" userId="4529b0165c9307b1" providerId="LiveId" clId="{697E15A4-21D4-47E2-9C79-C70DAE4A1DFB}" dt="2021-01-20T06:48:54.203" v="2900"/>
          <ac:grpSpMkLst>
            <pc:docMk/>
            <pc:sldMk cId="1642417355" sldId="273"/>
            <ac:grpSpMk id="116" creationId="{786B95D7-103C-4C73-A3C3-B9AC1F94AFC6}"/>
          </ac:grpSpMkLst>
        </pc:grpChg>
        <pc:grpChg chg="del mod">
          <ac:chgData name="VIkram Goyal" userId="4529b0165c9307b1" providerId="LiveId" clId="{697E15A4-21D4-47E2-9C79-C70DAE4A1DFB}" dt="2021-01-20T06:48:54.203" v="2900"/>
          <ac:grpSpMkLst>
            <pc:docMk/>
            <pc:sldMk cId="1642417355" sldId="273"/>
            <ac:grpSpMk id="121" creationId="{D7D3A813-1100-4437-8A61-07A6500C64BD}"/>
          </ac:grpSpMkLst>
        </pc:grpChg>
        <pc:grpChg chg="del mod">
          <ac:chgData name="VIkram Goyal" userId="4529b0165c9307b1" providerId="LiveId" clId="{697E15A4-21D4-47E2-9C79-C70DAE4A1DFB}" dt="2021-01-20T06:49:06.661" v="2905"/>
          <ac:grpSpMkLst>
            <pc:docMk/>
            <pc:sldMk cId="1642417355" sldId="273"/>
            <ac:grpSpMk id="122" creationId="{1F68372A-2A51-4F2F-B38D-9E43C7EFF02F}"/>
          </ac:grpSpMkLst>
        </pc:grpChg>
        <pc:grpChg chg="del mod">
          <ac:chgData name="VIkram Goyal" userId="4529b0165c9307b1" providerId="LiveId" clId="{697E15A4-21D4-47E2-9C79-C70DAE4A1DFB}" dt="2021-01-20T06:49:06.661" v="2905"/>
          <ac:grpSpMkLst>
            <pc:docMk/>
            <pc:sldMk cId="1642417355" sldId="273"/>
            <ac:grpSpMk id="125" creationId="{A9528FA4-D34D-4846-B867-84263F96FEE8}"/>
          </ac:grpSpMkLst>
        </pc:grpChg>
        <pc:grpChg chg="del mod">
          <ac:chgData name="VIkram Goyal" userId="4529b0165c9307b1" providerId="LiveId" clId="{697E15A4-21D4-47E2-9C79-C70DAE4A1DFB}" dt="2021-01-20T06:49:20.666" v="2910"/>
          <ac:grpSpMkLst>
            <pc:docMk/>
            <pc:sldMk cId="1642417355" sldId="273"/>
            <ac:grpSpMk id="127" creationId="{359B6CA2-3EE8-4D2E-A6E7-E18E3DB27275}"/>
          </ac:grpSpMkLst>
        </pc:grpChg>
        <pc:grpChg chg="del mod">
          <ac:chgData name="VIkram Goyal" userId="4529b0165c9307b1" providerId="LiveId" clId="{697E15A4-21D4-47E2-9C79-C70DAE4A1DFB}" dt="2021-01-20T06:49:26.098" v="2913"/>
          <ac:grpSpMkLst>
            <pc:docMk/>
            <pc:sldMk cId="1642417355" sldId="273"/>
            <ac:grpSpMk id="132" creationId="{6F219371-CEE9-40ED-BC85-841A9FB622FE}"/>
          </ac:grpSpMkLst>
        </pc:grpChg>
        <pc:grpChg chg="del mod">
          <ac:chgData name="VIkram Goyal" userId="4529b0165c9307b1" providerId="LiveId" clId="{697E15A4-21D4-47E2-9C79-C70DAE4A1DFB}" dt="2021-01-20T06:49:31.946" v="2916"/>
          <ac:grpSpMkLst>
            <pc:docMk/>
            <pc:sldMk cId="1642417355" sldId="273"/>
            <ac:grpSpMk id="135" creationId="{A5A3B378-2C81-44F6-9BE2-1D5ED9C19C3C}"/>
          </ac:grpSpMkLst>
        </pc:grpChg>
        <pc:grpChg chg="del mod">
          <ac:chgData name="VIkram Goyal" userId="4529b0165c9307b1" providerId="LiveId" clId="{697E15A4-21D4-47E2-9C79-C70DAE4A1DFB}" dt="2021-01-20T06:49:37.733" v="2919"/>
          <ac:grpSpMkLst>
            <pc:docMk/>
            <pc:sldMk cId="1642417355" sldId="273"/>
            <ac:grpSpMk id="138" creationId="{B6FAE191-97AB-405D-958D-F4C996BF8062}"/>
          </ac:grpSpMkLst>
        </pc:grpChg>
        <pc:grpChg chg="del mod">
          <ac:chgData name="VIkram Goyal" userId="4529b0165c9307b1" providerId="LiveId" clId="{697E15A4-21D4-47E2-9C79-C70DAE4A1DFB}" dt="2021-01-20T06:49:53.117" v="2934"/>
          <ac:grpSpMkLst>
            <pc:docMk/>
            <pc:sldMk cId="1642417355" sldId="273"/>
            <ac:grpSpMk id="141" creationId="{1D827324-E1F7-4F77-B025-C0644F602947}"/>
          </ac:grpSpMkLst>
        </pc:grpChg>
        <pc:grpChg chg="del mod">
          <ac:chgData name="VIkram Goyal" userId="4529b0165c9307b1" providerId="LiveId" clId="{697E15A4-21D4-47E2-9C79-C70DAE4A1DFB}" dt="2021-01-20T06:49:53.117" v="2934"/>
          <ac:grpSpMkLst>
            <pc:docMk/>
            <pc:sldMk cId="1642417355" sldId="273"/>
            <ac:grpSpMk id="146" creationId="{E7D50168-08CC-47BA-95FE-77C62438AA1A}"/>
          </ac:grpSpMkLst>
        </pc:grpChg>
        <pc:grpChg chg="del mod">
          <ac:chgData name="VIkram Goyal" userId="4529b0165c9307b1" providerId="LiveId" clId="{697E15A4-21D4-47E2-9C79-C70DAE4A1DFB}" dt="2021-01-20T06:49:57.565" v="2941"/>
          <ac:grpSpMkLst>
            <pc:docMk/>
            <pc:sldMk cId="1642417355" sldId="273"/>
            <ac:grpSpMk id="156" creationId="{BBC2C149-46F5-49B4-A0FB-7CF757029849}"/>
          </ac:grpSpMkLst>
        </pc:grpChg>
        <pc:grpChg chg="del mod">
          <ac:chgData name="VIkram Goyal" userId="4529b0165c9307b1" providerId="LiveId" clId="{697E15A4-21D4-47E2-9C79-C70DAE4A1DFB}" dt="2021-01-20T06:50:18.575" v="2956"/>
          <ac:grpSpMkLst>
            <pc:docMk/>
            <pc:sldMk cId="1642417355" sldId="273"/>
            <ac:grpSpMk id="163" creationId="{7F19691A-DC0F-4E38-8988-C22A30447BAE}"/>
          </ac:grpSpMkLst>
        </pc:grpChg>
        <pc:grpChg chg="del mod">
          <ac:chgData name="VIkram Goyal" userId="4529b0165c9307b1" providerId="LiveId" clId="{697E15A4-21D4-47E2-9C79-C70DAE4A1DFB}" dt="2021-01-20T06:50:26.655" v="2963"/>
          <ac:grpSpMkLst>
            <pc:docMk/>
            <pc:sldMk cId="1642417355" sldId="273"/>
            <ac:grpSpMk id="178" creationId="{029293D3-D5D2-4D3F-8D5E-2C647806293B}"/>
          </ac:grpSpMkLst>
        </pc:grpChg>
        <pc:grpChg chg="del mod">
          <ac:chgData name="VIkram Goyal" userId="4529b0165c9307b1" providerId="LiveId" clId="{697E15A4-21D4-47E2-9C79-C70DAE4A1DFB}" dt="2021-01-20T06:50:23.770" v="2961"/>
          <ac:grpSpMkLst>
            <pc:docMk/>
            <pc:sldMk cId="1642417355" sldId="273"/>
            <ac:grpSpMk id="181" creationId="{26E82D00-98E7-40EE-9E62-68578CA84BBD}"/>
          </ac:grpSpMkLst>
        </pc:grpChg>
        <pc:grpChg chg="del mod">
          <ac:chgData name="VIkram Goyal" userId="4529b0165c9307b1" providerId="LiveId" clId="{697E15A4-21D4-47E2-9C79-C70DAE4A1DFB}" dt="2021-01-20T06:50:26.655" v="2963"/>
          <ac:grpSpMkLst>
            <pc:docMk/>
            <pc:sldMk cId="1642417355" sldId="273"/>
            <ac:grpSpMk id="183" creationId="{783D87CF-0397-4743-97B2-085CE15E4C4E}"/>
          </ac:grpSpMkLst>
        </pc:grpChg>
        <pc:grpChg chg="del mod">
          <ac:chgData name="VIkram Goyal" userId="4529b0165c9307b1" providerId="LiveId" clId="{697E15A4-21D4-47E2-9C79-C70DAE4A1DFB}" dt="2021-01-20T06:50:29.760" v="2965"/>
          <ac:grpSpMkLst>
            <pc:docMk/>
            <pc:sldMk cId="1642417355" sldId="273"/>
            <ac:grpSpMk id="185" creationId="{7E603CAA-093A-46EB-BF4C-553C376C28D8}"/>
          </ac:grpSpMkLst>
        </pc:grpChg>
        <pc:grpChg chg="del mod">
          <ac:chgData name="VIkram Goyal" userId="4529b0165c9307b1" providerId="LiveId" clId="{697E15A4-21D4-47E2-9C79-C70DAE4A1DFB}" dt="2021-01-20T06:50:36.898" v="2968"/>
          <ac:grpSpMkLst>
            <pc:docMk/>
            <pc:sldMk cId="1642417355" sldId="273"/>
            <ac:grpSpMk id="187" creationId="{8E0E8F44-1680-4BC2-B120-2F312CCF0E56}"/>
          </ac:grpSpMkLst>
        </pc:grpChg>
        <pc:grpChg chg="del mod">
          <ac:chgData name="VIkram Goyal" userId="4529b0165c9307b1" providerId="LiveId" clId="{697E15A4-21D4-47E2-9C79-C70DAE4A1DFB}" dt="2021-01-20T06:51:16.903" v="2975"/>
          <ac:grpSpMkLst>
            <pc:docMk/>
            <pc:sldMk cId="1642417355" sldId="273"/>
            <ac:grpSpMk id="190" creationId="{FB3316FE-7EA9-4A26-B73A-6E517B1B60BE}"/>
          </ac:grpSpMkLst>
        </pc:grpChg>
        <pc:grpChg chg="del mod">
          <ac:chgData name="VIkram Goyal" userId="4529b0165c9307b1" providerId="LiveId" clId="{697E15A4-21D4-47E2-9C79-C70DAE4A1DFB}" dt="2021-01-20T06:51:48.213" v="2977"/>
          <ac:grpSpMkLst>
            <pc:docMk/>
            <pc:sldMk cId="1642417355" sldId="273"/>
            <ac:grpSpMk id="197" creationId="{6B986E3A-FA15-4E05-9464-C4BBBF30D684}"/>
          </ac:grpSpMkLst>
        </pc:grpChg>
        <pc:grpChg chg="del mod">
          <ac:chgData name="VIkram Goyal" userId="4529b0165c9307b1" providerId="LiveId" clId="{697E15A4-21D4-47E2-9C79-C70DAE4A1DFB}" dt="2021-01-20T06:51:50.765" v="2982"/>
          <ac:grpSpMkLst>
            <pc:docMk/>
            <pc:sldMk cId="1642417355" sldId="273"/>
            <ac:grpSpMk id="199" creationId="{37FAA3DE-2410-4D19-BBF6-9DC511F39265}"/>
          </ac:grpSpMkLst>
        </pc:grpChg>
        <pc:grpChg chg="del mod">
          <ac:chgData name="VIkram Goyal" userId="4529b0165c9307b1" providerId="LiveId" clId="{697E15A4-21D4-47E2-9C79-C70DAE4A1DFB}" dt="2021-01-20T06:51:55.673" v="2985"/>
          <ac:grpSpMkLst>
            <pc:docMk/>
            <pc:sldMk cId="1642417355" sldId="273"/>
            <ac:grpSpMk id="204" creationId="{E38BF7EC-05E8-48A4-BE1A-0F65187254D1}"/>
          </ac:grpSpMkLst>
        </pc:grpChg>
        <pc:grpChg chg="del mod">
          <ac:chgData name="VIkram Goyal" userId="4529b0165c9307b1" providerId="LiveId" clId="{697E15A4-21D4-47E2-9C79-C70DAE4A1DFB}" dt="2021-01-20T06:51:57.588" v="2987"/>
          <ac:grpSpMkLst>
            <pc:docMk/>
            <pc:sldMk cId="1642417355" sldId="273"/>
            <ac:grpSpMk id="207" creationId="{3AC0DBC4-5944-4E07-AB21-86D08A0E2C84}"/>
          </ac:grpSpMkLst>
        </pc:grpChg>
        <pc:grpChg chg="del mod">
          <ac:chgData name="VIkram Goyal" userId="4529b0165c9307b1" providerId="LiveId" clId="{697E15A4-21D4-47E2-9C79-C70DAE4A1DFB}" dt="2021-01-20T06:51:59.353" v="2989"/>
          <ac:grpSpMkLst>
            <pc:docMk/>
            <pc:sldMk cId="1642417355" sldId="273"/>
            <ac:grpSpMk id="209" creationId="{F8CA9C51-F1E3-4174-B7DF-44CF8F53AC9C}"/>
          </ac:grpSpMkLst>
        </pc:grpChg>
        <pc:grpChg chg="mod">
          <ac:chgData name="VIkram Goyal" userId="4529b0165c9307b1" providerId="LiveId" clId="{697E15A4-21D4-47E2-9C79-C70DAE4A1DFB}" dt="2021-01-20T06:52:13.210" v="3029"/>
          <ac:grpSpMkLst>
            <pc:docMk/>
            <pc:sldMk cId="1642417355" sldId="273"/>
            <ac:grpSpMk id="211" creationId="{A4E07197-A9C8-422D-84D6-591265564063}"/>
          </ac:grpSpMkLst>
        </pc:grpChg>
        <pc:grpChg chg="del mod">
          <ac:chgData name="VIkram Goyal" userId="4529b0165c9307b1" providerId="LiveId" clId="{697E15A4-21D4-47E2-9C79-C70DAE4A1DFB}" dt="2021-01-20T06:52:21.625" v="3038"/>
          <ac:grpSpMkLst>
            <pc:docMk/>
            <pc:sldMk cId="1642417355" sldId="273"/>
            <ac:grpSpMk id="218" creationId="{C2DF9A0E-107A-4901-8CC2-7A2D6AEF5A7D}"/>
          </ac:grpSpMkLst>
        </pc:grpChg>
        <pc:grpChg chg="del mod">
          <ac:chgData name="VIkram Goyal" userId="4529b0165c9307b1" providerId="LiveId" clId="{697E15A4-21D4-47E2-9C79-C70DAE4A1DFB}" dt="2021-01-20T06:52:26.940" v="3046"/>
          <ac:grpSpMkLst>
            <pc:docMk/>
            <pc:sldMk cId="1642417355" sldId="273"/>
            <ac:grpSpMk id="220" creationId="{F2159F65-7C20-434F-A23C-52C75D807310}"/>
          </ac:grpSpMkLst>
        </pc:grpChg>
        <pc:grpChg chg="del mod">
          <ac:chgData name="VIkram Goyal" userId="4529b0165c9307b1" providerId="LiveId" clId="{697E15A4-21D4-47E2-9C79-C70DAE4A1DFB}" dt="2021-01-20T06:52:34.731" v="3056"/>
          <ac:grpSpMkLst>
            <pc:docMk/>
            <pc:sldMk cId="1642417355" sldId="273"/>
            <ac:grpSpMk id="228" creationId="{5251A7BE-8ECA-41A4-B802-FF08EDF16A37}"/>
          </ac:grpSpMkLst>
        </pc:grpChg>
        <pc:grpChg chg="del mod">
          <ac:chgData name="VIkram Goyal" userId="4529b0165c9307b1" providerId="LiveId" clId="{697E15A4-21D4-47E2-9C79-C70DAE4A1DFB}" dt="2021-01-20T06:52:42.037" v="3073"/>
          <ac:grpSpMkLst>
            <pc:docMk/>
            <pc:sldMk cId="1642417355" sldId="273"/>
            <ac:grpSpMk id="238" creationId="{3FC57F4D-C111-43AC-B93F-3B30D1F40523}"/>
          </ac:grpSpMkLst>
        </pc:grpChg>
        <pc:grpChg chg="del mod">
          <ac:chgData name="VIkram Goyal" userId="4529b0165c9307b1" providerId="LiveId" clId="{697E15A4-21D4-47E2-9C79-C70DAE4A1DFB}" dt="2021-01-20T06:52:45.417" v="3081"/>
          <ac:grpSpMkLst>
            <pc:docMk/>
            <pc:sldMk cId="1642417355" sldId="273"/>
            <ac:grpSpMk id="255" creationId="{412FFBE2-95C9-4495-B34D-27AF0718136A}"/>
          </ac:grpSpMkLst>
        </pc:grpChg>
        <pc:grpChg chg="mod">
          <ac:chgData name="VIkram Goyal" userId="4529b0165c9307b1" providerId="LiveId" clId="{697E15A4-21D4-47E2-9C79-C70DAE4A1DFB}" dt="2021-01-20T06:52:45.417" v="3081"/>
          <ac:grpSpMkLst>
            <pc:docMk/>
            <pc:sldMk cId="1642417355" sldId="273"/>
            <ac:grpSpMk id="263" creationId="{EAB1400A-A19E-4EC3-BDE6-9B9D7AC60541}"/>
          </ac:grpSpMkLst>
        </pc:grp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" creationId="{4133B998-D3C3-46FF-87F8-742AF08D96B2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3" creationId="{39864890-C0E2-441C-81B7-2E399336AEC0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4" creationId="{F08423BD-AA91-46DB-90E4-CC93B80C86F0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5" creationId="{D1F093B4-493F-4D24-AF86-7920B64D619E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6" creationId="{D5AD48DE-A7DD-481E-94DA-2D77F5138F09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7" creationId="{38FFD69D-151E-4632-995A-D76AC3AE3816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8" creationId="{007DBC32-BFD9-4315-A3EC-9B4D525C5B4F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9" creationId="{55143F72-3070-4B03-8EC2-BFC26DE53C2A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0" creationId="{C9075B82-110A-4FED-BA03-5E746E95D7F3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1" creationId="{F9F7CB7F-015A-4163-938B-2EE5893B1F30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2" creationId="{941D3CA4-2FE6-4F6A-88C9-4485708038DA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3" creationId="{4D10E181-0642-431B-BBB1-FCAC8E6357CE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4" creationId="{9D727BB4-9C56-4285-AD5D-AB4764E1B4E0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5" creationId="{2A12E04D-93C1-4E2F-84EE-394738493B54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6" creationId="{07CACE2E-F64E-45AA-A04D-AFC9E199349A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7" creationId="{16134AB2-72FF-48E1-BD2B-2A401DFB8B05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8" creationId="{C713AB9F-34B6-4BD9-A8EC-62A1247ADE81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9" creationId="{16BF33B3-1889-4A06-B316-5A21EFC7AEC9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0" creationId="{6762CD75-26A9-42AA-ABCD-9E61E0C99018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1" creationId="{7512A7B7-2628-4E07-B5F7-A8D92461D3E7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2" creationId="{CE371275-5774-4D25-9445-15E663B33A38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3" creationId="{39D9D603-675B-479E-91E0-C1837EAE2969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5" creationId="{EC124088-7262-4CAA-A257-E585177E726A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6" creationId="{7570012D-C584-4C4E-B0EF-851EF47870FE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7" creationId="{C608FF63-C6B9-41DF-9BBD-BD7C41D5DDA2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8" creationId="{F382C3D2-8015-4C7F-BEC3-CB24A95DDAB6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9" creationId="{60B064CB-D171-4BCB-901C-60832715DE32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31" creationId="{3999E610-7234-4E5A-846C-3BA5F33AF640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32" creationId="{9B889BDB-808A-4C9D-BD2F-732C325846EE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33" creationId="{5264AA31-E05C-4673-898A-BC34AA0FA8B4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34" creationId="{7F7C6640-ACBB-416F-A993-81DD27B58173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35" creationId="{91A6760F-5D4D-4F31-863F-68854BADF43F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38" creationId="{D4C2416A-5CE1-451B-A83D-4955E92F72AD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39" creationId="{46EF66AF-93D2-4359-BE6B-653BFA3C0DD8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41" creationId="{7A641CCB-7F97-443C-9B74-07DF25240549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42" creationId="{A9CB9378-F97B-43BC-9F32-750093FA93C6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43" creationId="{D3EABA88-8FF2-4EFD-AFC5-A4DD88BA7392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44" creationId="{F3C3C70E-CF29-4E10-A619-86B6AE8C3ABE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45" creationId="{2617E097-6BDE-4E9C-A6AB-97366C0C6F97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46" creationId="{FD6A299F-1BB2-491B-B05B-455891CBD8EB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48" creationId="{97282128-C7BD-479D-B648-8687C11E46E4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49" creationId="{E210336D-1378-4515-BE78-7FB2A1A1254A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50" creationId="{182ADA37-DDAD-4375-BEBF-D57D8233A1F8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52" creationId="{9BFB5854-27B3-4F3A-9641-BD225EC087E0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53" creationId="{D2BA8378-29D9-421B-8DAA-E0A84CF113F9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55" creationId="{F64EDD41-587B-4760-80EC-39B330B3C9C9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56" creationId="{A9914786-FD01-42AB-887D-F3B151CD1E45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57" creationId="{A3689202-F252-4F0E-A63F-9EB67DBA05AE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58" creationId="{E5F451B9-F14D-4130-9913-DBC02D635E5A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60" creationId="{4AD85F76-4F4E-4665-9169-A5D6186C74C1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61" creationId="{EC57779D-77C2-45E7-B280-3710B9C00A56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62" creationId="{A678F7C8-2F54-4B79-A966-08AA3B0DE58A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63" creationId="{0A0CB703-4A17-4BED-9BC8-5AC97D0CD751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64" creationId="{0E1412D3-467F-4F0C-8A41-B0740BB6235F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65" creationId="{0AA2AA64-9734-42CD-B079-9E818278929F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67" creationId="{15839666-DC50-455C-9A98-5528600139B5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68" creationId="{01172C7C-C1FF-4E9D-B682-93A3AC757739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69" creationId="{7BF607F6-9B92-42E0-8C32-2154664B31ED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70" creationId="{D8E2D5D4-3B67-46D2-AA94-87EA74680E4B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71" creationId="{CD7F8957-D095-4BF9-9A9D-2E7F22B07799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72" creationId="{66113F72-1939-4F5C-8A46-F57BCBFAE830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73" creationId="{51C9FD2E-1C92-4520-BA92-EB05008BBC2B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74" creationId="{BE4B294D-9C71-4206-AE87-F3AFA28A39FE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75" creationId="{7D0350E0-098F-499B-B012-6DF44F6B5548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76" creationId="{AE926D1D-F232-48FB-B3D9-DCB7C3C5F27B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77" creationId="{9D5C6289-912E-4E52-B510-65F0550BACA8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78" creationId="{302AA779-09EE-4528-B46F-88537797EF2F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79" creationId="{E46F1E69-F485-442A-AA08-A90D61BA3AE7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80" creationId="{F6B906B4-0DB3-4BBD-8638-45DC40ABB84C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81" creationId="{E1DBBF00-CD19-4D1C-8492-58B2C97BC582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82" creationId="{5BF15137-BB28-41A5-85BF-AF57FEEF0F8B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83" creationId="{078480CD-3D10-4417-A85B-75C09245FFA7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85" creationId="{5E270B9B-5622-41C4-BCA5-D99DD49319B0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87" creationId="{9A0AB6DE-5C97-42EF-BDE5-A5F04056CAF7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88" creationId="{EF4350C6-3501-4365-BDEA-8DBD6B5117AD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90" creationId="{740C5386-85A2-4AD6-B6EF-725CC5F59330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91" creationId="{A2D63BD7-F32C-4EFB-83AF-1D7EFE0D7A8F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92" creationId="{38BB6DE2-45CD-43A8-A8DC-307408AF1385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93" creationId="{FBED4C8F-1912-43C8-8808-4A33AB498D97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94" creationId="{0071E395-3E9F-467A-B664-8E3A6F06BB60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95" creationId="{B4418E3C-DABA-4E11-A5CC-C7269F020732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96" creationId="{BD7FB4AD-5BA4-403A-8E5E-5FAAE0439993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97" creationId="{FDF261D1-7808-4D10-8700-318F61D2EAB5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98" creationId="{75B0C4BA-AED7-4F10-8BC8-AE835F7AC12B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99" creationId="{DD82D96E-610C-4B55-A684-A77FA40F066F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00" creationId="{BB627D4C-773F-4FCE-BD58-D51462F4E766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02" creationId="{63FBA515-6A60-4930-B494-1E5F63434475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03" creationId="{47D02152-0463-426D-A7E0-EB340604B1E4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05" creationId="{253E246D-F136-48BC-9F5C-92BFB0DB0251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06" creationId="{4D642658-F0B5-4FBB-94E9-2481BBC1BC3A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07" creationId="{0D7F23D1-2721-44CC-8213-D63B51C12612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08" creationId="{ADBF031B-8EFC-4445-AF1F-0809CF0CDFE6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11" creationId="{E7551D50-E86C-4403-853A-86609DB5DC2E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12" creationId="{286D8217-9D79-4E66-9D58-44CBFD784398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13" creationId="{6B21C6B1-9542-4293-81D6-33F33AC90CD0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14" creationId="{0654E1E0-6004-479C-A4A3-446BFCAA385A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15" creationId="{5C557A57-65FB-45CD-B1CE-594DD6F489E1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17" creationId="{CA535A83-1DE0-4C52-A6AC-907A0713EE19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18" creationId="{CF07D4A1-4D45-4DCD-8E74-A670B4C7FE52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19" creationId="{32ABE8F9-A855-4E98-9107-4D1F7CA59946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20" creationId="{F2318897-8546-4F15-A00B-24834A4C62E7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23" creationId="{AD3AC211-62D6-4F38-85B3-E6853D041326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24" creationId="{5B7CD5A2-209D-47B0-A33E-134257361B8E}"/>
          </ac:inkMkLst>
        </pc:inkChg>
        <pc:inkChg chg="add mod">
          <ac:chgData name="VIkram Goyal" userId="4529b0165c9307b1" providerId="LiveId" clId="{697E15A4-21D4-47E2-9C79-C70DAE4A1DFB}" dt="2021-01-20T06:49:20.666" v="2910"/>
          <ac:inkMkLst>
            <pc:docMk/>
            <pc:sldMk cId="1642417355" sldId="273"/>
            <ac:inkMk id="126" creationId="{AFFCC5C8-9233-49F8-BFCE-0546D1B940C2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28" creationId="{9BFA44B3-806A-41ED-8334-DB3017E6EA49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29" creationId="{D34301F9-0E18-413F-BD0B-A432956D441E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30" creationId="{55561D5E-7140-41F4-A203-87F60CFD4B7F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31" creationId="{51BE5238-C25F-43D4-9B39-220849DE248E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33" creationId="{FD23EE30-9085-444D-A13C-8A17924BCDBB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34" creationId="{F1EA2055-187A-4D90-B52A-CF7A768111E3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36" creationId="{BF82C604-DA64-437A-85F5-AD068FEDE5C4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37" creationId="{D17FE67A-BFE2-495C-B615-5EC74A7A3FD2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39" creationId="{AC92D400-EF6C-4A37-B8FD-48C64D8C5EE8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40" creationId="{DE7B0583-0612-4068-9731-3DFE8C4A5D3E}"/>
          </ac:inkMkLst>
        </pc:inkChg>
        <pc:inkChg chg="add del mod">
          <ac:chgData name="VIkram Goyal" userId="4529b0165c9307b1" providerId="LiveId" clId="{697E15A4-21D4-47E2-9C79-C70DAE4A1DFB}" dt="2021-01-20T06:52:13.183" v="3016"/>
          <ac:inkMkLst>
            <pc:docMk/>
            <pc:sldMk cId="1642417355" sldId="273"/>
            <ac:inkMk id="142" creationId="{AF39EC60-ECB8-457E-BAD4-632C9BE13146}"/>
          </ac:inkMkLst>
        </pc:inkChg>
        <pc:inkChg chg="add del mod">
          <ac:chgData name="VIkram Goyal" userId="4529b0165c9307b1" providerId="LiveId" clId="{697E15A4-21D4-47E2-9C79-C70DAE4A1DFB}" dt="2021-01-20T06:52:13.190" v="3019"/>
          <ac:inkMkLst>
            <pc:docMk/>
            <pc:sldMk cId="1642417355" sldId="273"/>
            <ac:inkMk id="143" creationId="{54168A2D-8AA1-41DB-8402-80FA402A5CF8}"/>
          </ac:inkMkLst>
        </pc:inkChg>
        <pc:inkChg chg="add del mod">
          <ac:chgData name="VIkram Goyal" userId="4529b0165c9307b1" providerId="LiveId" clId="{697E15A4-21D4-47E2-9C79-C70DAE4A1DFB}" dt="2021-01-20T06:52:13.135" v="2996"/>
          <ac:inkMkLst>
            <pc:docMk/>
            <pc:sldMk cId="1642417355" sldId="273"/>
            <ac:inkMk id="144" creationId="{73CF93E0-4E54-413C-AE66-D4791E1A7B1C}"/>
          </ac:inkMkLst>
        </pc:inkChg>
        <pc:inkChg chg="add del mod">
          <ac:chgData name="VIkram Goyal" userId="4529b0165c9307b1" providerId="LiveId" clId="{697E15A4-21D4-47E2-9C79-C70DAE4A1DFB}" dt="2021-01-20T06:52:13.179" v="3014"/>
          <ac:inkMkLst>
            <pc:docMk/>
            <pc:sldMk cId="1642417355" sldId="273"/>
            <ac:inkMk id="145" creationId="{F66FC43C-4E12-4D28-94BE-40317FE63D48}"/>
          </ac:inkMkLst>
        </pc:inkChg>
        <pc:inkChg chg="add del mod">
          <ac:chgData name="VIkram Goyal" userId="4529b0165c9307b1" providerId="LiveId" clId="{697E15A4-21D4-47E2-9C79-C70DAE4A1DFB}" dt="2021-01-20T06:52:13.205" v="3027"/>
          <ac:inkMkLst>
            <pc:docMk/>
            <pc:sldMk cId="1642417355" sldId="273"/>
            <ac:inkMk id="147" creationId="{65C88A8F-C46C-4EF7-A3D1-B21843BF93C8}"/>
          </ac:inkMkLst>
        </pc:inkChg>
        <pc:inkChg chg="add del mod">
          <ac:chgData name="VIkram Goyal" userId="4529b0165c9307b1" providerId="LiveId" clId="{697E15A4-21D4-47E2-9C79-C70DAE4A1DFB}" dt="2021-01-20T06:52:13.199" v="3024"/>
          <ac:inkMkLst>
            <pc:docMk/>
            <pc:sldMk cId="1642417355" sldId="273"/>
            <ac:inkMk id="148" creationId="{9EF622E4-5287-4A8B-A56C-7B79CA733EF3}"/>
          </ac:inkMkLst>
        </pc:inkChg>
        <pc:inkChg chg="add del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49" creationId="{C7FD6552-D9AD-4A29-999D-EDA8B0C0BE6F}"/>
          </ac:inkMkLst>
        </pc:inkChg>
        <pc:inkChg chg="add del mod">
          <ac:chgData name="VIkram Goyal" userId="4529b0165c9307b1" providerId="LiveId" clId="{697E15A4-21D4-47E2-9C79-C70DAE4A1DFB}" dt="2021-01-20T06:52:13.175" v="3012"/>
          <ac:inkMkLst>
            <pc:docMk/>
            <pc:sldMk cId="1642417355" sldId="273"/>
            <ac:inkMk id="150" creationId="{136CDE2B-F029-4624-B0C9-33F54E99A59B}"/>
          </ac:inkMkLst>
        </pc:inkChg>
        <pc:inkChg chg="add del mod">
          <ac:chgData name="VIkram Goyal" userId="4529b0165c9307b1" providerId="LiveId" clId="{697E15A4-21D4-47E2-9C79-C70DAE4A1DFB}" dt="2021-01-20T06:52:13.143" v="2999"/>
          <ac:inkMkLst>
            <pc:docMk/>
            <pc:sldMk cId="1642417355" sldId="273"/>
            <ac:inkMk id="151" creationId="{01F8E604-2AF0-4DD7-8349-E523D3D60738}"/>
          </ac:inkMkLst>
        </pc:inkChg>
        <pc:inkChg chg="add del mod">
          <ac:chgData name="VIkram Goyal" userId="4529b0165c9307b1" providerId="LiveId" clId="{697E15A4-21D4-47E2-9C79-C70DAE4A1DFB}" dt="2021-01-20T06:52:13.137" v="2997"/>
          <ac:inkMkLst>
            <pc:docMk/>
            <pc:sldMk cId="1642417355" sldId="273"/>
            <ac:inkMk id="152" creationId="{0F48BBEA-A83F-4069-ACFC-32E4200152E9}"/>
          </ac:inkMkLst>
        </pc:inkChg>
        <pc:inkChg chg="add del mod">
          <ac:chgData name="VIkram Goyal" userId="4529b0165c9307b1" providerId="LiveId" clId="{697E15A4-21D4-47E2-9C79-C70DAE4A1DFB}" dt="2021-01-20T06:52:13.186" v="3017"/>
          <ac:inkMkLst>
            <pc:docMk/>
            <pc:sldMk cId="1642417355" sldId="273"/>
            <ac:inkMk id="153" creationId="{6EC3AF26-FFAC-4900-9868-0A9B6589746E}"/>
          </ac:inkMkLst>
        </pc:inkChg>
        <pc:inkChg chg="add del mod">
          <ac:chgData name="VIkram Goyal" userId="4529b0165c9307b1" providerId="LiveId" clId="{697E15A4-21D4-47E2-9C79-C70DAE4A1DFB}" dt="2021-01-20T06:52:13.164" v="3008"/>
          <ac:inkMkLst>
            <pc:docMk/>
            <pc:sldMk cId="1642417355" sldId="273"/>
            <ac:inkMk id="154" creationId="{7C24BB9A-4692-45BA-BB49-F30A4E98E76E}"/>
          </ac:inkMkLst>
        </pc:inkChg>
        <pc:inkChg chg="add del mod">
          <ac:chgData name="VIkram Goyal" userId="4529b0165c9307b1" providerId="LiveId" clId="{697E15A4-21D4-47E2-9C79-C70DAE4A1DFB}" dt="2021-01-20T06:52:13.131" v="2994"/>
          <ac:inkMkLst>
            <pc:docMk/>
            <pc:sldMk cId="1642417355" sldId="273"/>
            <ac:inkMk id="155" creationId="{DE00928F-D09F-4D2F-950F-7645BD473A96}"/>
          </ac:inkMkLst>
        </pc:inkChg>
        <pc:inkChg chg="add del mod">
          <ac:chgData name="VIkram Goyal" userId="4529b0165c9307b1" providerId="LiveId" clId="{697E15A4-21D4-47E2-9C79-C70DAE4A1DFB}" dt="2021-01-20T06:52:13.181" v="3015"/>
          <ac:inkMkLst>
            <pc:docMk/>
            <pc:sldMk cId="1642417355" sldId="273"/>
            <ac:inkMk id="157" creationId="{3C516144-D7B3-47A2-9084-6B930C169B4F}"/>
          </ac:inkMkLst>
        </pc:inkChg>
        <pc:inkChg chg="add del mod">
          <ac:chgData name="VIkram Goyal" userId="4529b0165c9307b1" providerId="LiveId" clId="{697E15A4-21D4-47E2-9C79-C70DAE4A1DFB}" dt="2021-01-20T06:52:13.173" v="3011"/>
          <ac:inkMkLst>
            <pc:docMk/>
            <pc:sldMk cId="1642417355" sldId="273"/>
            <ac:inkMk id="158" creationId="{5B4D0224-E2AE-4DDB-9A9A-1E45E977F2DA}"/>
          </ac:inkMkLst>
        </pc:inkChg>
        <pc:inkChg chg="add del mod">
          <ac:chgData name="VIkram Goyal" userId="4529b0165c9307b1" providerId="LiveId" clId="{697E15A4-21D4-47E2-9C79-C70DAE4A1DFB}" dt="2021-01-20T06:52:13.150" v="3002"/>
          <ac:inkMkLst>
            <pc:docMk/>
            <pc:sldMk cId="1642417355" sldId="273"/>
            <ac:inkMk id="159" creationId="{FB589EB5-3ACE-4B5C-BED4-4207C9BD20B6}"/>
          </ac:inkMkLst>
        </pc:inkChg>
        <pc:inkChg chg="add del mod">
          <ac:chgData name="VIkram Goyal" userId="4529b0165c9307b1" providerId="LiveId" clId="{697E15A4-21D4-47E2-9C79-C70DAE4A1DFB}" dt="2021-01-20T06:52:13.161" v="3007"/>
          <ac:inkMkLst>
            <pc:docMk/>
            <pc:sldMk cId="1642417355" sldId="273"/>
            <ac:inkMk id="160" creationId="{F24B09AA-48A0-4B93-8B6A-D253511026D9}"/>
          </ac:inkMkLst>
        </pc:inkChg>
        <pc:inkChg chg="add del mod">
          <ac:chgData name="VIkram Goyal" userId="4529b0165c9307b1" providerId="LiveId" clId="{697E15A4-21D4-47E2-9C79-C70DAE4A1DFB}" dt="2021-01-20T06:52:13.157" v="3006"/>
          <ac:inkMkLst>
            <pc:docMk/>
            <pc:sldMk cId="1642417355" sldId="273"/>
            <ac:inkMk id="161" creationId="{6625D40B-4EBC-4919-8DF7-60173E0BD7E0}"/>
          </ac:inkMkLst>
        </pc:inkChg>
        <pc:inkChg chg="add del mod">
          <ac:chgData name="VIkram Goyal" userId="4529b0165c9307b1" providerId="LiveId" clId="{697E15A4-21D4-47E2-9C79-C70DAE4A1DFB}" dt="2021-01-20T06:52:13.192" v="3020"/>
          <ac:inkMkLst>
            <pc:docMk/>
            <pc:sldMk cId="1642417355" sldId="273"/>
            <ac:inkMk id="162" creationId="{4690104B-C27E-421A-921E-218704F0EFD1}"/>
          </ac:inkMkLst>
        </pc:inkChg>
        <pc:inkChg chg="add del mod">
          <ac:chgData name="VIkram Goyal" userId="4529b0165c9307b1" providerId="LiveId" clId="{697E15A4-21D4-47E2-9C79-C70DAE4A1DFB}" dt="2021-01-20T06:52:13.126" v="2992"/>
          <ac:inkMkLst>
            <pc:docMk/>
            <pc:sldMk cId="1642417355" sldId="273"/>
            <ac:inkMk id="164" creationId="{504BBE66-384B-487F-8BD1-72EC0284BB45}"/>
          </ac:inkMkLst>
        </pc:inkChg>
        <pc:inkChg chg="add del mod">
          <ac:chgData name="VIkram Goyal" userId="4529b0165c9307b1" providerId="LiveId" clId="{697E15A4-21D4-47E2-9C79-C70DAE4A1DFB}" dt="2021-01-20T06:52:13.168" v="3009"/>
          <ac:inkMkLst>
            <pc:docMk/>
            <pc:sldMk cId="1642417355" sldId="273"/>
            <ac:inkMk id="165" creationId="{E7388855-DDCF-4F2A-8AE1-9BAF415F235A}"/>
          </ac:inkMkLst>
        </pc:inkChg>
        <pc:inkChg chg="add del mod">
          <ac:chgData name="VIkram Goyal" userId="4529b0165c9307b1" providerId="LiveId" clId="{697E15A4-21D4-47E2-9C79-C70DAE4A1DFB}" dt="2021-01-20T06:52:13.154" v="3004"/>
          <ac:inkMkLst>
            <pc:docMk/>
            <pc:sldMk cId="1642417355" sldId="273"/>
            <ac:inkMk id="166" creationId="{126102B7-CE68-4FF1-82E7-79FD65F4901D}"/>
          </ac:inkMkLst>
        </pc:inkChg>
        <pc:inkChg chg="add del mod">
          <ac:chgData name="VIkram Goyal" userId="4529b0165c9307b1" providerId="LiveId" clId="{697E15A4-21D4-47E2-9C79-C70DAE4A1DFB}" dt="2021-01-20T06:52:13.148" v="3001"/>
          <ac:inkMkLst>
            <pc:docMk/>
            <pc:sldMk cId="1642417355" sldId="273"/>
            <ac:inkMk id="167" creationId="{EC015BA3-564A-467D-9122-81E522579F17}"/>
          </ac:inkMkLst>
        </pc:inkChg>
        <pc:inkChg chg="add del mod">
          <ac:chgData name="VIkram Goyal" userId="4529b0165c9307b1" providerId="LiveId" clId="{697E15A4-21D4-47E2-9C79-C70DAE4A1DFB}" dt="2021-01-20T06:52:13.203" v="3026"/>
          <ac:inkMkLst>
            <pc:docMk/>
            <pc:sldMk cId="1642417355" sldId="273"/>
            <ac:inkMk id="168" creationId="{54FBBCCF-F35A-4D40-B4D1-E1C45B6BD774}"/>
          </ac:inkMkLst>
        </pc:inkChg>
        <pc:inkChg chg="add del mod">
          <ac:chgData name="VIkram Goyal" userId="4529b0165c9307b1" providerId="LiveId" clId="{697E15A4-21D4-47E2-9C79-C70DAE4A1DFB}" dt="2021-01-20T06:52:13.141" v="2998"/>
          <ac:inkMkLst>
            <pc:docMk/>
            <pc:sldMk cId="1642417355" sldId="273"/>
            <ac:inkMk id="169" creationId="{91069D4A-424B-401D-A5F2-6982EBD7FA26}"/>
          </ac:inkMkLst>
        </pc:inkChg>
        <pc:inkChg chg="add del mod">
          <ac:chgData name="VIkram Goyal" userId="4529b0165c9307b1" providerId="LiveId" clId="{697E15A4-21D4-47E2-9C79-C70DAE4A1DFB}" dt="2021-01-20T06:52:13.188" v="3018"/>
          <ac:inkMkLst>
            <pc:docMk/>
            <pc:sldMk cId="1642417355" sldId="273"/>
            <ac:inkMk id="170" creationId="{383E07B9-2414-4A1A-BE38-AB260A31B5B3}"/>
          </ac:inkMkLst>
        </pc:inkChg>
        <pc:inkChg chg="add del mod">
          <ac:chgData name="VIkram Goyal" userId="4529b0165c9307b1" providerId="LiveId" clId="{697E15A4-21D4-47E2-9C79-C70DAE4A1DFB}" dt="2021-01-20T06:52:13.122" v="2990"/>
          <ac:inkMkLst>
            <pc:docMk/>
            <pc:sldMk cId="1642417355" sldId="273"/>
            <ac:inkMk id="171" creationId="{048C9C96-7D7A-4ACE-A642-C40D50DA6014}"/>
          </ac:inkMkLst>
        </pc:inkChg>
        <pc:inkChg chg="add del mod">
          <ac:chgData name="VIkram Goyal" userId="4529b0165c9307b1" providerId="LiveId" clId="{697E15A4-21D4-47E2-9C79-C70DAE4A1DFB}" dt="2021-01-20T06:52:13.194" v="3022"/>
          <ac:inkMkLst>
            <pc:docMk/>
            <pc:sldMk cId="1642417355" sldId="273"/>
            <ac:inkMk id="172" creationId="{B7CA4CE1-FBCB-4544-A4E0-62010E3BE17C}"/>
          </ac:inkMkLst>
        </pc:inkChg>
        <pc:inkChg chg="add del mod">
          <ac:chgData name="VIkram Goyal" userId="4529b0165c9307b1" providerId="LiveId" clId="{697E15A4-21D4-47E2-9C79-C70DAE4A1DFB}" dt="2021-01-20T06:52:13.146" v="3000"/>
          <ac:inkMkLst>
            <pc:docMk/>
            <pc:sldMk cId="1642417355" sldId="273"/>
            <ac:inkMk id="173" creationId="{79E9998E-128F-4061-A101-817047AA8B0A}"/>
          </ac:inkMkLst>
        </pc:inkChg>
        <pc:inkChg chg="add del mod">
          <ac:chgData name="VIkram Goyal" userId="4529b0165c9307b1" providerId="LiveId" clId="{697E15A4-21D4-47E2-9C79-C70DAE4A1DFB}" dt="2021-01-20T06:52:13.124" v="2991"/>
          <ac:inkMkLst>
            <pc:docMk/>
            <pc:sldMk cId="1642417355" sldId="273"/>
            <ac:inkMk id="174" creationId="{D2BA708B-4877-42D6-85FF-A30D40ABE454}"/>
          </ac:inkMkLst>
        </pc:inkChg>
        <pc:inkChg chg="add del mod">
          <ac:chgData name="VIkram Goyal" userId="4529b0165c9307b1" providerId="LiveId" clId="{697E15A4-21D4-47E2-9C79-C70DAE4A1DFB}" dt="2021-01-20T06:52:13.201" v="3025"/>
          <ac:inkMkLst>
            <pc:docMk/>
            <pc:sldMk cId="1642417355" sldId="273"/>
            <ac:inkMk id="175" creationId="{2B5D348B-AAD1-4772-AF0A-8AB14B06DC4F}"/>
          </ac:inkMkLst>
        </pc:inkChg>
        <pc:inkChg chg="add del mod">
          <ac:chgData name="VIkram Goyal" userId="4529b0165c9307b1" providerId="LiveId" clId="{697E15A4-21D4-47E2-9C79-C70DAE4A1DFB}" dt="2021-01-20T06:52:13.177" v="3013"/>
          <ac:inkMkLst>
            <pc:docMk/>
            <pc:sldMk cId="1642417355" sldId="273"/>
            <ac:inkMk id="176" creationId="{653FC091-283F-4705-BCAF-89C993305915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77" creationId="{42000FB3-02AD-4C42-B13E-42A7FBCF464A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79" creationId="{F9213BF1-A9C1-4E9E-9337-470B55FA8CEF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80" creationId="{54471C75-9629-4CA9-BD0C-538DFC23AED1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82" creationId="{7967C76A-AE03-40B2-813E-675F5BE37130}"/>
          </ac:inkMkLst>
        </pc:inkChg>
        <pc:inkChg chg="add del mod">
          <ac:chgData name="VIkram Goyal" userId="4529b0165c9307b1" providerId="LiveId" clId="{697E15A4-21D4-47E2-9C79-C70DAE4A1DFB}" dt="2021-01-20T06:52:13.155" v="3005"/>
          <ac:inkMkLst>
            <pc:docMk/>
            <pc:sldMk cId="1642417355" sldId="273"/>
            <ac:inkMk id="184" creationId="{C951D0C1-1D84-4C8F-A95F-CEE1D50367AC}"/>
          </ac:inkMkLst>
        </pc:inkChg>
        <pc:inkChg chg="add del mod">
          <ac:chgData name="VIkram Goyal" userId="4529b0165c9307b1" providerId="LiveId" clId="{697E15A4-21D4-47E2-9C79-C70DAE4A1DFB}" dt="2021-01-20T06:52:13.193" v="3021"/>
          <ac:inkMkLst>
            <pc:docMk/>
            <pc:sldMk cId="1642417355" sldId="273"/>
            <ac:inkMk id="186" creationId="{69D3962C-E473-45FF-ABBF-685BE5DBD0FE}"/>
          </ac:inkMkLst>
        </pc:inkChg>
        <pc:inkChg chg="add del mod">
          <ac:chgData name="VIkram Goyal" userId="4529b0165c9307b1" providerId="LiveId" clId="{697E15A4-21D4-47E2-9C79-C70DAE4A1DFB}" dt="2021-01-20T06:52:13.129" v="2993"/>
          <ac:inkMkLst>
            <pc:docMk/>
            <pc:sldMk cId="1642417355" sldId="273"/>
            <ac:inkMk id="188" creationId="{4B9D87DA-CA28-42FD-A92C-AA78C1D541DF}"/>
          </ac:inkMkLst>
        </pc:inkChg>
        <pc:inkChg chg="add del mod">
          <ac:chgData name="VIkram Goyal" userId="4529b0165c9307b1" providerId="LiveId" clId="{697E15A4-21D4-47E2-9C79-C70DAE4A1DFB}" dt="2021-01-20T06:52:13.152" v="3003"/>
          <ac:inkMkLst>
            <pc:docMk/>
            <pc:sldMk cId="1642417355" sldId="273"/>
            <ac:inkMk id="189" creationId="{41C0A2DA-5C04-4FF3-A12B-2802B7C12B4D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91" creationId="{640A3681-A782-494E-B2B4-E8329A16F508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92" creationId="{C40BD165-9DE1-400A-B3E1-8CEC119EEF43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93" creationId="{AA6DD76D-FD98-4526-B1CA-4556A6F816EF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94" creationId="{3BBA0C6F-21B0-495A-985C-141F8BF1DAAA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95" creationId="{20A2E60D-E4EB-4EF0-B896-73775EDE3200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96" creationId="{64960869-B120-4E93-884C-4D375061BC85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198" creationId="{90A9B5FA-E104-4EDD-8A48-E15AAAEA959D}"/>
          </ac:inkMkLst>
        </pc:inkChg>
        <pc:inkChg chg="add del mod">
          <ac:chgData name="VIkram Goyal" userId="4529b0165c9307b1" providerId="LiveId" clId="{697E15A4-21D4-47E2-9C79-C70DAE4A1DFB}" dt="2021-01-20T06:52:13.171" v="3010"/>
          <ac:inkMkLst>
            <pc:docMk/>
            <pc:sldMk cId="1642417355" sldId="273"/>
            <ac:inkMk id="200" creationId="{E117C6E5-6591-444B-A8AA-E54B9AB05692}"/>
          </ac:inkMkLst>
        </pc:inkChg>
        <pc:inkChg chg="add del mod">
          <ac:chgData name="VIkram Goyal" userId="4529b0165c9307b1" providerId="LiveId" clId="{697E15A4-21D4-47E2-9C79-C70DAE4A1DFB}" dt="2021-01-20T06:52:13.133" v="2995"/>
          <ac:inkMkLst>
            <pc:docMk/>
            <pc:sldMk cId="1642417355" sldId="273"/>
            <ac:inkMk id="201" creationId="{823633C0-5080-435B-B910-673C8E4986D3}"/>
          </ac:inkMkLst>
        </pc:inkChg>
        <pc:inkChg chg="add del mod">
          <ac:chgData name="VIkram Goyal" userId="4529b0165c9307b1" providerId="LiveId" clId="{697E15A4-21D4-47E2-9C79-C70DAE4A1DFB}" dt="2021-01-20T06:52:13.206" v="3028"/>
          <ac:inkMkLst>
            <pc:docMk/>
            <pc:sldMk cId="1642417355" sldId="273"/>
            <ac:inkMk id="202" creationId="{53808F95-F6C8-45DF-B2D9-5C24A45375A3}"/>
          </ac:inkMkLst>
        </pc:inkChg>
        <pc:inkChg chg="add del mod">
          <ac:chgData name="VIkram Goyal" userId="4529b0165c9307b1" providerId="LiveId" clId="{697E15A4-21D4-47E2-9C79-C70DAE4A1DFB}" dt="2021-01-20T06:52:13.196" v="3023"/>
          <ac:inkMkLst>
            <pc:docMk/>
            <pc:sldMk cId="1642417355" sldId="273"/>
            <ac:inkMk id="203" creationId="{5BB29CAF-AAE7-4F80-AD99-3271A8CC0D14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05" creationId="{0A71C30C-7B99-425B-81D0-1377BDBEC994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06" creationId="{4742A9C1-851B-44F6-B1D3-7FBB50981952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08" creationId="{97A8109C-D417-404A-82B0-B0ABB0166523}"/>
          </ac:inkMkLst>
        </pc:inkChg>
        <pc:inkChg chg="add mod">
          <ac:chgData name="VIkram Goyal" userId="4529b0165c9307b1" providerId="LiveId" clId="{697E15A4-21D4-47E2-9C79-C70DAE4A1DFB}" dt="2021-01-20T06:52:13.210" v="3029"/>
          <ac:inkMkLst>
            <pc:docMk/>
            <pc:sldMk cId="1642417355" sldId="273"/>
            <ac:inkMk id="210" creationId="{260AB9DB-073A-4BD8-9FDF-2E6683A85D8C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12" creationId="{A4D4524B-1E57-4008-90EA-0FC035A06B50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13" creationId="{8AFC5B63-83A9-4D77-94B5-DDBBE9991E82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14" creationId="{8E2AFE97-6165-4269-9C04-2A7B2DAE1A73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15" creationId="{80DF623C-6A31-4182-87C3-D7A160CCB9B3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16" creationId="{91E6FEA0-4819-4179-8BA5-12A7D4A17350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17" creationId="{1A26E442-A617-442C-9300-5A6B076A4D80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19" creationId="{37107E05-EA6F-4BFB-926C-0BC5301A04F8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21" creationId="{A943101D-6D6B-4526-B32D-A93703896D08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22" creationId="{A6008150-718E-4D7C-A220-BCB21E7C4F50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23" creationId="{49AEFA44-4158-496C-9C96-387B87559ABE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24" creationId="{08AFE755-650B-4E1F-A8DA-AEDC47EDDB2C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25" creationId="{5EAE6677-BFB6-45B3-9EEB-1E861FA3DE76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26" creationId="{A54E55F5-5E21-4970-B8B5-063B4D9DBD84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27" creationId="{EE98C516-52AB-4C6C-87E3-28ED5111D8B9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29" creationId="{B75B30BA-980F-49D3-8292-1F893069E0AC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30" creationId="{3F5B7904-2C5E-4B51-AE81-BD6A7F4A5913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31" creationId="{967E9AEA-AFFC-4D82-8A44-DA25F978A305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32" creationId="{36650893-25A9-4A9C-8D8D-88DB8FABA7BF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33" creationId="{DFA2467F-EEF2-4766-A6F4-3A1DF560ED2F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34" creationId="{50D1DA66-2742-4C20-9438-2C0133630443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35" creationId="{E8540525-0061-4FAA-907F-7947A7CE55F8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36" creationId="{0DB560DA-ABE6-4DC9-8859-83AFD880D3F0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37" creationId="{302EAACE-6796-4907-BED3-1435D79A861E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39" creationId="{D96D173F-A49F-43DF-9D2E-5EAA5B3DCB86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40" creationId="{A9B44939-B4D2-4838-BF8D-171CBA01C4AF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41" creationId="{F2317AEE-C1DA-4D8A-85EA-AE7C3B0CF4A5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42" creationId="{DDFDCD99-2180-4B3D-8357-55EE6E3D6B18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43" creationId="{BB1EB9A0-5EA5-42FD-A8D4-F6DC4535BBD3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44" creationId="{3FEB3DA7-C00A-4BA8-ADD1-0BC276DC6CB2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45" creationId="{653C39E6-10CF-40B9-850C-13EB2791A59F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46" creationId="{D5B8C1B4-5292-4EAC-AABE-F1414C12D9EA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47" creationId="{432DD29F-2C24-451D-BCE0-44C1EE9535AD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48" creationId="{E6C6D144-4FC2-44FD-B645-0AAFFE5523EC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49" creationId="{7CC00B09-7F2C-40C7-83F9-7D86780815EF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50" creationId="{F321A7EA-0ABC-4F6C-A0A7-6ACD58DE336C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51" creationId="{12BB671E-CACD-427F-A228-31E0714A9178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52" creationId="{6F8A02DE-2AD3-4D89-97CD-9B56D9EBF750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53" creationId="{5326252F-E594-42EA-8C46-C1E5691DF8E1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54" creationId="{10D2DE0F-558E-43D4-9F3F-90055B7F8B31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56" creationId="{B8E1A049-DA7A-41A3-8343-A3466F222F39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57" creationId="{8F8EE895-6C4B-4DBD-A4D4-44B411075938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58" creationId="{9C904E53-D10C-4BE0-B97B-09F06866A147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59" creationId="{432AD38A-3895-4C0D-ADDB-E436B4E8F439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60" creationId="{E7181F1A-33CA-430D-9EC5-022BE5CB438E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61" creationId="{8B988BA9-8CAA-47F6-B4E2-3AD24AD85876}"/>
          </ac:inkMkLst>
        </pc:inkChg>
        <pc:inkChg chg="add mod">
          <ac:chgData name="VIkram Goyal" userId="4529b0165c9307b1" providerId="LiveId" clId="{697E15A4-21D4-47E2-9C79-C70DAE4A1DFB}" dt="2021-01-20T06:52:45.417" v="3081"/>
          <ac:inkMkLst>
            <pc:docMk/>
            <pc:sldMk cId="1642417355" sldId="273"/>
            <ac:inkMk id="262" creationId="{2503C1F2-A558-4587-A689-547153FBA830}"/>
          </ac:inkMkLst>
        </pc:inkChg>
      </pc:sldChg>
      <pc:sldChg chg="addSp delSp modSp new mod">
        <pc:chgData name="VIkram Goyal" userId="4529b0165c9307b1" providerId="LiveId" clId="{697E15A4-21D4-47E2-9C79-C70DAE4A1DFB}" dt="2022-01-25T05:07:01.446" v="7761"/>
        <pc:sldMkLst>
          <pc:docMk/>
          <pc:sldMk cId="2515195266" sldId="273"/>
        </pc:sldMkLst>
        <pc:spChg chg="mod">
          <ac:chgData name="VIkram Goyal" userId="4529b0165c9307b1" providerId="LiveId" clId="{697E15A4-21D4-47E2-9C79-C70DAE4A1DFB}" dt="2022-01-25T05:04:54.486" v="7677" actId="1076"/>
          <ac:spMkLst>
            <pc:docMk/>
            <pc:sldMk cId="2515195266" sldId="273"/>
            <ac:spMk id="2" creationId="{BDE662D8-3427-4A53-A577-22E444F3B5E4}"/>
          </ac:spMkLst>
        </pc:spChg>
        <pc:spChg chg="del">
          <ac:chgData name="VIkram Goyal" userId="4529b0165c9307b1" providerId="LiveId" clId="{697E15A4-21D4-47E2-9C79-C70DAE4A1DFB}" dt="2022-01-25T05:02:32.483" v="7545" actId="478"/>
          <ac:spMkLst>
            <pc:docMk/>
            <pc:sldMk cId="2515195266" sldId="273"/>
            <ac:spMk id="3" creationId="{92DE561D-2C3D-4D23-8E5A-31731B84F3DF}"/>
          </ac:spMkLst>
        </pc:spChg>
        <pc:grpChg chg="del mod">
          <ac:chgData name="VIkram Goyal" userId="4529b0165c9307b1" providerId="LiveId" clId="{697E15A4-21D4-47E2-9C79-C70DAE4A1DFB}" dt="2022-01-20T04:15:29.099" v="6913"/>
          <ac:grpSpMkLst>
            <pc:docMk/>
            <pc:sldMk cId="2515195266" sldId="273"/>
            <ac:grpSpMk id="16" creationId="{CD1AA143-E2A1-4C07-B006-807DA98009FC}"/>
          </ac:grpSpMkLst>
        </pc:grpChg>
        <pc:grpChg chg="del mod">
          <ac:chgData name="VIkram Goyal" userId="4529b0165c9307b1" providerId="LiveId" clId="{697E15A4-21D4-47E2-9C79-C70DAE4A1DFB}" dt="2022-01-20T04:15:30.082" v="6916"/>
          <ac:grpSpMkLst>
            <pc:docMk/>
            <pc:sldMk cId="2515195266" sldId="273"/>
            <ac:grpSpMk id="17" creationId="{394C67C6-5741-404B-9673-0A14E4C0A874}"/>
          </ac:grpSpMkLst>
        </pc:grpChg>
        <pc:grpChg chg="del mod">
          <ac:chgData name="VIkram Goyal" userId="4529b0165c9307b1" providerId="LiveId" clId="{697E15A4-21D4-47E2-9C79-C70DAE4A1DFB}" dt="2022-01-20T04:15:30.082" v="6916"/>
          <ac:grpSpMkLst>
            <pc:docMk/>
            <pc:sldMk cId="2515195266" sldId="273"/>
            <ac:grpSpMk id="23" creationId="{0C63D5A7-7F3C-4F50-A6F1-F32D4F8FB98D}"/>
          </ac:grpSpMkLst>
        </pc:grpChg>
        <pc:grpChg chg="del mod">
          <ac:chgData name="VIkram Goyal" userId="4529b0165c9307b1" providerId="LiveId" clId="{697E15A4-21D4-47E2-9C79-C70DAE4A1DFB}" dt="2022-01-25T05:02:20.987" v="7544" actId="478"/>
          <ac:grpSpMkLst>
            <pc:docMk/>
            <pc:sldMk cId="2515195266" sldId="273"/>
            <ac:grpSpMk id="26" creationId="{EABE4D25-F2A8-4B6F-8DDF-E20B45D0F330}"/>
          </ac:grpSpMkLst>
        </pc:grpChg>
        <pc:grpChg chg="del mod">
          <ac:chgData name="VIkram Goyal" userId="4529b0165c9307b1" providerId="LiveId" clId="{697E15A4-21D4-47E2-9C79-C70DAE4A1DFB}" dt="2022-01-25T05:04:53.100" v="7675"/>
          <ac:grpSpMkLst>
            <pc:docMk/>
            <pc:sldMk cId="2515195266" sldId="273"/>
            <ac:grpSpMk id="28" creationId="{1F17C6A0-2A9C-48C5-89F8-EF13B769BEE2}"/>
          </ac:grpSpMkLst>
        </pc:grpChg>
        <pc:grpChg chg="del mod">
          <ac:chgData name="VIkram Goyal" userId="4529b0165c9307b1" providerId="LiveId" clId="{697E15A4-21D4-47E2-9C79-C70DAE4A1DFB}" dt="2022-01-25T05:04:53.100" v="7675"/>
          <ac:grpSpMkLst>
            <pc:docMk/>
            <pc:sldMk cId="2515195266" sldId="273"/>
            <ac:grpSpMk id="35" creationId="{1DFCA160-9E03-49EA-9FFF-84F8703C4911}"/>
          </ac:grpSpMkLst>
        </pc:grpChg>
        <pc:grpChg chg="del mod">
          <ac:chgData name="VIkram Goyal" userId="4529b0165c9307b1" providerId="LiveId" clId="{697E15A4-21D4-47E2-9C79-C70DAE4A1DFB}" dt="2022-01-25T05:03:47.484" v="7616"/>
          <ac:grpSpMkLst>
            <pc:docMk/>
            <pc:sldMk cId="2515195266" sldId="273"/>
            <ac:grpSpMk id="38" creationId="{81F9F164-BA99-4920-941A-B9DB86BB7527}"/>
          </ac:grpSpMkLst>
        </pc:grpChg>
        <pc:grpChg chg="del mod">
          <ac:chgData name="VIkram Goyal" userId="4529b0165c9307b1" providerId="LiveId" clId="{697E15A4-21D4-47E2-9C79-C70DAE4A1DFB}" dt="2022-01-25T05:03:03.055" v="7576"/>
          <ac:grpSpMkLst>
            <pc:docMk/>
            <pc:sldMk cId="2515195266" sldId="273"/>
            <ac:grpSpMk id="49" creationId="{6D3C1C98-FE6C-417E-9D72-8A0837A56640}"/>
          </ac:grpSpMkLst>
        </pc:grpChg>
        <pc:grpChg chg="del mod">
          <ac:chgData name="VIkram Goyal" userId="4529b0165c9307b1" providerId="LiveId" clId="{697E15A4-21D4-47E2-9C79-C70DAE4A1DFB}" dt="2022-01-25T05:03:54.817" v="7622"/>
          <ac:grpSpMkLst>
            <pc:docMk/>
            <pc:sldMk cId="2515195266" sldId="273"/>
            <ac:grpSpMk id="54" creationId="{AAD3BEB2-935D-453A-ACDE-022694EDBF43}"/>
          </ac:grpSpMkLst>
        </pc:grpChg>
        <pc:grpChg chg="del mod">
          <ac:chgData name="VIkram Goyal" userId="4529b0165c9307b1" providerId="LiveId" clId="{697E15A4-21D4-47E2-9C79-C70DAE4A1DFB}" dt="2022-01-25T05:03:54.817" v="7622"/>
          <ac:grpSpMkLst>
            <pc:docMk/>
            <pc:sldMk cId="2515195266" sldId="273"/>
            <ac:grpSpMk id="55" creationId="{4EE03D32-2D39-4E1E-A146-95CA4C28576F}"/>
          </ac:grpSpMkLst>
        </pc:grpChg>
        <pc:grpChg chg="del mod">
          <ac:chgData name="VIkram Goyal" userId="4529b0165c9307b1" providerId="LiveId" clId="{697E15A4-21D4-47E2-9C79-C70DAE4A1DFB}" dt="2022-01-25T05:04:12.965" v="7632"/>
          <ac:grpSpMkLst>
            <pc:docMk/>
            <pc:sldMk cId="2515195266" sldId="273"/>
            <ac:grpSpMk id="60" creationId="{FC5F1C53-3E9A-4D8C-8C63-4A1A78CA952C}"/>
          </ac:grpSpMkLst>
        </pc:grpChg>
        <pc:grpChg chg="del mod">
          <ac:chgData name="VIkram Goyal" userId="4529b0165c9307b1" providerId="LiveId" clId="{697E15A4-21D4-47E2-9C79-C70DAE4A1DFB}" dt="2022-01-25T05:04:01.367" v="7626"/>
          <ac:grpSpMkLst>
            <pc:docMk/>
            <pc:sldMk cId="2515195266" sldId="273"/>
            <ac:grpSpMk id="67" creationId="{6238BBD4-FC8B-4360-B7E7-4F8C579A44A8}"/>
          </ac:grpSpMkLst>
        </pc:grpChg>
        <pc:grpChg chg="del mod">
          <ac:chgData name="VIkram Goyal" userId="4529b0165c9307b1" providerId="LiveId" clId="{697E15A4-21D4-47E2-9C79-C70DAE4A1DFB}" dt="2022-01-25T05:04:01.367" v="7626"/>
          <ac:grpSpMkLst>
            <pc:docMk/>
            <pc:sldMk cId="2515195266" sldId="273"/>
            <ac:grpSpMk id="76" creationId="{2F9DFA71-2BD3-495B-A9C3-2F43E02D5B93}"/>
          </ac:grpSpMkLst>
        </pc:grpChg>
        <pc:grpChg chg="del mod">
          <ac:chgData name="VIkram Goyal" userId="4529b0165c9307b1" providerId="LiveId" clId="{697E15A4-21D4-47E2-9C79-C70DAE4A1DFB}" dt="2022-01-25T05:03:37.252" v="7611"/>
          <ac:grpSpMkLst>
            <pc:docMk/>
            <pc:sldMk cId="2515195266" sldId="273"/>
            <ac:grpSpMk id="83" creationId="{E06962EA-52E3-44F9-9B62-97954EAA49F9}"/>
          </ac:grpSpMkLst>
        </pc:grpChg>
        <pc:grpChg chg="del mod">
          <ac:chgData name="VIkram Goyal" userId="4529b0165c9307b1" providerId="LiveId" clId="{697E15A4-21D4-47E2-9C79-C70DAE4A1DFB}" dt="2022-01-25T05:04:07.665" v="7629"/>
          <ac:grpSpMkLst>
            <pc:docMk/>
            <pc:sldMk cId="2515195266" sldId="273"/>
            <ac:grpSpMk id="90" creationId="{74B7F221-A32C-4455-8479-C7BC95DD05B3}"/>
          </ac:grpSpMkLst>
        </pc:grpChg>
        <pc:grpChg chg="del mod">
          <ac:chgData name="VIkram Goyal" userId="4529b0165c9307b1" providerId="LiveId" clId="{697E15A4-21D4-47E2-9C79-C70DAE4A1DFB}" dt="2022-01-25T05:03:47.484" v="7616"/>
          <ac:grpSpMkLst>
            <pc:docMk/>
            <pc:sldMk cId="2515195266" sldId="273"/>
            <ac:grpSpMk id="93" creationId="{5139E7E5-1D4A-4526-8F10-79A6E0164774}"/>
          </ac:grpSpMkLst>
        </pc:grpChg>
        <pc:grpChg chg="del mod">
          <ac:chgData name="VIkram Goyal" userId="4529b0165c9307b1" providerId="LiveId" clId="{697E15A4-21D4-47E2-9C79-C70DAE4A1DFB}" dt="2022-01-25T05:04:53.100" v="7675"/>
          <ac:grpSpMkLst>
            <pc:docMk/>
            <pc:sldMk cId="2515195266" sldId="273"/>
            <ac:grpSpMk id="95" creationId="{BBAC5E6E-06E4-4947-AB4B-97ABFD7A8FAE}"/>
          </ac:grpSpMkLst>
        </pc:grpChg>
        <pc:grpChg chg="del mod">
          <ac:chgData name="VIkram Goyal" userId="4529b0165c9307b1" providerId="LiveId" clId="{697E15A4-21D4-47E2-9C79-C70DAE4A1DFB}" dt="2022-01-25T05:03:54.817" v="7622"/>
          <ac:grpSpMkLst>
            <pc:docMk/>
            <pc:sldMk cId="2515195266" sldId="273"/>
            <ac:grpSpMk id="98" creationId="{DF4CAF99-C7AB-4025-A2E6-F2405E0FA113}"/>
          </ac:grpSpMkLst>
        </pc:grpChg>
        <pc:grpChg chg="del mod">
          <ac:chgData name="VIkram Goyal" userId="4529b0165c9307b1" providerId="LiveId" clId="{697E15A4-21D4-47E2-9C79-C70DAE4A1DFB}" dt="2022-01-25T05:04:01.367" v="7626"/>
          <ac:grpSpMkLst>
            <pc:docMk/>
            <pc:sldMk cId="2515195266" sldId="273"/>
            <ac:grpSpMk id="101" creationId="{60B20DE6-9A8A-45DB-8FF8-434E90AA1546}"/>
          </ac:grpSpMkLst>
        </pc:grpChg>
        <pc:grpChg chg="del mod">
          <ac:chgData name="VIkram Goyal" userId="4529b0165c9307b1" providerId="LiveId" clId="{697E15A4-21D4-47E2-9C79-C70DAE4A1DFB}" dt="2022-01-25T05:04:12.965" v="7632"/>
          <ac:grpSpMkLst>
            <pc:docMk/>
            <pc:sldMk cId="2515195266" sldId="273"/>
            <ac:grpSpMk id="105" creationId="{FCE933AA-E257-4103-BC97-21011101E6EC}"/>
          </ac:grpSpMkLst>
        </pc:grpChg>
        <pc:grpChg chg="del mod">
          <ac:chgData name="VIkram Goyal" userId="4529b0165c9307b1" providerId="LiveId" clId="{697E15A4-21D4-47E2-9C79-C70DAE4A1DFB}" dt="2022-01-25T05:04:12.965" v="7632"/>
          <ac:grpSpMkLst>
            <pc:docMk/>
            <pc:sldMk cId="2515195266" sldId="273"/>
            <ac:grpSpMk id="108" creationId="{F28766B9-6DAD-42AB-8305-98AA2DA367D3}"/>
          </ac:grpSpMkLst>
        </pc:grpChg>
        <pc:grpChg chg="del mod">
          <ac:chgData name="VIkram Goyal" userId="4529b0165c9307b1" providerId="LiveId" clId="{697E15A4-21D4-47E2-9C79-C70DAE4A1DFB}" dt="2022-01-25T05:05:00.776" v="7679"/>
          <ac:grpSpMkLst>
            <pc:docMk/>
            <pc:sldMk cId="2515195266" sldId="273"/>
            <ac:grpSpMk id="111" creationId="{7CEF4403-4772-4F7A-9B6B-9B4AB71A8599}"/>
          </ac:grpSpMkLst>
        </pc:grpChg>
        <pc:grpChg chg="mod">
          <ac:chgData name="VIkram Goyal" userId="4529b0165c9307b1" providerId="LiveId" clId="{697E15A4-21D4-47E2-9C79-C70DAE4A1DFB}" dt="2022-01-25T05:04:19.153" v="7645"/>
          <ac:grpSpMkLst>
            <pc:docMk/>
            <pc:sldMk cId="2515195266" sldId="273"/>
            <ac:grpSpMk id="124" creationId="{7EC24CFE-D45E-4ED5-8603-5C6E741EC290}"/>
          </ac:grpSpMkLst>
        </pc:grpChg>
        <pc:grpChg chg="mod">
          <ac:chgData name="VIkram Goyal" userId="4529b0165c9307b1" providerId="LiveId" clId="{697E15A4-21D4-47E2-9C79-C70DAE4A1DFB}" dt="2022-01-25T05:04:29.662" v="7656"/>
          <ac:grpSpMkLst>
            <pc:docMk/>
            <pc:sldMk cId="2515195266" sldId="273"/>
            <ac:grpSpMk id="135" creationId="{C80F6525-B069-4B85-B804-5BDF5E54E2D4}"/>
          </ac:grpSpMkLst>
        </pc:grpChg>
        <pc:grpChg chg="mod">
          <ac:chgData name="VIkram Goyal" userId="4529b0165c9307b1" providerId="LiveId" clId="{697E15A4-21D4-47E2-9C79-C70DAE4A1DFB}" dt="2022-01-25T05:04:37.687" v="7667"/>
          <ac:grpSpMkLst>
            <pc:docMk/>
            <pc:sldMk cId="2515195266" sldId="273"/>
            <ac:grpSpMk id="146" creationId="{E3F808CB-DD26-4B51-B60A-F51CD918602D}"/>
          </ac:grpSpMkLst>
        </pc:grpChg>
        <pc:grpChg chg="mod">
          <ac:chgData name="VIkram Goyal" userId="4529b0165c9307b1" providerId="LiveId" clId="{697E15A4-21D4-47E2-9C79-C70DAE4A1DFB}" dt="2022-01-25T05:04:41.423" v="7672"/>
          <ac:grpSpMkLst>
            <pc:docMk/>
            <pc:sldMk cId="2515195266" sldId="273"/>
            <ac:grpSpMk id="151" creationId="{3CE8D493-F89B-428D-B782-93B5B984C1A4}"/>
          </ac:grpSpMkLst>
        </pc:grpChg>
        <pc:grpChg chg="del mod">
          <ac:chgData name="VIkram Goyal" userId="4529b0165c9307b1" providerId="LiveId" clId="{697E15A4-21D4-47E2-9C79-C70DAE4A1DFB}" dt="2022-01-25T05:05:00.776" v="7679"/>
          <ac:grpSpMkLst>
            <pc:docMk/>
            <pc:sldMk cId="2515195266" sldId="273"/>
            <ac:grpSpMk id="154" creationId="{EFD07F57-C7FD-4B70-A39B-8790F1F903E7}"/>
          </ac:grpSpMkLst>
        </pc:grpChg>
        <pc:grpChg chg="del mod">
          <ac:chgData name="VIkram Goyal" userId="4529b0165c9307b1" providerId="LiveId" clId="{697E15A4-21D4-47E2-9C79-C70DAE4A1DFB}" dt="2022-01-25T05:05:09.562" v="7681"/>
          <ac:grpSpMkLst>
            <pc:docMk/>
            <pc:sldMk cId="2515195266" sldId="273"/>
            <ac:grpSpMk id="157" creationId="{7B82ED22-41E2-4170-A6B3-E5D3EFC76944}"/>
          </ac:grpSpMkLst>
        </pc:grpChg>
        <pc:grpChg chg="del mod">
          <ac:chgData name="VIkram Goyal" userId="4529b0165c9307b1" providerId="LiveId" clId="{697E15A4-21D4-47E2-9C79-C70DAE4A1DFB}" dt="2022-01-25T05:05:22.753" v="7683"/>
          <ac:grpSpMkLst>
            <pc:docMk/>
            <pc:sldMk cId="2515195266" sldId="273"/>
            <ac:grpSpMk id="159" creationId="{73E2F1DC-5165-45DF-BF0C-B1403C1DD268}"/>
          </ac:grpSpMkLst>
        </pc:grpChg>
        <pc:grpChg chg="del mod">
          <ac:chgData name="VIkram Goyal" userId="4529b0165c9307b1" providerId="LiveId" clId="{697E15A4-21D4-47E2-9C79-C70DAE4A1DFB}" dt="2022-01-25T05:05:24.157" v="7685"/>
          <ac:grpSpMkLst>
            <pc:docMk/>
            <pc:sldMk cId="2515195266" sldId="273"/>
            <ac:grpSpMk id="161" creationId="{E8C4F97D-9375-4C99-B960-879FC0E217C7}"/>
          </ac:grpSpMkLst>
        </pc:grpChg>
        <pc:grpChg chg="del mod">
          <ac:chgData name="VIkram Goyal" userId="4529b0165c9307b1" providerId="LiveId" clId="{697E15A4-21D4-47E2-9C79-C70DAE4A1DFB}" dt="2022-01-25T05:06:01.204" v="7694"/>
          <ac:grpSpMkLst>
            <pc:docMk/>
            <pc:sldMk cId="2515195266" sldId="273"/>
            <ac:grpSpMk id="163" creationId="{8AEEEF32-6BB8-41BD-89C5-034786CE29E4}"/>
          </ac:grpSpMkLst>
        </pc:grpChg>
        <pc:grpChg chg="del mod">
          <ac:chgData name="VIkram Goyal" userId="4529b0165c9307b1" providerId="LiveId" clId="{697E15A4-21D4-47E2-9C79-C70DAE4A1DFB}" dt="2022-01-25T05:06:01.204" v="7694"/>
          <ac:grpSpMkLst>
            <pc:docMk/>
            <pc:sldMk cId="2515195266" sldId="273"/>
            <ac:grpSpMk id="168" creationId="{917786CE-81F5-4BE6-AC75-EF51F86316B0}"/>
          </ac:grpSpMkLst>
        </pc:grpChg>
        <pc:grpChg chg="del mod">
          <ac:chgData name="VIkram Goyal" userId="4529b0165c9307b1" providerId="LiveId" clId="{697E15A4-21D4-47E2-9C79-C70DAE4A1DFB}" dt="2022-01-25T05:06:03.403" v="7697"/>
          <ac:grpSpMkLst>
            <pc:docMk/>
            <pc:sldMk cId="2515195266" sldId="273"/>
            <ac:grpSpMk id="172" creationId="{0E2581A1-196C-4FB8-BD51-AC42A2B16A3D}"/>
          </ac:grpSpMkLst>
        </pc:grpChg>
        <pc:grpChg chg="del mod">
          <ac:chgData name="VIkram Goyal" userId="4529b0165c9307b1" providerId="LiveId" clId="{697E15A4-21D4-47E2-9C79-C70DAE4A1DFB}" dt="2022-01-25T05:06:04.878" v="7700"/>
          <ac:grpSpMkLst>
            <pc:docMk/>
            <pc:sldMk cId="2515195266" sldId="273"/>
            <ac:grpSpMk id="175" creationId="{81086040-7550-4897-A0AE-7D2D99AAA2E4}"/>
          </ac:grpSpMkLst>
        </pc:grpChg>
        <pc:grpChg chg="del mod">
          <ac:chgData name="VIkram Goyal" userId="4529b0165c9307b1" providerId="LiveId" clId="{697E15A4-21D4-47E2-9C79-C70DAE4A1DFB}" dt="2022-01-25T05:06:10.887" v="7702"/>
          <ac:grpSpMkLst>
            <pc:docMk/>
            <pc:sldMk cId="2515195266" sldId="273"/>
            <ac:grpSpMk id="178" creationId="{66D8E5FB-F11E-441A-9C0B-B259ABEEEE98}"/>
          </ac:grpSpMkLst>
        </pc:grpChg>
        <pc:grpChg chg="mod">
          <ac:chgData name="VIkram Goyal" userId="4529b0165c9307b1" providerId="LiveId" clId="{697E15A4-21D4-47E2-9C79-C70DAE4A1DFB}" dt="2022-01-25T05:06:10.887" v="7702"/>
          <ac:grpSpMkLst>
            <pc:docMk/>
            <pc:sldMk cId="2515195266" sldId="273"/>
            <ac:grpSpMk id="180" creationId="{CA632C9E-DC4A-4593-85EA-6D9532867F4B}"/>
          </ac:grpSpMkLst>
        </pc:grpChg>
        <pc:grpChg chg="del mod">
          <ac:chgData name="VIkram Goyal" userId="4529b0165c9307b1" providerId="LiveId" clId="{697E15A4-21D4-47E2-9C79-C70DAE4A1DFB}" dt="2022-01-25T05:06:32.630" v="7717"/>
          <ac:grpSpMkLst>
            <pc:docMk/>
            <pc:sldMk cId="2515195266" sldId="273"/>
            <ac:grpSpMk id="188" creationId="{407E2A15-DA91-4AC1-91C4-BEA6DEC115E7}"/>
          </ac:grpSpMkLst>
        </pc:grpChg>
        <pc:grpChg chg="del mod">
          <ac:chgData name="VIkram Goyal" userId="4529b0165c9307b1" providerId="LiveId" clId="{697E15A4-21D4-47E2-9C79-C70DAE4A1DFB}" dt="2022-01-25T05:06:42.134" v="7731"/>
          <ac:grpSpMkLst>
            <pc:docMk/>
            <pc:sldMk cId="2515195266" sldId="273"/>
            <ac:grpSpMk id="195" creationId="{7F948190-95EC-462D-8A38-7C4AAC496BC7}"/>
          </ac:grpSpMkLst>
        </pc:grpChg>
        <pc:grpChg chg="mod">
          <ac:chgData name="VIkram Goyal" userId="4529b0165c9307b1" providerId="LiveId" clId="{697E15A4-21D4-47E2-9C79-C70DAE4A1DFB}" dt="2022-01-25T05:06:42.134" v="7731"/>
          <ac:grpSpMkLst>
            <pc:docMk/>
            <pc:sldMk cId="2515195266" sldId="273"/>
            <ac:grpSpMk id="209" creationId="{D105C054-F482-4650-A262-33570E766D72}"/>
          </ac:grpSpMkLst>
        </pc:grpChg>
        <pc:grpChg chg="mod">
          <ac:chgData name="VIkram Goyal" userId="4529b0165c9307b1" providerId="LiveId" clId="{697E15A4-21D4-47E2-9C79-C70DAE4A1DFB}" dt="2022-01-25T05:06:45.062" v="7736"/>
          <ac:grpSpMkLst>
            <pc:docMk/>
            <pc:sldMk cId="2515195266" sldId="273"/>
            <ac:grpSpMk id="214" creationId="{9EE4D3A7-A88B-4904-97B8-1E20D13EAABE}"/>
          </ac:grpSpMkLst>
        </pc:grpChg>
        <pc:grpChg chg="mod">
          <ac:chgData name="VIkram Goyal" userId="4529b0165c9307b1" providerId="LiveId" clId="{697E15A4-21D4-47E2-9C79-C70DAE4A1DFB}" dt="2022-01-25T05:06:48.272" v="7742"/>
          <ac:grpSpMkLst>
            <pc:docMk/>
            <pc:sldMk cId="2515195266" sldId="273"/>
            <ac:grpSpMk id="220" creationId="{338742C0-9DD3-46C2-952E-744E2101AD3C}"/>
          </ac:grpSpMkLst>
        </pc:grpChg>
        <pc:grpChg chg="mod">
          <ac:chgData name="VIkram Goyal" userId="4529b0165c9307b1" providerId="LiveId" clId="{697E15A4-21D4-47E2-9C79-C70DAE4A1DFB}" dt="2022-01-25T05:06:51.862" v="7746"/>
          <ac:grpSpMkLst>
            <pc:docMk/>
            <pc:sldMk cId="2515195266" sldId="273"/>
            <ac:grpSpMk id="224" creationId="{D9DA0139-5DD4-4F1F-8518-50AD19D1B080}"/>
          </ac:grpSpMkLst>
        </pc:grpChg>
        <pc:grpChg chg="mod">
          <ac:chgData name="VIkram Goyal" userId="4529b0165c9307b1" providerId="LiveId" clId="{697E15A4-21D4-47E2-9C79-C70DAE4A1DFB}" dt="2022-01-25T05:06:55.532" v="7753"/>
          <ac:grpSpMkLst>
            <pc:docMk/>
            <pc:sldMk cId="2515195266" sldId="273"/>
            <ac:grpSpMk id="231" creationId="{DF4A5F4F-F814-44DD-AAE7-913CF2891073}"/>
          </ac:grpSpMkLst>
        </pc:grpChg>
        <pc:grpChg chg="mod">
          <ac:chgData name="VIkram Goyal" userId="4529b0165c9307b1" providerId="LiveId" clId="{697E15A4-21D4-47E2-9C79-C70DAE4A1DFB}" dt="2022-01-25T05:06:55.532" v="7753"/>
          <ac:grpSpMkLst>
            <pc:docMk/>
            <pc:sldMk cId="2515195266" sldId="273"/>
            <ac:grpSpMk id="232" creationId="{9F31010C-65DA-44BA-8ADB-D6EAD2B42342}"/>
          </ac:grpSpMkLst>
        </pc:grpChg>
        <pc:grpChg chg="del mod">
          <ac:chgData name="VIkram Goyal" userId="4529b0165c9307b1" providerId="LiveId" clId="{697E15A4-21D4-47E2-9C79-C70DAE4A1DFB}" dt="2022-01-25T05:07:01.446" v="7761"/>
          <ac:grpSpMkLst>
            <pc:docMk/>
            <pc:sldMk cId="2515195266" sldId="273"/>
            <ac:grpSpMk id="238" creationId="{9E548BC8-97E4-4F67-A9B0-76C4A9066598}"/>
          </ac:grpSpMkLst>
        </pc:grpChg>
        <pc:grpChg chg="mod">
          <ac:chgData name="VIkram Goyal" userId="4529b0165c9307b1" providerId="LiveId" clId="{697E15A4-21D4-47E2-9C79-C70DAE4A1DFB}" dt="2022-01-25T05:07:01.446" v="7761"/>
          <ac:grpSpMkLst>
            <pc:docMk/>
            <pc:sldMk cId="2515195266" sldId="273"/>
            <ac:grpSpMk id="240" creationId="{2DE0CC4F-6001-4CCB-B9C2-A3737B1DC221}"/>
          </ac:grpSpMkLst>
        </pc:grp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4" creationId="{C90FCF04-0082-40C4-B87A-BE8D4FE3C1B8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5" creationId="{F5A7F388-904D-4AEB-A507-79E2AD3B555D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6" creationId="{C8FCE2A8-A217-48B8-8D9D-1B48DB1C02BE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7" creationId="{4AECF78A-DFDA-4976-8E48-86F06DFA793F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8" creationId="{F11E0057-EEBA-4ED9-9EC2-E9D06884562C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9" creationId="{AA3DE4A8-08BA-42A3-B57E-8A74AD943328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10" creationId="{A8177AB2-74AA-43FE-8D8C-BE6A54E793F4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11" creationId="{0F3165A1-3A2D-4E50-AC5B-0156D1FEF87E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12" creationId="{683ABEEB-AA2F-4A29-9DB8-7654A26E3DB7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13" creationId="{8572649C-BF79-45B9-B4BF-DF91DE81ACAA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14" creationId="{B0D82198-C053-46D7-93AE-322EA676B4D6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15" creationId="{9BED0D98-993A-4405-83F7-0C8695E385CE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16" creationId="{EEE045E9-5530-4F1E-A1BA-941549BC50FE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17" creationId="{1F6722BE-AF47-4260-9F01-14A46E7A432C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18" creationId="{A42EBC4B-577C-475E-AFBF-5EA44476AE3B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19" creationId="{14E28834-F5FF-4C21-9037-1F1939702F51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20" creationId="{9C2C43FB-D308-412E-99F1-BF1F4CE793E2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21" creationId="{D08CBE86-850E-40C0-9962-AFE12B250062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22" creationId="{89F49AF5-327B-4E8A-99E4-BDC13151113B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23" creationId="{57948C7D-278F-4582-ADAA-C504C542CFA4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24" creationId="{02094EE8-2FEE-46AE-A2B1-A85527721D5D}"/>
          </ac:inkMkLst>
        </pc:inkChg>
        <pc:inkChg chg="add mod">
          <ac:chgData name="VIkram Goyal" userId="4529b0165c9307b1" providerId="LiveId" clId="{697E15A4-21D4-47E2-9C79-C70DAE4A1DFB}" dt="2022-01-20T04:15:30.082" v="6916"/>
          <ac:inkMkLst>
            <pc:docMk/>
            <pc:sldMk cId="2515195266" sldId="273"/>
            <ac:inkMk id="25" creationId="{E2970745-C198-4B7F-8224-6918EC56F785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27" creationId="{9BE1920D-3F81-44E3-8A7F-DB24FB7CA574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29" creationId="{ADA852FD-9E77-4BE5-89E8-1A35BF10CA58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30" creationId="{E47F7AE8-7224-4DF7-96CD-5786E043CD06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31" creationId="{553840C6-9DA9-4208-B0BF-7B4D03BAD11B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32" creationId="{53557413-DA7D-4757-B519-253C60E61404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33" creationId="{7B74B631-F3FF-45F7-8BA1-8006876E2CBC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34" creationId="{FB24C5BF-24D1-4398-86BE-94FAA10729E4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36" creationId="{BDA47D40-E693-457C-9056-9B5BDCD88741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37" creationId="{2B62345A-8A1A-41FE-8ABA-3D11663198A0}"/>
          </ac:inkMkLst>
        </pc:inkChg>
        <pc:inkChg chg="add">
          <ac:chgData name="VIkram Goyal" userId="4529b0165c9307b1" providerId="LiveId" clId="{697E15A4-21D4-47E2-9C79-C70DAE4A1DFB}" dt="2022-01-25T05:02:51.283" v="7561" actId="9405"/>
          <ac:inkMkLst>
            <pc:docMk/>
            <pc:sldMk cId="2515195266" sldId="273"/>
            <ac:inkMk id="39" creationId="{F8A7472C-5D30-4F44-95AB-372BC45AE41E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40" creationId="{94F3A4A6-88E9-4751-9CD4-DA74F741C76B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41" creationId="{803E9D94-1278-4C30-B630-4B55D1AA3AD3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42" creationId="{88BFF962-6DA9-4051-A425-93AA39358BC1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43" creationId="{0A2F005D-973C-475D-93A1-AA242207DCCC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44" creationId="{8F66C5D8-F6C9-468E-B0CB-CE254F32C74E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45" creationId="{F3C31D05-6C98-406B-9A20-8CCD4160BAD8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46" creationId="{4EB37CE5-BAD4-460D-BE60-546DAB3A1996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47" creationId="{73BE2164-EBDE-4559-9E3E-FE0BAA39B069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48" creationId="{335B4276-A4C4-4EF4-B328-F7BDCAFF8124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50" creationId="{887AED31-0079-44B0-A0ED-986D0BC9101E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51" creationId="{18CC1E38-0A4C-401C-9769-BB7E32EE44CB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52" creationId="{14967DB6-BAFE-4A04-A8FC-92D240C3FA22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53" creationId="{FC4D3F9C-81A7-4856-9EBC-8580D0F403C5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56" creationId="{65717E0C-98B6-4202-AA98-57889C044009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57" creationId="{27BB93C7-CD03-4140-A326-A0DE83A57E6A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58" creationId="{71FF55C7-6FCA-43DB-80C8-F51B52692BCE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59" creationId="{6B401901-E8E2-41A0-AAED-A4219F227E34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61" creationId="{2237FA4D-49D5-4C10-B6B1-51E1A5F5456F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62" creationId="{24453BB3-B3DF-4F51-B312-A674A484942E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63" creationId="{4571DCDD-1235-4F2E-B02F-04E9109B5401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64" creationId="{A0EA8043-8F8E-40BC-B8A9-A56ACB99E90E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65" creationId="{E748B426-1DEF-45FC-A467-5B89BF1674E7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66" creationId="{09A0A1D9-5D55-47B8-ACC3-AFC2C5470910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68" creationId="{899B6197-9850-48BB-9402-5754E4FF0A39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69" creationId="{C522671A-3920-458F-970A-88605EF59000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70" creationId="{5CE8207A-AAD2-4E9D-A33A-C4E5E5BDE1B8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71" creationId="{66D0B529-3B2B-4B17-A6E6-E521A9910DBA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72" creationId="{DE8F8696-4062-4432-9AAA-7FB96A992444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73" creationId="{EA7C0CCF-AF78-4B33-A41B-71E0E5876BCC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74" creationId="{207E0B34-86A0-4142-85CA-9F0B7DFA0150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75" creationId="{C2205233-24F2-4A88-9B6E-ED7B5D7EBC10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77" creationId="{D96F3548-2CD8-4EF4-916D-01ABEC4968A8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78" creationId="{018ACF63-8404-403D-95AD-C1D10CB622D5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79" creationId="{FA03D82E-6603-4AF5-BFB3-E7782B51882B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80" creationId="{902D7261-1251-4889-BD2E-7532E24769AC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81" creationId="{FDECD498-D1DE-4EA7-A697-6AA07345CAC6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82" creationId="{9D4610CB-077D-4230-8C10-D6F94AA77478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84" creationId="{FE158C2C-2CFC-4E5D-A122-B33AA7DDD590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85" creationId="{596E5CE5-29FA-496F-A781-DE0B1D390EA1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86" creationId="{17704ADB-1F85-4048-8DD6-4771ED25F904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87" creationId="{27C62424-182A-48EF-A512-68AB708B48F3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88" creationId="{5EAB1A54-2065-4F8B-9C58-A6AADED7AF10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89" creationId="{8C04FF9C-D030-4819-9099-34D3F1FC3C2F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91" creationId="{87AFBA6D-8409-4768-874A-105E16E9256C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92" creationId="{3C6A8833-54FC-4F00-8533-46C39BE7E504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94" creationId="{61F7A860-6211-4107-9005-666AE50A55C2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96" creationId="{5BB5E5C3-C873-43FB-865B-1E982E6A9668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97" creationId="{D375254A-BD03-4176-8024-1E42E0DFDC70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99" creationId="{F38D8D4A-0C31-4049-B5D5-19E376E666BB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00" creationId="{52602641-7263-4758-AA52-FC21ED661E2B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02" creationId="{B69BBF35-06B0-44C3-9873-179B0441FB3B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03" creationId="{D240F88D-24EF-4E1F-85DD-C726CB4B9231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04" creationId="{3E99C11D-9282-4C1E-A558-29B992D3F864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06" creationId="{6C79FF18-F302-44F8-A439-EBF88F037C5D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07" creationId="{A6D3ACB9-235A-4569-82E0-5B527648C992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09" creationId="{1A28EBB0-74C0-4EC6-B22F-8346329403CC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10" creationId="{A1251262-C849-4766-9A76-32FFAEAF844C}"/>
          </ac:inkMkLst>
        </pc:inkChg>
        <pc:inkChg chg="add mod">
          <ac:chgData name="VIkram Goyal" userId="4529b0165c9307b1" providerId="LiveId" clId="{697E15A4-21D4-47E2-9C79-C70DAE4A1DFB}" dt="2022-01-25T05:04:19.153" v="7645"/>
          <ac:inkMkLst>
            <pc:docMk/>
            <pc:sldMk cId="2515195266" sldId="273"/>
            <ac:inkMk id="112" creationId="{6DF7FE68-97C2-4C14-8016-8FEB81479E44}"/>
          </ac:inkMkLst>
        </pc:inkChg>
        <pc:inkChg chg="add mod">
          <ac:chgData name="VIkram Goyal" userId="4529b0165c9307b1" providerId="LiveId" clId="{697E15A4-21D4-47E2-9C79-C70DAE4A1DFB}" dt="2022-01-25T05:04:19.153" v="7645"/>
          <ac:inkMkLst>
            <pc:docMk/>
            <pc:sldMk cId="2515195266" sldId="273"/>
            <ac:inkMk id="113" creationId="{5E17319E-ABA6-43B1-A0B8-0D0B223A745D}"/>
          </ac:inkMkLst>
        </pc:inkChg>
        <pc:inkChg chg="add mod">
          <ac:chgData name="VIkram Goyal" userId="4529b0165c9307b1" providerId="LiveId" clId="{697E15A4-21D4-47E2-9C79-C70DAE4A1DFB}" dt="2022-01-25T05:04:19.153" v="7645"/>
          <ac:inkMkLst>
            <pc:docMk/>
            <pc:sldMk cId="2515195266" sldId="273"/>
            <ac:inkMk id="114" creationId="{A513532B-59D4-4920-AC63-90A7050EDD7D}"/>
          </ac:inkMkLst>
        </pc:inkChg>
        <pc:inkChg chg="add mod">
          <ac:chgData name="VIkram Goyal" userId="4529b0165c9307b1" providerId="LiveId" clId="{697E15A4-21D4-47E2-9C79-C70DAE4A1DFB}" dt="2022-01-25T05:04:19.153" v="7645"/>
          <ac:inkMkLst>
            <pc:docMk/>
            <pc:sldMk cId="2515195266" sldId="273"/>
            <ac:inkMk id="115" creationId="{36A2ADE2-6ABE-4988-9143-5CD316A48312}"/>
          </ac:inkMkLst>
        </pc:inkChg>
        <pc:inkChg chg="add mod">
          <ac:chgData name="VIkram Goyal" userId="4529b0165c9307b1" providerId="LiveId" clId="{697E15A4-21D4-47E2-9C79-C70DAE4A1DFB}" dt="2022-01-25T05:04:19.153" v="7645"/>
          <ac:inkMkLst>
            <pc:docMk/>
            <pc:sldMk cId="2515195266" sldId="273"/>
            <ac:inkMk id="116" creationId="{E389F990-582D-4501-A87A-2CED4A8DFFF2}"/>
          </ac:inkMkLst>
        </pc:inkChg>
        <pc:inkChg chg="add mod">
          <ac:chgData name="VIkram Goyal" userId="4529b0165c9307b1" providerId="LiveId" clId="{697E15A4-21D4-47E2-9C79-C70DAE4A1DFB}" dt="2022-01-25T05:04:19.153" v="7645"/>
          <ac:inkMkLst>
            <pc:docMk/>
            <pc:sldMk cId="2515195266" sldId="273"/>
            <ac:inkMk id="117" creationId="{BEBC1241-1778-4CC4-8DB6-F99F9E96A162}"/>
          </ac:inkMkLst>
        </pc:inkChg>
        <pc:inkChg chg="add mod">
          <ac:chgData name="VIkram Goyal" userId="4529b0165c9307b1" providerId="LiveId" clId="{697E15A4-21D4-47E2-9C79-C70DAE4A1DFB}" dt="2022-01-25T05:04:19.153" v="7645"/>
          <ac:inkMkLst>
            <pc:docMk/>
            <pc:sldMk cId="2515195266" sldId="273"/>
            <ac:inkMk id="118" creationId="{669A70D2-7CF3-40A4-90F2-62CF659DC5F1}"/>
          </ac:inkMkLst>
        </pc:inkChg>
        <pc:inkChg chg="add mod">
          <ac:chgData name="VIkram Goyal" userId="4529b0165c9307b1" providerId="LiveId" clId="{697E15A4-21D4-47E2-9C79-C70DAE4A1DFB}" dt="2022-01-25T05:04:19.153" v="7645"/>
          <ac:inkMkLst>
            <pc:docMk/>
            <pc:sldMk cId="2515195266" sldId="273"/>
            <ac:inkMk id="119" creationId="{357ECB56-54EF-422D-BD63-178B773F6B10}"/>
          </ac:inkMkLst>
        </pc:inkChg>
        <pc:inkChg chg="add mod">
          <ac:chgData name="VIkram Goyal" userId="4529b0165c9307b1" providerId="LiveId" clId="{697E15A4-21D4-47E2-9C79-C70DAE4A1DFB}" dt="2022-01-25T05:04:19.153" v="7645"/>
          <ac:inkMkLst>
            <pc:docMk/>
            <pc:sldMk cId="2515195266" sldId="273"/>
            <ac:inkMk id="120" creationId="{76E0FD2E-D110-4F2D-89E8-6257C8CDCA88}"/>
          </ac:inkMkLst>
        </pc:inkChg>
        <pc:inkChg chg="add mod">
          <ac:chgData name="VIkram Goyal" userId="4529b0165c9307b1" providerId="LiveId" clId="{697E15A4-21D4-47E2-9C79-C70DAE4A1DFB}" dt="2022-01-25T05:04:19.153" v="7645"/>
          <ac:inkMkLst>
            <pc:docMk/>
            <pc:sldMk cId="2515195266" sldId="273"/>
            <ac:inkMk id="121" creationId="{AFA48F0F-3088-4052-AC52-35B09D6818A0}"/>
          </ac:inkMkLst>
        </pc:inkChg>
        <pc:inkChg chg="add mod">
          <ac:chgData name="VIkram Goyal" userId="4529b0165c9307b1" providerId="LiveId" clId="{697E15A4-21D4-47E2-9C79-C70DAE4A1DFB}" dt="2022-01-25T05:04:19.153" v="7645"/>
          <ac:inkMkLst>
            <pc:docMk/>
            <pc:sldMk cId="2515195266" sldId="273"/>
            <ac:inkMk id="122" creationId="{A443C048-B2CF-4405-BF8E-CD11881D87EF}"/>
          </ac:inkMkLst>
        </pc:inkChg>
        <pc:inkChg chg="add mod">
          <ac:chgData name="VIkram Goyal" userId="4529b0165c9307b1" providerId="LiveId" clId="{697E15A4-21D4-47E2-9C79-C70DAE4A1DFB}" dt="2022-01-25T05:04:19.153" v="7645"/>
          <ac:inkMkLst>
            <pc:docMk/>
            <pc:sldMk cId="2515195266" sldId="273"/>
            <ac:inkMk id="123" creationId="{64EEE571-2044-473C-A737-CEEF633D9393}"/>
          </ac:inkMkLst>
        </pc:inkChg>
        <pc:inkChg chg="add">
          <ac:chgData name="VIkram Goyal" userId="4529b0165c9307b1" providerId="LiveId" clId="{697E15A4-21D4-47E2-9C79-C70DAE4A1DFB}" dt="2022-01-25T05:04:22.242" v="7646" actId="9405"/>
          <ac:inkMkLst>
            <pc:docMk/>
            <pc:sldMk cId="2515195266" sldId="273"/>
            <ac:inkMk id="125" creationId="{57749EB2-8DB9-4AD2-ACC4-8333D480AF74}"/>
          </ac:inkMkLst>
        </pc:inkChg>
        <pc:inkChg chg="add">
          <ac:chgData name="VIkram Goyal" userId="4529b0165c9307b1" providerId="LiveId" clId="{697E15A4-21D4-47E2-9C79-C70DAE4A1DFB}" dt="2022-01-25T05:04:24.022" v="7647" actId="9405"/>
          <ac:inkMkLst>
            <pc:docMk/>
            <pc:sldMk cId="2515195266" sldId="273"/>
            <ac:inkMk id="126" creationId="{289E69D5-4EB3-4C58-95B1-ED0CC698E368}"/>
          </ac:inkMkLst>
        </pc:inkChg>
        <pc:inkChg chg="add mod">
          <ac:chgData name="VIkram Goyal" userId="4529b0165c9307b1" providerId="LiveId" clId="{697E15A4-21D4-47E2-9C79-C70DAE4A1DFB}" dt="2022-01-25T05:04:29.662" v="7656"/>
          <ac:inkMkLst>
            <pc:docMk/>
            <pc:sldMk cId="2515195266" sldId="273"/>
            <ac:inkMk id="127" creationId="{9FD6EE0E-032E-4AAD-BF2A-2D9984C38B64}"/>
          </ac:inkMkLst>
        </pc:inkChg>
        <pc:inkChg chg="add mod">
          <ac:chgData name="VIkram Goyal" userId="4529b0165c9307b1" providerId="LiveId" clId="{697E15A4-21D4-47E2-9C79-C70DAE4A1DFB}" dt="2022-01-25T05:04:29.662" v="7656"/>
          <ac:inkMkLst>
            <pc:docMk/>
            <pc:sldMk cId="2515195266" sldId="273"/>
            <ac:inkMk id="128" creationId="{238F40E7-1674-4FB6-A71D-EC7E9CC3E5EF}"/>
          </ac:inkMkLst>
        </pc:inkChg>
        <pc:inkChg chg="add mod">
          <ac:chgData name="VIkram Goyal" userId="4529b0165c9307b1" providerId="LiveId" clId="{697E15A4-21D4-47E2-9C79-C70DAE4A1DFB}" dt="2022-01-25T05:04:29.662" v="7656"/>
          <ac:inkMkLst>
            <pc:docMk/>
            <pc:sldMk cId="2515195266" sldId="273"/>
            <ac:inkMk id="129" creationId="{92C99CDC-B2FC-4C74-8166-C3F40339D0DC}"/>
          </ac:inkMkLst>
        </pc:inkChg>
        <pc:inkChg chg="add mod">
          <ac:chgData name="VIkram Goyal" userId="4529b0165c9307b1" providerId="LiveId" clId="{697E15A4-21D4-47E2-9C79-C70DAE4A1DFB}" dt="2022-01-25T05:04:29.662" v="7656"/>
          <ac:inkMkLst>
            <pc:docMk/>
            <pc:sldMk cId="2515195266" sldId="273"/>
            <ac:inkMk id="130" creationId="{D2814C9A-E25A-4FAF-9E8E-8A3500D0BC5D}"/>
          </ac:inkMkLst>
        </pc:inkChg>
        <pc:inkChg chg="add mod">
          <ac:chgData name="VIkram Goyal" userId="4529b0165c9307b1" providerId="LiveId" clId="{697E15A4-21D4-47E2-9C79-C70DAE4A1DFB}" dt="2022-01-25T05:04:29.662" v="7656"/>
          <ac:inkMkLst>
            <pc:docMk/>
            <pc:sldMk cId="2515195266" sldId="273"/>
            <ac:inkMk id="131" creationId="{A50DDADE-65CE-457B-BEA5-1F234D6F17FF}"/>
          </ac:inkMkLst>
        </pc:inkChg>
        <pc:inkChg chg="add mod">
          <ac:chgData name="VIkram Goyal" userId="4529b0165c9307b1" providerId="LiveId" clId="{697E15A4-21D4-47E2-9C79-C70DAE4A1DFB}" dt="2022-01-25T05:04:29.662" v="7656"/>
          <ac:inkMkLst>
            <pc:docMk/>
            <pc:sldMk cId="2515195266" sldId="273"/>
            <ac:inkMk id="132" creationId="{52459CEF-B904-4EE9-9576-2D292E18FC67}"/>
          </ac:inkMkLst>
        </pc:inkChg>
        <pc:inkChg chg="add mod">
          <ac:chgData name="VIkram Goyal" userId="4529b0165c9307b1" providerId="LiveId" clId="{697E15A4-21D4-47E2-9C79-C70DAE4A1DFB}" dt="2022-01-25T05:04:29.662" v="7656"/>
          <ac:inkMkLst>
            <pc:docMk/>
            <pc:sldMk cId="2515195266" sldId="273"/>
            <ac:inkMk id="133" creationId="{E252AD68-39BA-4B5B-B70E-7F238EC1CDBD}"/>
          </ac:inkMkLst>
        </pc:inkChg>
        <pc:inkChg chg="add mod">
          <ac:chgData name="VIkram Goyal" userId="4529b0165c9307b1" providerId="LiveId" clId="{697E15A4-21D4-47E2-9C79-C70DAE4A1DFB}" dt="2022-01-25T05:04:29.662" v="7656"/>
          <ac:inkMkLst>
            <pc:docMk/>
            <pc:sldMk cId="2515195266" sldId="273"/>
            <ac:inkMk id="134" creationId="{9FF7EFBD-1355-4FC5-8F44-77937F22695D}"/>
          </ac:inkMkLst>
        </pc:inkChg>
        <pc:inkChg chg="add mod">
          <ac:chgData name="VIkram Goyal" userId="4529b0165c9307b1" providerId="LiveId" clId="{697E15A4-21D4-47E2-9C79-C70DAE4A1DFB}" dt="2022-01-25T05:04:37.687" v="7667"/>
          <ac:inkMkLst>
            <pc:docMk/>
            <pc:sldMk cId="2515195266" sldId="273"/>
            <ac:inkMk id="136" creationId="{ABF97342-FC17-4A7D-8D2B-328BA1250191}"/>
          </ac:inkMkLst>
        </pc:inkChg>
        <pc:inkChg chg="add mod">
          <ac:chgData name="VIkram Goyal" userId="4529b0165c9307b1" providerId="LiveId" clId="{697E15A4-21D4-47E2-9C79-C70DAE4A1DFB}" dt="2022-01-25T05:04:37.687" v="7667"/>
          <ac:inkMkLst>
            <pc:docMk/>
            <pc:sldMk cId="2515195266" sldId="273"/>
            <ac:inkMk id="137" creationId="{59FBD664-8884-4E2C-BBC7-3D771BF80051}"/>
          </ac:inkMkLst>
        </pc:inkChg>
        <pc:inkChg chg="add mod">
          <ac:chgData name="VIkram Goyal" userId="4529b0165c9307b1" providerId="LiveId" clId="{697E15A4-21D4-47E2-9C79-C70DAE4A1DFB}" dt="2022-01-25T05:04:37.687" v="7667"/>
          <ac:inkMkLst>
            <pc:docMk/>
            <pc:sldMk cId="2515195266" sldId="273"/>
            <ac:inkMk id="138" creationId="{E7EED8E1-68C7-47C1-B778-58ED10872886}"/>
          </ac:inkMkLst>
        </pc:inkChg>
        <pc:inkChg chg="add mod">
          <ac:chgData name="VIkram Goyal" userId="4529b0165c9307b1" providerId="LiveId" clId="{697E15A4-21D4-47E2-9C79-C70DAE4A1DFB}" dt="2022-01-25T05:04:37.687" v="7667"/>
          <ac:inkMkLst>
            <pc:docMk/>
            <pc:sldMk cId="2515195266" sldId="273"/>
            <ac:inkMk id="139" creationId="{1B16279F-657E-4C31-AC86-E177FC57229B}"/>
          </ac:inkMkLst>
        </pc:inkChg>
        <pc:inkChg chg="add mod">
          <ac:chgData name="VIkram Goyal" userId="4529b0165c9307b1" providerId="LiveId" clId="{697E15A4-21D4-47E2-9C79-C70DAE4A1DFB}" dt="2022-01-25T05:04:37.687" v="7667"/>
          <ac:inkMkLst>
            <pc:docMk/>
            <pc:sldMk cId="2515195266" sldId="273"/>
            <ac:inkMk id="140" creationId="{07759C4E-51F5-498E-A0FD-098C37BC5181}"/>
          </ac:inkMkLst>
        </pc:inkChg>
        <pc:inkChg chg="add mod">
          <ac:chgData name="VIkram Goyal" userId="4529b0165c9307b1" providerId="LiveId" clId="{697E15A4-21D4-47E2-9C79-C70DAE4A1DFB}" dt="2022-01-25T05:04:37.687" v="7667"/>
          <ac:inkMkLst>
            <pc:docMk/>
            <pc:sldMk cId="2515195266" sldId="273"/>
            <ac:inkMk id="141" creationId="{5DB0E73E-2A38-48C0-9D81-7163D9207329}"/>
          </ac:inkMkLst>
        </pc:inkChg>
        <pc:inkChg chg="add mod">
          <ac:chgData name="VIkram Goyal" userId="4529b0165c9307b1" providerId="LiveId" clId="{697E15A4-21D4-47E2-9C79-C70DAE4A1DFB}" dt="2022-01-25T05:04:37.687" v="7667"/>
          <ac:inkMkLst>
            <pc:docMk/>
            <pc:sldMk cId="2515195266" sldId="273"/>
            <ac:inkMk id="142" creationId="{D4BFF3E4-A48B-4E64-A083-2CD6FBD70E42}"/>
          </ac:inkMkLst>
        </pc:inkChg>
        <pc:inkChg chg="add mod">
          <ac:chgData name="VIkram Goyal" userId="4529b0165c9307b1" providerId="LiveId" clId="{697E15A4-21D4-47E2-9C79-C70DAE4A1DFB}" dt="2022-01-25T05:04:37.687" v="7667"/>
          <ac:inkMkLst>
            <pc:docMk/>
            <pc:sldMk cId="2515195266" sldId="273"/>
            <ac:inkMk id="143" creationId="{663AD631-5376-45F6-AE29-8D4B2296B1A7}"/>
          </ac:inkMkLst>
        </pc:inkChg>
        <pc:inkChg chg="add mod">
          <ac:chgData name="VIkram Goyal" userId="4529b0165c9307b1" providerId="LiveId" clId="{697E15A4-21D4-47E2-9C79-C70DAE4A1DFB}" dt="2022-01-25T05:04:37.687" v="7667"/>
          <ac:inkMkLst>
            <pc:docMk/>
            <pc:sldMk cId="2515195266" sldId="273"/>
            <ac:inkMk id="144" creationId="{C0E8C915-40CD-4946-A7CD-341AB4D7D691}"/>
          </ac:inkMkLst>
        </pc:inkChg>
        <pc:inkChg chg="add mod">
          <ac:chgData name="VIkram Goyal" userId="4529b0165c9307b1" providerId="LiveId" clId="{697E15A4-21D4-47E2-9C79-C70DAE4A1DFB}" dt="2022-01-25T05:04:37.687" v="7667"/>
          <ac:inkMkLst>
            <pc:docMk/>
            <pc:sldMk cId="2515195266" sldId="273"/>
            <ac:inkMk id="145" creationId="{BCFABB31-63F2-4F11-B133-64379DA68CE4}"/>
          </ac:inkMkLst>
        </pc:inkChg>
        <pc:inkChg chg="add mod">
          <ac:chgData name="VIkram Goyal" userId="4529b0165c9307b1" providerId="LiveId" clId="{697E15A4-21D4-47E2-9C79-C70DAE4A1DFB}" dt="2022-01-25T05:04:41.423" v="7672"/>
          <ac:inkMkLst>
            <pc:docMk/>
            <pc:sldMk cId="2515195266" sldId="273"/>
            <ac:inkMk id="147" creationId="{1EE43A1D-F0C5-415D-B337-2E7B33A0B1FE}"/>
          </ac:inkMkLst>
        </pc:inkChg>
        <pc:inkChg chg="add mod">
          <ac:chgData name="VIkram Goyal" userId="4529b0165c9307b1" providerId="LiveId" clId="{697E15A4-21D4-47E2-9C79-C70DAE4A1DFB}" dt="2022-01-25T05:04:41.423" v="7672"/>
          <ac:inkMkLst>
            <pc:docMk/>
            <pc:sldMk cId="2515195266" sldId="273"/>
            <ac:inkMk id="148" creationId="{0AFE7B2F-87E2-46FD-AC97-3ED23CCEFC33}"/>
          </ac:inkMkLst>
        </pc:inkChg>
        <pc:inkChg chg="add mod">
          <ac:chgData name="VIkram Goyal" userId="4529b0165c9307b1" providerId="LiveId" clId="{697E15A4-21D4-47E2-9C79-C70DAE4A1DFB}" dt="2022-01-25T05:04:41.423" v="7672"/>
          <ac:inkMkLst>
            <pc:docMk/>
            <pc:sldMk cId="2515195266" sldId="273"/>
            <ac:inkMk id="149" creationId="{3D7C84B2-CB95-4C2E-A8B1-282F29EEE5E7}"/>
          </ac:inkMkLst>
        </pc:inkChg>
        <pc:inkChg chg="add mod">
          <ac:chgData name="VIkram Goyal" userId="4529b0165c9307b1" providerId="LiveId" clId="{697E15A4-21D4-47E2-9C79-C70DAE4A1DFB}" dt="2022-01-25T05:04:41.423" v="7672"/>
          <ac:inkMkLst>
            <pc:docMk/>
            <pc:sldMk cId="2515195266" sldId="273"/>
            <ac:inkMk id="150" creationId="{FFA32FC4-81B7-4840-81C8-8EFEBC9AA5A5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152" creationId="{C7EC436E-3383-436B-8DFA-8321B5E67A63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153" creationId="{9838338F-AE7E-4DCF-B95C-EE19606C3C2B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155" creationId="{CD8D6B3B-C77D-4191-AED3-CB30361B9465}"/>
          </ac:inkMkLst>
        </pc:inkChg>
        <pc:inkChg chg="add mod">
          <ac:chgData name="VIkram Goyal" userId="4529b0165c9307b1" providerId="LiveId" clId="{697E15A4-21D4-47E2-9C79-C70DAE4A1DFB}" dt="2022-01-25T05:05:09.562" v="7681"/>
          <ac:inkMkLst>
            <pc:docMk/>
            <pc:sldMk cId="2515195266" sldId="273"/>
            <ac:inkMk id="156" creationId="{01CD4B4E-E413-48B8-8F69-9311B5AD61F0}"/>
          </ac:inkMkLst>
        </pc:inkChg>
        <pc:inkChg chg="add mod">
          <ac:chgData name="VIkram Goyal" userId="4529b0165c9307b1" providerId="LiveId" clId="{697E15A4-21D4-47E2-9C79-C70DAE4A1DFB}" dt="2022-01-25T05:05:22.753" v="7683"/>
          <ac:inkMkLst>
            <pc:docMk/>
            <pc:sldMk cId="2515195266" sldId="273"/>
            <ac:inkMk id="158" creationId="{F785C292-33BB-4A1C-A797-D317D00F4D9B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160" creationId="{09B19531-EC62-4F19-864E-82C9EFDD1F85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162" creationId="{6ACB0ECD-F1F5-4290-A01D-AF11B8D63E9B}"/>
          </ac:inkMkLst>
        </pc:inkChg>
        <pc:inkChg chg="add">
          <ac:chgData name="VIkram Goyal" userId="4529b0165c9307b1" providerId="LiveId" clId="{697E15A4-21D4-47E2-9C79-C70DAE4A1DFB}" dt="2022-01-25T05:05:27.583" v="7686" actId="9405"/>
          <ac:inkMkLst>
            <pc:docMk/>
            <pc:sldMk cId="2515195266" sldId="273"/>
            <ac:inkMk id="164" creationId="{42CE2B5C-9F09-4BCD-993E-15FA9B1FEF35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165" creationId="{FB649C40-E6A3-4AC0-ABE2-B8DBAE234B44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166" creationId="{75470505-0AAC-464D-873C-580079651F12}"/>
          </ac:inkMkLst>
        </pc:inkChg>
        <pc:inkChg chg="add mod">
          <ac:chgData name="VIkram Goyal" userId="4529b0165c9307b1" providerId="LiveId" clId="{697E15A4-21D4-47E2-9C79-C70DAE4A1DFB}" dt="2022-01-25T05:06:04.878" v="7700"/>
          <ac:inkMkLst>
            <pc:docMk/>
            <pc:sldMk cId="2515195266" sldId="273"/>
            <ac:inkMk id="167" creationId="{404F6FFC-C12B-4BBD-938D-9E59F10868FE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69" creationId="{D7A6A548-5313-4EB5-99A7-663A11996A67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70" creationId="{F5590DEC-9CC1-4532-8C59-F6D98DA3BE9F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71" creationId="{8A9C57B5-8EA9-454E-B079-58E7FBC347AE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73" creationId="{B8E2BE80-99BB-4F85-8C05-F0E643447186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74" creationId="{1F213618-0263-4AAA-970D-8C50688B71E9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76" creationId="{11A4BF5B-8D69-4008-8784-DFD7721BF499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77" creationId="{F3785928-D350-42FC-94FE-FAC897F8806F}"/>
          </ac:inkMkLst>
        </pc:inkChg>
        <pc:inkChg chg="add mod">
          <ac:chgData name="VIkram Goyal" userId="4529b0165c9307b1" providerId="LiveId" clId="{697E15A4-21D4-47E2-9C79-C70DAE4A1DFB}" dt="2022-01-25T05:06:10.887" v="7702"/>
          <ac:inkMkLst>
            <pc:docMk/>
            <pc:sldMk cId="2515195266" sldId="273"/>
            <ac:inkMk id="179" creationId="{D022D1CF-F17A-4FCA-B50C-A69F01B78825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81" creationId="{67977631-937A-45CC-8102-82D2ADAA0982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82" creationId="{1B4335DD-C690-47D4-87B7-6C7FEBBAC02F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83" creationId="{7FA477B3-7903-4226-AF11-20B730E2383C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84" creationId="{A51410CB-EC07-4C24-82AC-2B8222CAB210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85" creationId="{35D59B37-3C23-4E8D-8A19-E8A3EF2257BE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86" creationId="{67C2CA74-8B2E-49EF-9AB9-F7585F6BDC29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87" creationId="{3482F63B-864F-4670-8728-39A37502CB1A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89" creationId="{A0765742-001D-47DA-A729-39003AE39172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90" creationId="{952B6FFC-FDB4-45A4-B42B-C354B9B4EEA8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91" creationId="{31E22D36-CACA-4112-821C-D9B96E3377A6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92" creationId="{94CD9434-7F6A-4C61-84F6-38FF3BC6AE15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93" creationId="{E6B30EB0-828C-48E3-9F06-961BAC0353BB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94" creationId="{F1972FAB-10EF-4E21-831A-0B265DE9952D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96" creationId="{52AAD58F-73E2-482E-B7CB-042B9F426EB4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97" creationId="{1A94826F-32CF-4D83-81DE-F9802BA8A9B7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98" creationId="{7E0C6874-C645-4315-A5DB-580AD3378A6C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199" creationId="{A291457D-57F3-4CB2-93DD-06E7A1CBFB02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200" creationId="{DFE807F8-9772-4842-957E-0C6A0A2D6E9B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201" creationId="{E1F630E8-FAAE-445C-A7E3-C894B3E11CBF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202" creationId="{DC59112C-E755-4D7E-BB17-12CC7AFB46CD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203" creationId="{A815762D-262C-439A-92D1-818153EBD814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204" creationId="{36E414C6-D723-46A0-9C98-3A0DB0F66B11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205" creationId="{BB3817FD-3EAC-4BAC-87DB-4C7541500553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206" creationId="{93753A09-CB72-4310-8307-BCE5D046BC9C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207" creationId="{C581D3CC-46CD-497A-9C3D-F8AD71BB60F5}"/>
          </ac:inkMkLst>
        </pc:inkChg>
        <pc:inkChg chg="add mod">
          <ac:chgData name="VIkram Goyal" userId="4529b0165c9307b1" providerId="LiveId" clId="{697E15A4-21D4-47E2-9C79-C70DAE4A1DFB}" dt="2022-01-25T05:06:42.134" v="7731"/>
          <ac:inkMkLst>
            <pc:docMk/>
            <pc:sldMk cId="2515195266" sldId="273"/>
            <ac:inkMk id="208" creationId="{10D73CDB-9B25-4ADF-A222-FC61CDDB139D}"/>
          </ac:inkMkLst>
        </pc:inkChg>
        <pc:inkChg chg="add mod">
          <ac:chgData name="VIkram Goyal" userId="4529b0165c9307b1" providerId="LiveId" clId="{697E15A4-21D4-47E2-9C79-C70DAE4A1DFB}" dt="2022-01-25T05:06:45.062" v="7736"/>
          <ac:inkMkLst>
            <pc:docMk/>
            <pc:sldMk cId="2515195266" sldId="273"/>
            <ac:inkMk id="210" creationId="{744DEBB1-02F3-4DAF-8938-3819F15507F0}"/>
          </ac:inkMkLst>
        </pc:inkChg>
        <pc:inkChg chg="add mod">
          <ac:chgData name="VIkram Goyal" userId="4529b0165c9307b1" providerId="LiveId" clId="{697E15A4-21D4-47E2-9C79-C70DAE4A1DFB}" dt="2022-01-25T05:06:45.062" v="7736"/>
          <ac:inkMkLst>
            <pc:docMk/>
            <pc:sldMk cId="2515195266" sldId="273"/>
            <ac:inkMk id="211" creationId="{AF6B3601-B4B7-4098-AFBF-FE8B0D47A362}"/>
          </ac:inkMkLst>
        </pc:inkChg>
        <pc:inkChg chg="add mod">
          <ac:chgData name="VIkram Goyal" userId="4529b0165c9307b1" providerId="LiveId" clId="{697E15A4-21D4-47E2-9C79-C70DAE4A1DFB}" dt="2022-01-25T05:06:45.062" v="7736"/>
          <ac:inkMkLst>
            <pc:docMk/>
            <pc:sldMk cId="2515195266" sldId="273"/>
            <ac:inkMk id="212" creationId="{C34368D9-2860-4106-B070-FA4A8E64799D}"/>
          </ac:inkMkLst>
        </pc:inkChg>
        <pc:inkChg chg="add mod">
          <ac:chgData name="VIkram Goyal" userId="4529b0165c9307b1" providerId="LiveId" clId="{697E15A4-21D4-47E2-9C79-C70DAE4A1DFB}" dt="2022-01-25T05:06:45.062" v="7736"/>
          <ac:inkMkLst>
            <pc:docMk/>
            <pc:sldMk cId="2515195266" sldId="273"/>
            <ac:inkMk id="213" creationId="{A8D74C03-A967-4F22-9DED-A94C23D5BB45}"/>
          </ac:inkMkLst>
        </pc:inkChg>
        <pc:inkChg chg="add mod">
          <ac:chgData name="VIkram Goyal" userId="4529b0165c9307b1" providerId="LiveId" clId="{697E15A4-21D4-47E2-9C79-C70DAE4A1DFB}" dt="2022-01-25T05:06:48.272" v="7742"/>
          <ac:inkMkLst>
            <pc:docMk/>
            <pc:sldMk cId="2515195266" sldId="273"/>
            <ac:inkMk id="215" creationId="{71B38563-1B61-4FDE-BB06-291756E66583}"/>
          </ac:inkMkLst>
        </pc:inkChg>
        <pc:inkChg chg="add mod">
          <ac:chgData name="VIkram Goyal" userId="4529b0165c9307b1" providerId="LiveId" clId="{697E15A4-21D4-47E2-9C79-C70DAE4A1DFB}" dt="2022-01-25T05:06:48.272" v="7742"/>
          <ac:inkMkLst>
            <pc:docMk/>
            <pc:sldMk cId="2515195266" sldId="273"/>
            <ac:inkMk id="216" creationId="{6F648499-4369-410B-BC9F-256D8F0BC89F}"/>
          </ac:inkMkLst>
        </pc:inkChg>
        <pc:inkChg chg="add mod">
          <ac:chgData name="VIkram Goyal" userId="4529b0165c9307b1" providerId="LiveId" clId="{697E15A4-21D4-47E2-9C79-C70DAE4A1DFB}" dt="2022-01-25T05:06:48.272" v="7742"/>
          <ac:inkMkLst>
            <pc:docMk/>
            <pc:sldMk cId="2515195266" sldId="273"/>
            <ac:inkMk id="217" creationId="{059A6AD0-F519-4F8D-9695-4CDEAE4312D2}"/>
          </ac:inkMkLst>
        </pc:inkChg>
        <pc:inkChg chg="add mod">
          <ac:chgData name="VIkram Goyal" userId="4529b0165c9307b1" providerId="LiveId" clId="{697E15A4-21D4-47E2-9C79-C70DAE4A1DFB}" dt="2022-01-25T05:06:48.272" v="7742"/>
          <ac:inkMkLst>
            <pc:docMk/>
            <pc:sldMk cId="2515195266" sldId="273"/>
            <ac:inkMk id="218" creationId="{0212333B-C124-4E81-8E70-34950DB7AE0D}"/>
          </ac:inkMkLst>
        </pc:inkChg>
        <pc:inkChg chg="add mod">
          <ac:chgData name="VIkram Goyal" userId="4529b0165c9307b1" providerId="LiveId" clId="{697E15A4-21D4-47E2-9C79-C70DAE4A1DFB}" dt="2022-01-25T05:06:48.272" v="7742"/>
          <ac:inkMkLst>
            <pc:docMk/>
            <pc:sldMk cId="2515195266" sldId="273"/>
            <ac:inkMk id="219" creationId="{0F6A72FF-7BF4-4386-A36E-68B970DB66FD}"/>
          </ac:inkMkLst>
        </pc:inkChg>
        <pc:inkChg chg="add mod">
          <ac:chgData name="VIkram Goyal" userId="4529b0165c9307b1" providerId="LiveId" clId="{697E15A4-21D4-47E2-9C79-C70DAE4A1DFB}" dt="2022-01-25T05:06:51.862" v="7746"/>
          <ac:inkMkLst>
            <pc:docMk/>
            <pc:sldMk cId="2515195266" sldId="273"/>
            <ac:inkMk id="221" creationId="{A9369461-1892-4F06-A6AF-7905018A0570}"/>
          </ac:inkMkLst>
        </pc:inkChg>
        <pc:inkChg chg="add mod">
          <ac:chgData name="VIkram Goyal" userId="4529b0165c9307b1" providerId="LiveId" clId="{697E15A4-21D4-47E2-9C79-C70DAE4A1DFB}" dt="2022-01-25T05:06:51.862" v="7746"/>
          <ac:inkMkLst>
            <pc:docMk/>
            <pc:sldMk cId="2515195266" sldId="273"/>
            <ac:inkMk id="222" creationId="{7CC67AE2-9705-44A4-9EA6-20545790E1F9}"/>
          </ac:inkMkLst>
        </pc:inkChg>
        <pc:inkChg chg="add mod">
          <ac:chgData name="VIkram Goyal" userId="4529b0165c9307b1" providerId="LiveId" clId="{697E15A4-21D4-47E2-9C79-C70DAE4A1DFB}" dt="2022-01-25T05:06:51.862" v="7746"/>
          <ac:inkMkLst>
            <pc:docMk/>
            <pc:sldMk cId="2515195266" sldId="273"/>
            <ac:inkMk id="223" creationId="{1556F0DF-0978-4620-A7F5-3243AB1C5174}"/>
          </ac:inkMkLst>
        </pc:inkChg>
        <pc:inkChg chg="add">
          <ac:chgData name="VIkram Goyal" userId="4529b0165c9307b1" providerId="LiveId" clId="{697E15A4-21D4-47E2-9C79-C70DAE4A1DFB}" dt="2022-01-25T05:06:51.872" v="7747" actId="9405"/>
          <ac:inkMkLst>
            <pc:docMk/>
            <pc:sldMk cId="2515195266" sldId="273"/>
            <ac:inkMk id="225" creationId="{F56D4AC4-8439-4319-AFFC-EC5BF165375C}"/>
          </ac:inkMkLst>
        </pc:inkChg>
        <pc:inkChg chg="add mod">
          <ac:chgData name="VIkram Goyal" userId="4529b0165c9307b1" providerId="LiveId" clId="{697E15A4-21D4-47E2-9C79-C70DAE4A1DFB}" dt="2022-01-25T05:06:55.532" v="7753"/>
          <ac:inkMkLst>
            <pc:docMk/>
            <pc:sldMk cId="2515195266" sldId="273"/>
            <ac:inkMk id="226" creationId="{623EC53C-14A8-4CB2-919F-8EDDC108DB88}"/>
          </ac:inkMkLst>
        </pc:inkChg>
        <pc:inkChg chg="add mod">
          <ac:chgData name="VIkram Goyal" userId="4529b0165c9307b1" providerId="LiveId" clId="{697E15A4-21D4-47E2-9C79-C70DAE4A1DFB}" dt="2022-01-25T05:06:55.532" v="7753"/>
          <ac:inkMkLst>
            <pc:docMk/>
            <pc:sldMk cId="2515195266" sldId="273"/>
            <ac:inkMk id="227" creationId="{FD03BDD5-72B2-4F6A-8737-978669A94835}"/>
          </ac:inkMkLst>
        </pc:inkChg>
        <pc:inkChg chg="add mod">
          <ac:chgData name="VIkram Goyal" userId="4529b0165c9307b1" providerId="LiveId" clId="{697E15A4-21D4-47E2-9C79-C70DAE4A1DFB}" dt="2022-01-25T05:06:55.532" v="7753"/>
          <ac:inkMkLst>
            <pc:docMk/>
            <pc:sldMk cId="2515195266" sldId="273"/>
            <ac:inkMk id="228" creationId="{7384BDED-C33B-4D24-A25D-7D820A4C99C3}"/>
          </ac:inkMkLst>
        </pc:inkChg>
        <pc:inkChg chg="add mod">
          <ac:chgData name="VIkram Goyal" userId="4529b0165c9307b1" providerId="LiveId" clId="{697E15A4-21D4-47E2-9C79-C70DAE4A1DFB}" dt="2022-01-25T05:06:55.532" v="7753"/>
          <ac:inkMkLst>
            <pc:docMk/>
            <pc:sldMk cId="2515195266" sldId="273"/>
            <ac:inkMk id="229" creationId="{C22C9081-43FB-48FD-9B1F-008DC995629A}"/>
          </ac:inkMkLst>
        </pc:inkChg>
        <pc:inkChg chg="add mod">
          <ac:chgData name="VIkram Goyal" userId="4529b0165c9307b1" providerId="LiveId" clId="{697E15A4-21D4-47E2-9C79-C70DAE4A1DFB}" dt="2022-01-25T05:06:55.532" v="7753"/>
          <ac:inkMkLst>
            <pc:docMk/>
            <pc:sldMk cId="2515195266" sldId="273"/>
            <ac:inkMk id="230" creationId="{2FF2C6F5-D095-40B1-BB04-9AD68AAE1E01}"/>
          </ac:inkMkLst>
        </pc:inkChg>
        <pc:inkChg chg="add">
          <ac:chgData name="VIkram Goyal" userId="4529b0165c9307b1" providerId="LiveId" clId="{697E15A4-21D4-47E2-9C79-C70DAE4A1DFB}" dt="2022-01-25T05:06:57.870" v="7754" actId="9405"/>
          <ac:inkMkLst>
            <pc:docMk/>
            <pc:sldMk cId="2515195266" sldId="273"/>
            <ac:inkMk id="233" creationId="{9BD2179C-DF17-43D6-B436-7CD1DE5B9084}"/>
          </ac:inkMkLst>
        </pc:inkChg>
        <pc:inkChg chg="add mod">
          <ac:chgData name="VIkram Goyal" userId="4529b0165c9307b1" providerId="LiveId" clId="{697E15A4-21D4-47E2-9C79-C70DAE4A1DFB}" dt="2022-01-25T05:07:01.446" v="7761"/>
          <ac:inkMkLst>
            <pc:docMk/>
            <pc:sldMk cId="2515195266" sldId="273"/>
            <ac:inkMk id="234" creationId="{8648C5CE-1FE4-4C2F-B775-3A025D6BED10}"/>
          </ac:inkMkLst>
        </pc:inkChg>
        <pc:inkChg chg="add mod">
          <ac:chgData name="VIkram Goyal" userId="4529b0165c9307b1" providerId="LiveId" clId="{697E15A4-21D4-47E2-9C79-C70DAE4A1DFB}" dt="2022-01-25T05:07:01.446" v="7761"/>
          <ac:inkMkLst>
            <pc:docMk/>
            <pc:sldMk cId="2515195266" sldId="273"/>
            <ac:inkMk id="235" creationId="{0665F978-2855-4ACC-8DA8-4DB9EAA9A9E8}"/>
          </ac:inkMkLst>
        </pc:inkChg>
        <pc:inkChg chg="add mod">
          <ac:chgData name="VIkram Goyal" userId="4529b0165c9307b1" providerId="LiveId" clId="{697E15A4-21D4-47E2-9C79-C70DAE4A1DFB}" dt="2022-01-25T05:07:01.446" v="7761"/>
          <ac:inkMkLst>
            <pc:docMk/>
            <pc:sldMk cId="2515195266" sldId="273"/>
            <ac:inkMk id="236" creationId="{BAC382BE-2CD9-4715-A948-8EC503B304FE}"/>
          </ac:inkMkLst>
        </pc:inkChg>
        <pc:inkChg chg="add mod">
          <ac:chgData name="VIkram Goyal" userId="4529b0165c9307b1" providerId="LiveId" clId="{697E15A4-21D4-47E2-9C79-C70DAE4A1DFB}" dt="2022-01-25T05:07:01.446" v="7761"/>
          <ac:inkMkLst>
            <pc:docMk/>
            <pc:sldMk cId="2515195266" sldId="273"/>
            <ac:inkMk id="237" creationId="{0CDF3A25-CCF2-414C-A715-E350400611E1}"/>
          </ac:inkMkLst>
        </pc:inkChg>
        <pc:inkChg chg="add mod">
          <ac:chgData name="VIkram Goyal" userId="4529b0165c9307b1" providerId="LiveId" clId="{697E15A4-21D4-47E2-9C79-C70DAE4A1DFB}" dt="2022-01-25T05:07:01.446" v="7761"/>
          <ac:inkMkLst>
            <pc:docMk/>
            <pc:sldMk cId="2515195266" sldId="273"/>
            <ac:inkMk id="239" creationId="{119E362E-FB7E-49F8-BBE1-3C8AED9A8D85}"/>
          </ac:inkMkLst>
        </pc:inkChg>
      </pc:sldChg>
      <pc:sldChg chg="addSp delSp modSp new mod">
        <pc:chgData name="VIkram Goyal" userId="4529b0165c9307b1" providerId="LiveId" clId="{697E15A4-21D4-47E2-9C79-C70DAE4A1DFB}" dt="2022-01-25T05:12:51.863" v="8067"/>
        <pc:sldMkLst>
          <pc:docMk/>
          <pc:sldMk cId="1153727223" sldId="274"/>
        </pc:sldMkLst>
        <pc:spChg chg="mod">
          <ac:chgData name="VIkram Goyal" userId="4529b0165c9307b1" providerId="LiveId" clId="{697E15A4-21D4-47E2-9C79-C70DAE4A1DFB}" dt="2022-01-25T05:07:41.724" v="7764" actId="20577"/>
          <ac:spMkLst>
            <pc:docMk/>
            <pc:sldMk cId="1153727223" sldId="274"/>
            <ac:spMk id="2" creationId="{DA2515CC-04B1-4C9F-AB98-2C5D46D97AC0}"/>
          </ac:spMkLst>
        </pc:spChg>
        <pc:grpChg chg="del mod">
          <ac:chgData name="VIkram Goyal" userId="4529b0165c9307b1" providerId="LiveId" clId="{697E15A4-21D4-47E2-9C79-C70DAE4A1DFB}" dt="2022-01-25T05:08:28.603" v="7825"/>
          <ac:grpSpMkLst>
            <pc:docMk/>
            <pc:sldMk cId="1153727223" sldId="274"/>
            <ac:grpSpMk id="17" creationId="{25EEEC38-C7A1-4C62-ACC7-0702F9E155EC}"/>
          </ac:grpSpMkLst>
        </pc:grpChg>
        <pc:grpChg chg="del mod">
          <ac:chgData name="VIkram Goyal" userId="4529b0165c9307b1" providerId="LiveId" clId="{697E15A4-21D4-47E2-9C79-C70DAE4A1DFB}" dt="2022-01-25T05:08:28.603" v="7825"/>
          <ac:grpSpMkLst>
            <pc:docMk/>
            <pc:sldMk cId="1153727223" sldId="274"/>
            <ac:grpSpMk id="34" creationId="{A402D5D9-D94B-459D-8932-669D62B28458}"/>
          </ac:grpSpMkLst>
        </pc:grpChg>
        <pc:grpChg chg="del mod">
          <ac:chgData name="VIkram Goyal" userId="4529b0165c9307b1" providerId="LiveId" clId="{697E15A4-21D4-47E2-9C79-C70DAE4A1DFB}" dt="2022-01-25T05:08:28.603" v="7825"/>
          <ac:grpSpMkLst>
            <pc:docMk/>
            <pc:sldMk cId="1153727223" sldId="274"/>
            <ac:grpSpMk id="35" creationId="{30A96DC4-5604-4991-8791-5B44F480D563}"/>
          </ac:grpSpMkLst>
        </pc:grpChg>
        <pc:grpChg chg="del mod">
          <ac:chgData name="VIkram Goyal" userId="4529b0165c9307b1" providerId="LiveId" clId="{697E15A4-21D4-47E2-9C79-C70DAE4A1DFB}" dt="2022-01-25T05:08:28.603" v="7825"/>
          <ac:grpSpMkLst>
            <pc:docMk/>
            <pc:sldMk cId="1153727223" sldId="274"/>
            <ac:grpSpMk id="36" creationId="{9DAABFAB-61BE-4934-8DE8-F69DF36ED8E0}"/>
          </ac:grpSpMkLst>
        </pc:grpChg>
        <pc:grpChg chg="del mod">
          <ac:chgData name="VIkram Goyal" userId="4529b0165c9307b1" providerId="LiveId" clId="{697E15A4-21D4-47E2-9C79-C70DAE4A1DFB}" dt="2022-01-25T05:08:28.603" v="7825"/>
          <ac:grpSpMkLst>
            <pc:docMk/>
            <pc:sldMk cId="1153727223" sldId="274"/>
            <ac:grpSpMk id="39" creationId="{C6A5BA2C-F159-49F4-8CA7-281FBFAC7818}"/>
          </ac:grpSpMkLst>
        </pc:grpChg>
        <pc:grpChg chg="del mod">
          <ac:chgData name="VIkram Goyal" userId="4529b0165c9307b1" providerId="LiveId" clId="{697E15A4-21D4-47E2-9C79-C70DAE4A1DFB}" dt="2022-01-25T05:08:21.696" v="7815"/>
          <ac:grpSpMkLst>
            <pc:docMk/>
            <pc:sldMk cId="1153727223" sldId="274"/>
            <ac:grpSpMk id="52" creationId="{1E2AAEFC-3EFC-41FA-8ED5-3020AB8DC85D}"/>
          </ac:grpSpMkLst>
        </pc:grpChg>
        <pc:grpChg chg="del mod">
          <ac:chgData name="VIkram Goyal" userId="4529b0165c9307b1" providerId="LiveId" clId="{697E15A4-21D4-47E2-9C79-C70DAE4A1DFB}" dt="2022-01-25T05:08:28.603" v="7825"/>
          <ac:grpSpMkLst>
            <pc:docMk/>
            <pc:sldMk cId="1153727223" sldId="274"/>
            <ac:grpSpMk id="55" creationId="{4A464F4F-F677-456A-A596-69455012DA94}"/>
          </ac:grpSpMkLst>
        </pc:grpChg>
        <pc:grpChg chg="del mod">
          <ac:chgData name="VIkram Goyal" userId="4529b0165c9307b1" providerId="LiveId" clId="{697E15A4-21D4-47E2-9C79-C70DAE4A1DFB}" dt="2022-01-25T05:08:48.030" v="7851"/>
          <ac:grpSpMkLst>
            <pc:docMk/>
            <pc:sldMk cId="1153727223" sldId="274"/>
            <ac:grpSpMk id="65" creationId="{0CE315B4-03D3-488C-BFEA-6E78B6131DD4}"/>
          </ac:grpSpMkLst>
        </pc:grpChg>
        <pc:grpChg chg="del mod">
          <ac:chgData name="VIkram Goyal" userId="4529b0165c9307b1" providerId="LiveId" clId="{697E15A4-21D4-47E2-9C79-C70DAE4A1DFB}" dt="2022-01-25T05:08:48.030" v="7851"/>
          <ac:grpSpMkLst>
            <pc:docMk/>
            <pc:sldMk cId="1153727223" sldId="274"/>
            <ac:grpSpMk id="66" creationId="{1DE839F1-B8B9-4435-AAD7-3F82D94B6088}"/>
          </ac:grpSpMkLst>
        </pc:grpChg>
        <pc:grpChg chg="del mod">
          <ac:chgData name="VIkram Goyal" userId="4529b0165c9307b1" providerId="LiveId" clId="{697E15A4-21D4-47E2-9C79-C70DAE4A1DFB}" dt="2022-01-25T05:08:48.030" v="7851"/>
          <ac:grpSpMkLst>
            <pc:docMk/>
            <pc:sldMk cId="1153727223" sldId="274"/>
            <ac:grpSpMk id="77" creationId="{DA925EBF-C3DF-4743-A1BD-8EF85BEC4357}"/>
          </ac:grpSpMkLst>
        </pc:grpChg>
        <pc:grpChg chg="del mod">
          <ac:chgData name="VIkram Goyal" userId="4529b0165c9307b1" providerId="LiveId" clId="{697E15A4-21D4-47E2-9C79-C70DAE4A1DFB}" dt="2022-01-25T05:08:48.030" v="7851"/>
          <ac:grpSpMkLst>
            <pc:docMk/>
            <pc:sldMk cId="1153727223" sldId="274"/>
            <ac:grpSpMk id="78" creationId="{099787A6-91CE-4AC2-9B69-0CE3A044A01F}"/>
          </ac:grpSpMkLst>
        </pc:grpChg>
        <pc:grpChg chg="del mod">
          <ac:chgData name="VIkram Goyal" userId="4529b0165c9307b1" providerId="LiveId" clId="{697E15A4-21D4-47E2-9C79-C70DAE4A1DFB}" dt="2022-01-25T05:08:48.030" v="7851"/>
          <ac:grpSpMkLst>
            <pc:docMk/>
            <pc:sldMk cId="1153727223" sldId="274"/>
            <ac:grpSpMk id="79" creationId="{2CD6480B-866A-4C5C-8E2A-29A22ABB9C60}"/>
          </ac:grpSpMkLst>
        </pc:grpChg>
        <pc:grpChg chg="del mod">
          <ac:chgData name="VIkram Goyal" userId="4529b0165c9307b1" providerId="LiveId" clId="{697E15A4-21D4-47E2-9C79-C70DAE4A1DFB}" dt="2022-01-25T05:08:48.030" v="7851"/>
          <ac:grpSpMkLst>
            <pc:docMk/>
            <pc:sldMk cId="1153727223" sldId="274"/>
            <ac:grpSpMk id="91" creationId="{70DFFC14-7895-407B-A80E-29ADF824D7AA}"/>
          </ac:grpSpMkLst>
        </pc:grpChg>
        <pc:grpChg chg="del mod">
          <ac:chgData name="VIkram Goyal" userId="4529b0165c9307b1" providerId="LiveId" clId="{697E15A4-21D4-47E2-9C79-C70DAE4A1DFB}" dt="2022-01-25T05:08:48.030" v="7851"/>
          <ac:grpSpMkLst>
            <pc:docMk/>
            <pc:sldMk cId="1153727223" sldId="274"/>
            <ac:grpSpMk id="92" creationId="{B912969D-5C41-4F6F-9CD7-992EA9F123DA}"/>
          </ac:grpSpMkLst>
        </pc:grpChg>
        <pc:grpChg chg="del mod">
          <ac:chgData name="VIkram Goyal" userId="4529b0165c9307b1" providerId="LiveId" clId="{697E15A4-21D4-47E2-9C79-C70DAE4A1DFB}" dt="2022-01-25T05:08:48.030" v="7851"/>
          <ac:grpSpMkLst>
            <pc:docMk/>
            <pc:sldMk cId="1153727223" sldId="274"/>
            <ac:grpSpMk id="93" creationId="{35C7E373-736C-4F9F-BC33-8B0B0417046A}"/>
          </ac:grpSpMkLst>
        </pc:grpChg>
        <pc:grpChg chg="del mod">
          <ac:chgData name="VIkram Goyal" userId="4529b0165c9307b1" providerId="LiveId" clId="{697E15A4-21D4-47E2-9C79-C70DAE4A1DFB}" dt="2022-01-25T05:08:50.565" v="7854"/>
          <ac:grpSpMkLst>
            <pc:docMk/>
            <pc:sldMk cId="1153727223" sldId="274"/>
            <ac:grpSpMk id="96" creationId="{7ED3C768-3A8F-4B76-8FA7-6D1DC6513FD6}"/>
          </ac:grpSpMkLst>
        </pc:grpChg>
        <pc:grpChg chg="del mod">
          <ac:chgData name="VIkram Goyal" userId="4529b0165c9307b1" providerId="LiveId" clId="{697E15A4-21D4-47E2-9C79-C70DAE4A1DFB}" dt="2022-01-25T05:09:32.160" v="7911"/>
          <ac:grpSpMkLst>
            <pc:docMk/>
            <pc:sldMk cId="1153727223" sldId="274"/>
            <ac:grpSpMk id="99" creationId="{98882919-D99A-4A92-A16F-F4B098AEC1E0}"/>
          </ac:grpSpMkLst>
        </pc:grpChg>
        <pc:grpChg chg="del mod">
          <ac:chgData name="VIkram Goyal" userId="4529b0165c9307b1" providerId="LiveId" clId="{697E15A4-21D4-47E2-9C79-C70DAE4A1DFB}" dt="2022-01-25T05:09:32.160" v="7911"/>
          <ac:grpSpMkLst>
            <pc:docMk/>
            <pc:sldMk cId="1153727223" sldId="274"/>
            <ac:grpSpMk id="103" creationId="{F570F21C-C9D0-4B4F-B81F-C31447327EFB}"/>
          </ac:grpSpMkLst>
        </pc:grpChg>
        <pc:grpChg chg="del mod">
          <ac:chgData name="VIkram Goyal" userId="4529b0165c9307b1" providerId="LiveId" clId="{697E15A4-21D4-47E2-9C79-C70DAE4A1DFB}" dt="2022-01-25T05:09:32.160" v="7911"/>
          <ac:grpSpMkLst>
            <pc:docMk/>
            <pc:sldMk cId="1153727223" sldId="274"/>
            <ac:grpSpMk id="109" creationId="{EA09F644-CCD2-44C6-81D2-2B3D00DE64D2}"/>
          </ac:grpSpMkLst>
        </pc:grpChg>
        <pc:grpChg chg="del mod">
          <ac:chgData name="VIkram Goyal" userId="4529b0165c9307b1" providerId="LiveId" clId="{697E15A4-21D4-47E2-9C79-C70DAE4A1DFB}" dt="2022-01-25T05:09:21" v="7897"/>
          <ac:grpSpMkLst>
            <pc:docMk/>
            <pc:sldMk cId="1153727223" sldId="274"/>
            <ac:grpSpMk id="120" creationId="{338E7E5D-F8FF-4908-8DFE-8B468BE9777C}"/>
          </ac:grpSpMkLst>
        </pc:grpChg>
        <pc:grpChg chg="del mod">
          <ac:chgData name="VIkram Goyal" userId="4529b0165c9307b1" providerId="LiveId" clId="{697E15A4-21D4-47E2-9C79-C70DAE4A1DFB}" dt="2022-01-25T05:09:21" v="7897"/>
          <ac:grpSpMkLst>
            <pc:docMk/>
            <pc:sldMk cId="1153727223" sldId="274"/>
            <ac:grpSpMk id="121" creationId="{74190BC7-1AE0-4460-B7EE-41951CF80D85}"/>
          </ac:grpSpMkLst>
        </pc:grpChg>
        <pc:grpChg chg="del mod">
          <ac:chgData name="VIkram Goyal" userId="4529b0165c9307b1" providerId="LiveId" clId="{697E15A4-21D4-47E2-9C79-C70DAE4A1DFB}" dt="2022-01-25T05:09:21" v="7897"/>
          <ac:grpSpMkLst>
            <pc:docMk/>
            <pc:sldMk cId="1153727223" sldId="274"/>
            <ac:grpSpMk id="125" creationId="{040FAC5C-92C4-4D27-B8C6-7AA09B19AD79}"/>
          </ac:grpSpMkLst>
        </pc:grpChg>
        <pc:grpChg chg="del mod">
          <ac:chgData name="VIkram Goyal" userId="4529b0165c9307b1" providerId="LiveId" clId="{697E15A4-21D4-47E2-9C79-C70DAE4A1DFB}" dt="2022-01-25T05:09:25.394" v="7901"/>
          <ac:grpSpMkLst>
            <pc:docMk/>
            <pc:sldMk cId="1153727223" sldId="274"/>
            <ac:grpSpMk id="143" creationId="{6AC43DB3-ECCB-4CEE-AB61-84C3947DA40E}"/>
          </ac:grpSpMkLst>
        </pc:grpChg>
        <pc:grpChg chg="del mod">
          <ac:chgData name="VIkram Goyal" userId="4529b0165c9307b1" providerId="LiveId" clId="{697E15A4-21D4-47E2-9C79-C70DAE4A1DFB}" dt="2022-01-25T05:09:32.160" v="7911"/>
          <ac:grpSpMkLst>
            <pc:docMk/>
            <pc:sldMk cId="1153727223" sldId="274"/>
            <ac:grpSpMk id="144" creationId="{848C7632-FA6D-438F-93F6-026582B38D79}"/>
          </ac:grpSpMkLst>
        </pc:grpChg>
        <pc:grpChg chg="del mod">
          <ac:chgData name="VIkram Goyal" userId="4529b0165c9307b1" providerId="LiveId" clId="{697E15A4-21D4-47E2-9C79-C70DAE4A1DFB}" dt="2022-01-25T05:09:32.160" v="7911"/>
          <ac:grpSpMkLst>
            <pc:docMk/>
            <pc:sldMk cId="1153727223" sldId="274"/>
            <ac:grpSpMk id="145" creationId="{5C95F292-1D6B-4568-A42E-243395F4235E}"/>
          </ac:grpSpMkLst>
        </pc:grpChg>
        <pc:grpChg chg="del mod">
          <ac:chgData name="VIkram Goyal" userId="4529b0165c9307b1" providerId="LiveId" clId="{697E15A4-21D4-47E2-9C79-C70DAE4A1DFB}" dt="2022-01-25T05:09:28.907" v="7908"/>
          <ac:grpSpMkLst>
            <pc:docMk/>
            <pc:sldMk cId="1153727223" sldId="274"/>
            <ac:grpSpMk id="149" creationId="{70A8F362-5E2A-404F-A345-650C881EE88D}"/>
          </ac:grpSpMkLst>
        </pc:grpChg>
        <pc:grpChg chg="del mod">
          <ac:chgData name="VIkram Goyal" userId="4529b0165c9307b1" providerId="LiveId" clId="{697E15A4-21D4-47E2-9C79-C70DAE4A1DFB}" dt="2022-01-25T05:09:32.160" v="7911"/>
          <ac:grpSpMkLst>
            <pc:docMk/>
            <pc:sldMk cId="1153727223" sldId="274"/>
            <ac:grpSpMk id="156" creationId="{32476A70-C6DD-4BE2-9CFC-0ACF8F34A7D4}"/>
          </ac:grpSpMkLst>
        </pc:grpChg>
        <pc:grpChg chg="del mod">
          <ac:chgData name="VIkram Goyal" userId="4529b0165c9307b1" providerId="LiveId" clId="{697E15A4-21D4-47E2-9C79-C70DAE4A1DFB}" dt="2022-01-25T05:09:33.311" v="7913"/>
          <ac:grpSpMkLst>
            <pc:docMk/>
            <pc:sldMk cId="1153727223" sldId="274"/>
            <ac:grpSpMk id="159" creationId="{D9FBD8C7-824F-4431-9D4D-D47FC967B7A4}"/>
          </ac:grpSpMkLst>
        </pc:grpChg>
        <pc:grpChg chg="del mod">
          <ac:chgData name="VIkram Goyal" userId="4529b0165c9307b1" providerId="LiveId" clId="{697E15A4-21D4-47E2-9C79-C70DAE4A1DFB}" dt="2022-01-25T05:10:23.126" v="7930"/>
          <ac:grpSpMkLst>
            <pc:docMk/>
            <pc:sldMk cId="1153727223" sldId="274"/>
            <ac:grpSpMk id="161" creationId="{4B9F7A3B-255F-47EE-9D43-B58DA504B529}"/>
          </ac:grpSpMkLst>
        </pc:grpChg>
        <pc:grpChg chg="mod">
          <ac:chgData name="VIkram Goyal" userId="4529b0165c9307b1" providerId="LiveId" clId="{697E15A4-21D4-47E2-9C79-C70DAE4A1DFB}" dt="2022-01-25T05:10:23.126" v="7930"/>
          <ac:grpSpMkLst>
            <pc:docMk/>
            <pc:sldMk cId="1153727223" sldId="274"/>
            <ac:grpSpMk id="164" creationId="{1C6415C7-B113-4A56-9A22-45359C4613AF}"/>
          </ac:grpSpMkLst>
        </pc:grpChg>
        <pc:grpChg chg="del mod">
          <ac:chgData name="VIkram Goyal" userId="4529b0165c9307b1" providerId="LiveId" clId="{697E15A4-21D4-47E2-9C79-C70DAE4A1DFB}" dt="2022-01-25T05:12:51.863" v="8067"/>
          <ac:grpSpMkLst>
            <pc:docMk/>
            <pc:sldMk cId="1153727223" sldId="274"/>
            <ac:grpSpMk id="165" creationId="{D1F4013A-AF8F-4F22-8422-0EF4CF21E1A2}"/>
          </ac:grpSpMkLst>
        </pc:grpChg>
        <pc:grpChg chg="del mod">
          <ac:chgData name="VIkram Goyal" userId="4529b0165c9307b1" providerId="LiveId" clId="{697E15A4-21D4-47E2-9C79-C70DAE4A1DFB}" dt="2022-01-25T05:12:51.863" v="8067"/>
          <ac:grpSpMkLst>
            <pc:docMk/>
            <pc:sldMk cId="1153727223" sldId="274"/>
            <ac:grpSpMk id="168" creationId="{B9BE74FF-27F2-43B2-9C0D-BA9840B98E20}"/>
          </ac:grpSpMkLst>
        </pc:grpChg>
        <pc:grpChg chg="mod">
          <ac:chgData name="VIkram Goyal" userId="4529b0165c9307b1" providerId="LiveId" clId="{697E15A4-21D4-47E2-9C79-C70DAE4A1DFB}" dt="2022-01-25T05:12:51.863" v="8067"/>
          <ac:grpSpMkLst>
            <pc:docMk/>
            <pc:sldMk cId="1153727223" sldId="274"/>
            <ac:grpSpMk id="171" creationId="{381043B5-B7E5-4791-844C-4B9DFCFAEA09}"/>
          </ac:grpSpMkLst>
        </pc:grp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3" creationId="{1AA17584-7B56-43A3-B2AA-EE6737F1E148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4" creationId="{3FB1F2FE-2404-49C4-94F0-163F049AAAC4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5" creationId="{73ADB901-AD59-4F84-A754-FE390749796F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6" creationId="{36A15415-2A0F-4D76-88B3-8A52F859C86B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7" creationId="{A24A9EFB-94C3-4CEA-A821-36F95FB0BA76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8" creationId="{B1ACD814-3D92-4FC6-8ADF-9A0F83F5B286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9" creationId="{6F93F367-71BF-4188-B4BA-81B0C702225A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0" creationId="{C5026B1F-8C4C-446B-972D-8183F85CE5EE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1" creationId="{8286D28A-9041-46C0-9251-6D66B1791662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2" creationId="{60824E1A-442B-4DE8-9A86-4BBFD9FE2001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3" creationId="{80B68A37-30D8-414D-BA5F-ABE4473FB818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4" creationId="{69A3F54F-9A9A-4E52-8D4A-F6A68911A220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5" creationId="{E8ABB8B0-EF24-4F35-9D63-A1A21606E893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6" creationId="{77A6E3E6-3DED-40AC-BFF7-0015DE5F4BAE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8" creationId="{5B906541-F750-4E2B-A58F-CB828BD00A47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9" creationId="{CAFA5E2A-623A-4133-B6EB-033C43F19F10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20" creationId="{888A8C29-2913-4F4D-8560-203B86855595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21" creationId="{E34805E4-DB5D-4CEC-8B75-AD09916C1139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22" creationId="{16E7DDD1-1FEF-4E7C-80D8-9FBBC788C619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23" creationId="{0EBDC6C5-B83F-449D-A811-6A93607DF29E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24" creationId="{15FBDB67-076E-4EE8-99CC-6744EB868F50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25" creationId="{D47666A1-8AC6-42C2-875B-340D90B4945B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26" creationId="{B1A457AB-9987-4A63-93B8-584E7272B889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27" creationId="{DDC57504-A0DE-4F42-818E-D00FD0DA6452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28" creationId="{F10CA639-7FFB-4F42-8AAE-89667114EC5E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29" creationId="{EFC4A195-2147-4313-A485-EC554C52DC08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30" creationId="{0E76E6C9-6988-48D0-83F0-8AAC5E910F26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31" creationId="{948C2C78-C519-4670-9A30-3A10BB46E05C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32" creationId="{3F88F823-128A-40E7-9396-FD463D525389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33" creationId="{150C10AC-DFAD-4E66-8F0B-B77638F8CAA4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37" creationId="{595A1099-810E-439C-ABFA-FAECE542A381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38" creationId="{061DC436-1E1E-450A-A272-8C701A5D1E12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40" creationId="{C3FB80DA-5075-495A-B0B0-4A844D415C37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41" creationId="{4E2C672B-5509-44F2-98A7-49EE931F33B6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42" creationId="{7B69AEBB-4DB8-4042-99D7-117A1D76B6D7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43" creationId="{509253A2-0B7C-4A45-B279-014DB22232E8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44" creationId="{191844EA-46DC-49EA-BFA5-C0DA915F5163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45" creationId="{BC68558F-F76A-494B-9D69-C14ABE0FFAF9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46" creationId="{4C5B04BC-A545-4EB1-95DB-9BEB31B738B5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47" creationId="{349B575D-BDC4-4929-A692-4B9F47BD7CEF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48" creationId="{FB57D25A-A715-4382-8BCA-A932866FFB0F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49" creationId="{76145C65-87FD-450C-82BC-44D185306705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50" creationId="{F1535975-EA93-4286-832B-C0AB7AEE51BE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51" creationId="{CAAFB41F-C4EF-41C3-BD36-FA600C2C7C4E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53" creationId="{4AD4A4E5-AE5C-4670-A4AF-F49E2EF10B44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54" creationId="{A813FCA0-3F97-49AF-ADD9-E19D6E77B0AF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56" creationId="{A0B6CD8D-C282-4A1D-8637-955DD4D86F67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57" creationId="{CB0E0B7B-33A2-4FA2-8DAE-F033332CD2DE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58" creationId="{426BF8DC-8031-4AF4-9049-7BB7D9CDCBCC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59" creationId="{6D5EF8CC-EEBC-4174-BF0A-9A876FCAA711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60" creationId="{B9AF5866-34CA-4CAB-9087-EB995E68EADD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61" creationId="{0DE30890-F86F-4C07-A411-A89D29EFC49E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62" creationId="{D7726950-7FF4-4177-A7F2-CC25A49B2050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63" creationId="{9F38F91B-13D0-4928-BC3C-6BFBF5772C64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64" creationId="{DF394A50-772F-4FA0-A984-5AE01E7CA6E0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67" creationId="{FD5AC6D9-68BB-4200-97AD-7BE46EC6B545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68" creationId="{364B3C69-6E80-41D6-AABF-30A9E8911B33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69" creationId="{218DEF10-D1BC-4BDB-A1FB-FB63D8FE3683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70" creationId="{A59AD15F-E5F6-49E5-8F42-B1990759B995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71" creationId="{8D5ADAA7-72BC-4C3E-B6EC-C9E9CF862882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72" creationId="{5C9F56DE-7C96-4FBE-99D4-068A0D31EC23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73" creationId="{28240E9D-B9D7-409D-AC99-0C1FEF5F8B16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74" creationId="{328027EE-308E-423B-9D39-FB19B2C2228D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75" creationId="{571E174B-5DB8-4BC7-ADCA-066A7EA66571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76" creationId="{5F9B9F7C-5997-4DFB-B3A2-96250F96FB55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80" creationId="{46C1D5AC-CE76-4E95-9539-905826154F5B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81" creationId="{68FF1F7B-25E8-4464-B1AA-651BB229E52B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82" creationId="{BBA8CC9D-6BAB-48B5-91B4-33293E7DA5B9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83" creationId="{7FC8358D-23F8-415B-A8C8-19EFD7D9E5A5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84" creationId="{FD489342-BD5B-4625-9D31-9ECC66311EE0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85" creationId="{B962ACD6-BAA0-44AA-8F02-2EDE8EF26B79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86" creationId="{2EFB2C38-2AF1-403B-8858-6C881F8114DE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87" creationId="{6DFB4C23-1472-4729-8B26-27D70B7FEB31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88" creationId="{106EBC7F-675A-4829-A7BC-64CC37854C1B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89" creationId="{5AC8BDE9-0B70-4B90-8414-25C4025F8D74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90" creationId="{98020E8D-8F59-484F-A961-05FA4ACE4D77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94" creationId="{A221916C-8F38-4E1B-851B-3D3EE994DFAC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95" creationId="{CFCE8756-150A-421A-AD00-57F1A10E9D17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97" creationId="{DC265734-92E8-4976-92F6-4EB936C2B17C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98" creationId="{4A66DC8C-8688-4EC2-B878-74723A27B3C9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00" creationId="{53AEAE2F-CA06-471B-AB2B-019DD4A4C809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01" creationId="{2151F1AA-1CD3-495D-8AA4-1272DC65134B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02" creationId="{FDE8B193-BC5D-41CA-BA6B-90ABA34C3A41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04" creationId="{C253C975-2A22-4DA9-861F-0F1234A9DB34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05" creationId="{67E99AF5-CC2E-470F-97C6-8E109A42A466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06" creationId="{3CD9C7CE-609D-49BE-95FD-B4F6069055F2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07" creationId="{9BBF42CF-63E8-46BA-AC2F-C96B84A36439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08" creationId="{64060733-31EB-4CD4-973C-B8C374E3FB39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10" creationId="{17CA8428-64BA-47AB-83ED-BF72C4094F8C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11" creationId="{29BA755E-70A1-4605-825F-3988B981A4A0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12" creationId="{C04E1049-5743-4B26-ACBF-0B6D63D5D2B3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13" creationId="{4FEB90D6-77FF-42B1-9354-14DDA0BE70CE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14" creationId="{FDC26DF4-96D8-4291-89F3-422D8BA162D4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15" creationId="{5D6F56B8-13FC-4E6C-8678-907CCE007118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16" creationId="{8DA2BD8D-3180-4E2A-8554-56376BE22C8C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17" creationId="{3AE0B25D-49B3-4896-AB92-6946C7FCF8EA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18" creationId="{34320A23-0E26-4C14-BA25-761B2D9434B2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19" creationId="{2D0460C3-5C1A-4357-ABBE-11A064530DC1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22" creationId="{76C1B206-AC88-4275-A983-20696C3959DC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23" creationId="{BEEE1E21-F09B-4C95-A9FD-D6FDEA763819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24" creationId="{E4DE89D3-D2B8-4F67-AF22-14559527E67C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26" creationId="{FC071258-2C46-45EC-9271-1D9732B021FC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27" creationId="{45A5ECE9-7A38-4E79-A914-1490BAB496F5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28" creationId="{91FBA0E6-F635-4B01-8D1F-A7AB5284B7F4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29" creationId="{49D3C6B2-B83F-4C4D-B815-48072E346169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30" creationId="{A28790E3-E540-40A1-BA71-5E04D476ACDC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31" creationId="{6255D91B-B6E3-4397-BA35-8C9F8B6E0FAF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32" creationId="{692166CC-E3C0-44ED-9E19-201D6A0F3137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33" creationId="{7FBDFD14-305A-4963-B506-F713917DC729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34" creationId="{8231873F-4EBC-4CDB-B418-678D76CC244F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35" creationId="{28BCF1C4-5AE3-4D11-8B36-380B1B3EACA8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36" creationId="{D54F48B2-9B6F-421E-9462-EE33719B07FC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37" creationId="{9694E256-E7D5-47DF-BBC4-DBDE272A5DA6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38" creationId="{6EC40B87-3A2A-49FA-90D8-54A9FE5FC777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39" creationId="{2866DBEC-1C18-4F75-AE1C-FADA693B40B9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40" creationId="{C1E94C48-4679-449A-9E7D-01D18AEB90F2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41" creationId="{176AC158-C503-461C-B935-ACCEFAB77E2E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42" creationId="{77A175E2-B6BE-4B94-9AE7-625BBE8AFF44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46" creationId="{5842637D-5EDE-404D-AB28-EC1D3A9477C5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47" creationId="{7E11740C-6E19-476C-86BC-88D5350E79BA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48" creationId="{16B3D7EB-D11B-47F0-A09C-CC94059D5833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50" creationId="{0BBAB700-6F65-470C-9913-0A9631E7E4D2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51" creationId="{184224A1-D410-472A-8572-0C3CF44C52F1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52" creationId="{2C45A040-3E1A-4735-9D8F-3EB0C0EFEC1F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53" creationId="{4E5F9737-D203-4F0D-8E49-6EE5B6C71E92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54" creationId="{A161DF27-E9E8-468A-8797-BEBB75C820BB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55" creationId="{9711A4C1-E105-4E1D-B74F-65608FF26B0D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57" creationId="{DBA6D4CF-FB44-446D-B1A2-798BF4FAD268}"/>
          </ac:inkMkLst>
        </pc:inkChg>
        <pc:inkChg chg="add mod">
          <ac:chgData name="VIkram Goyal" userId="4529b0165c9307b1" providerId="LiveId" clId="{697E15A4-21D4-47E2-9C79-C70DAE4A1DFB}" dt="2022-01-25T05:09:33.311" v="7913"/>
          <ac:inkMkLst>
            <pc:docMk/>
            <pc:sldMk cId="1153727223" sldId="274"/>
            <ac:inkMk id="158" creationId="{3F12C55D-1A85-47EB-9100-EF751428F68E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60" creationId="{AB920141-DEAF-46C5-9C48-3D20EABA7909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62" creationId="{6105ED68-B503-475C-B799-18E5DDDF97E0}"/>
          </ac:inkMkLst>
        </pc:inkChg>
        <pc:inkChg chg="add mod">
          <ac:chgData name="VIkram Goyal" userId="4529b0165c9307b1" providerId="LiveId" clId="{697E15A4-21D4-47E2-9C79-C70DAE4A1DFB}" dt="2022-01-25T05:10:23.126" v="7930"/>
          <ac:inkMkLst>
            <pc:docMk/>
            <pc:sldMk cId="1153727223" sldId="274"/>
            <ac:inkMk id="163" creationId="{E824AF0E-2452-44FA-A11C-98B0ABC6E03B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66" creationId="{372B7219-4D97-434B-B359-061C08731C90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67" creationId="{A18DD5C0-73AE-464A-A84E-F48DDD4B6E28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69" creationId="{B3EF4C4B-192B-4B55-AAF5-4ED8453FD9AA}"/>
          </ac:inkMkLst>
        </pc:inkChg>
        <pc:inkChg chg="add mod">
          <ac:chgData name="VIkram Goyal" userId="4529b0165c9307b1" providerId="LiveId" clId="{697E15A4-21D4-47E2-9C79-C70DAE4A1DFB}" dt="2022-01-25T05:12:51.863" v="8067"/>
          <ac:inkMkLst>
            <pc:docMk/>
            <pc:sldMk cId="1153727223" sldId="274"/>
            <ac:inkMk id="170" creationId="{2D9D98D4-6C34-43D3-AE91-9A130BD1F989}"/>
          </ac:inkMkLst>
        </pc:inkChg>
      </pc:sldChg>
      <pc:sldChg chg="addSp delSp modSp new del mod">
        <pc:chgData name="VIkram Goyal" userId="4529b0165c9307b1" providerId="LiveId" clId="{697E15A4-21D4-47E2-9C79-C70DAE4A1DFB}" dt="2021-09-25T05:07:00.155" v="4378" actId="47"/>
        <pc:sldMkLst>
          <pc:docMk/>
          <pc:sldMk cId="3889656620" sldId="274"/>
        </pc:sldMkLst>
        <pc:grpChg chg="del mod">
          <ac:chgData name="VIkram Goyal" userId="4529b0165c9307b1" providerId="LiveId" clId="{697E15A4-21D4-47E2-9C79-C70DAE4A1DFB}" dt="2021-01-20T06:54:21.411" v="3162"/>
          <ac:grpSpMkLst>
            <pc:docMk/>
            <pc:sldMk cId="3889656620" sldId="274"/>
            <ac:grpSpMk id="8" creationId="{3E8AEDF2-FAB0-48B0-B479-813F62039D1E}"/>
          </ac:grpSpMkLst>
        </pc:grpChg>
        <pc:grpChg chg="del mod">
          <ac:chgData name="VIkram Goyal" userId="4529b0165c9307b1" providerId="LiveId" clId="{697E15A4-21D4-47E2-9C79-C70DAE4A1DFB}" dt="2021-01-20T06:54:21.411" v="3162"/>
          <ac:grpSpMkLst>
            <pc:docMk/>
            <pc:sldMk cId="3889656620" sldId="274"/>
            <ac:grpSpMk id="28" creationId="{4B3CBB15-3B4E-41BE-A85A-621188E10399}"/>
          </ac:grpSpMkLst>
        </pc:grpChg>
        <pc:grpChg chg="del mod">
          <ac:chgData name="VIkram Goyal" userId="4529b0165c9307b1" providerId="LiveId" clId="{697E15A4-21D4-47E2-9C79-C70DAE4A1DFB}" dt="2021-01-20T06:54:21.411" v="3162"/>
          <ac:grpSpMkLst>
            <pc:docMk/>
            <pc:sldMk cId="3889656620" sldId="274"/>
            <ac:grpSpMk id="35" creationId="{B27534B3-D4DE-4AE3-A96F-39B43526DD40}"/>
          </ac:grpSpMkLst>
        </pc:grpChg>
        <pc:grpChg chg="del mod">
          <ac:chgData name="VIkram Goyal" userId="4529b0165c9307b1" providerId="LiveId" clId="{697E15A4-21D4-47E2-9C79-C70DAE4A1DFB}" dt="2021-01-20T06:54:56.822" v="3200"/>
          <ac:grpSpMkLst>
            <pc:docMk/>
            <pc:sldMk cId="3889656620" sldId="274"/>
            <ac:grpSpMk id="81" creationId="{51C8030F-275F-481A-84A5-F41A2D604D15}"/>
          </ac:grpSpMkLst>
        </pc:grpChg>
        <pc:grpChg chg="del mod">
          <ac:chgData name="VIkram Goyal" userId="4529b0165c9307b1" providerId="LiveId" clId="{697E15A4-21D4-47E2-9C79-C70DAE4A1DFB}" dt="2021-01-20T06:54:37.702" v="3177"/>
          <ac:grpSpMkLst>
            <pc:docMk/>
            <pc:sldMk cId="3889656620" sldId="274"/>
            <ac:grpSpMk id="87" creationId="{23B2E672-9968-4121-A7B2-FF8BDF6E24BF}"/>
          </ac:grpSpMkLst>
        </pc:grpChg>
        <pc:grpChg chg="del mod">
          <ac:chgData name="VIkram Goyal" userId="4529b0165c9307b1" providerId="LiveId" clId="{697E15A4-21D4-47E2-9C79-C70DAE4A1DFB}" dt="2021-01-20T06:54:40.004" v="3180"/>
          <ac:grpSpMkLst>
            <pc:docMk/>
            <pc:sldMk cId="3889656620" sldId="274"/>
            <ac:grpSpMk id="96" creationId="{262687EA-B343-4CCE-BA00-FFA5F5E55F0D}"/>
          </ac:grpSpMkLst>
        </pc:grpChg>
        <pc:grpChg chg="del mod">
          <ac:chgData name="VIkram Goyal" userId="4529b0165c9307b1" providerId="LiveId" clId="{697E15A4-21D4-47E2-9C79-C70DAE4A1DFB}" dt="2021-01-20T06:54:45.783" v="3185"/>
          <ac:grpSpMkLst>
            <pc:docMk/>
            <pc:sldMk cId="3889656620" sldId="274"/>
            <ac:grpSpMk id="99" creationId="{799B15F3-52CC-471E-BC8D-1E3FB4BD392E}"/>
          </ac:grpSpMkLst>
        </pc:grpChg>
        <pc:grpChg chg="del mod">
          <ac:chgData name="VIkram Goyal" userId="4529b0165c9307b1" providerId="LiveId" clId="{697E15A4-21D4-47E2-9C79-C70DAE4A1DFB}" dt="2021-01-20T06:54:50.477" v="3192"/>
          <ac:grpSpMkLst>
            <pc:docMk/>
            <pc:sldMk cId="3889656620" sldId="274"/>
            <ac:grpSpMk id="104" creationId="{5795B8EC-E3C7-42DD-892E-39F5CC7DF710}"/>
          </ac:grpSpMkLst>
        </pc:grpChg>
        <pc:grpChg chg="del mod">
          <ac:chgData name="VIkram Goyal" userId="4529b0165c9307b1" providerId="LiveId" clId="{697E15A4-21D4-47E2-9C79-C70DAE4A1DFB}" dt="2021-01-20T06:54:54.633" v="3198"/>
          <ac:grpSpMkLst>
            <pc:docMk/>
            <pc:sldMk cId="3889656620" sldId="274"/>
            <ac:grpSpMk id="111" creationId="{CE7D0A24-5B4F-42A5-B435-8CA28EE314D0}"/>
          </ac:grpSpMkLst>
        </pc:grpChg>
        <pc:grpChg chg="del mod">
          <ac:chgData name="VIkram Goyal" userId="4529b0165c9307b1" providerId="LiveId" clId="{697E15A4-21D4-47E2-9C79-C70DAE4A1DFB}" dt="2021-01-20T06:55:00.511" v="3202"/>
          <ac:grpSpMkLst>
            <pc:docMk/>
            <pc:sldMk cId="3889656620" sldId="274"/>
            <ac:grpSpMk id="117" creationId="{7F8BBF36-E3E7-4E66-92B6-061E34E12795}"/>
          </ac:grpSpMkLst>
        </pc:grpChg>
        <pc:grpChg chg="del mod">
          <ac:chgData name="VIkram Goyal" userId="4529b0165c9307b1" providerId="LiveId" clId="{697E15A4-21D4-47E2-9C79-C70DAE4A1DFB}" dt="2021-01-20T06:55:22.857" v="3238"/>
          <ac:grpSpMkLst>
            <pc:docMk/>
            <pc:sldMk cId="3889656620" sldId="274"/>
            <ac:grpSpMk id="119" creationId="{3959277D-2DD1-4A00-A354-33A9EFF79253}"/>
          </ac:grpSpMkLst>
        </pc:grpChg>
        <pc:grpChg chg="del mod">
          <ac:chgData name="VIkram Goyal" userId="4529b0165c9307b1" providerId="LiveId" clId="{697E15A4-21D4-47E2-9C79-C70DAE4A1DFB}" dt="2021-01-20T06:55:09.586" v="3207"/>
          <ac:grpSpMkLst>
            <pc:docMk/>
            <pc:sldMk cId="3889656620" sldId="274"/>
            <ac:grpSpMk id="121" creationId="{BD039D75-6A6C-433F-9408-57093E62DF57}"/>
          </ac:grpSpMkLst>
        </pc:grpChg>
        <pc:grpChg chg="del mod">
          <ac:chgData name="VIkram Goyal" userId="4529b0165c9307b1" providerId="LiveId" clId="{697E15A4-21D4-47E2-9C79-C70DAE4A1DFB}" dt="2021-01-20T06:55:09.586" v="3207"/>
          <ac:grpSpMkLst>
            <pc:docMk/>
            <pc:sldMk cId="3889656620" sldId="274"/>
            <ac:grpSpMk id="124" creationId="{EDB215F5-C2FA-4E4D-88DA-15BFBA9DA64E}"/>
          </ac:grpSpMkLst>
        </pc:grpChg>
        <pc:grpChg chg="del mod">
          <ac:chgData name="VIkram Goyal" userId="4529b0165c9307b1" providerId="LiveId" clId="{697E15A4-21D4-47E2-9C79-C70DAE4A1DFB}" dt="2021-01-20T06:55:18.491" v="3229"/>
          <ac:grpSpMkLst>
            <pc:docMk/>
            <pc:sldMk cId="3889656620" sldId="274"/>
            <ac:grpSpMk id="126" creationId="{8353CE57-F373-4084-9100-4139F6FFE5A2}"/>
          </ac:grpSpMkLst>
        </pc:grpChg>
        <pc:grpChg chg="del mod">
          <ac:chgData name="VIkram Goyal" userId="4529b0165c9307b1" providerId="LiveId" clId="{697E15A4-21D4-47E2-9C79-C70DAE4A1DFB}" dt="2021-01-20T06:55:22.857" v="3238"/>
          <ac:grpSpMkLst>
            <pc:docMk/>
            <pc:sldMk cId="3889656620" sldId="274"/>
            <ac:grpSpMk id="148" creationId="{4A454526-A419-4ADE-8B2A-E2FD412A57E1}"/>
          </ac:grpSpMkLst>
        </pc:grpChg>
        <pc:grpChg chg="del mod">
          <ac:chgData name="VIkram Goyal" userId="4529b0165c9307b1" providerId="LiveId" clId="{697E15A4-21D4-47E2-9C79-C70DAE4A1DFB}" dt="2021-01-20T06:55:25.089" v="3241"/>
          <ac:grpSpMkLst>
            <pc:docMk/>
            <pc:sldMk cId="3889656620" sldId="274"/>
            <ac:grpSpMk id="157" creationId="{1BDE61F5-DC77-44F4-B72E-DAE47287B166}"/>
          </ac:grpSpMkLst>
        </pc:grpChg>
        <pc:grpChg chg="del mod">
          <ac:chgData name="VIkram Goyal" userId="4529b0165c9307b1" providerId="LiveId" clId="{697E15A4-21D4-47E2-9C79-C70DAE4A1DFB}" dt="2021-01-20T06:55:29.802" v="3243"/>
          <ac:grpSpMkLst>
            <pc:docMk/>
            <pc:sldMk cId="3889656620" sldId="274"/>
            <ac:grpSpMk id="160" creationId="{BCE5F62E-0140-40D9-A4B0-694B58887B39}"/>
          </ac:grpSpMkLst>
        </pc:grpChg>
        <pc:grpChg chg="del mod">
          <ac:chgData name="VIkram Goyal" userId="4529b0165c9307b1" providerId="LiveId" clId="{697E15A4-21D4-47E2-9C79-C70DAE4A1DFB}" dt="2021-01-20T06:55:30.869" v="3245"/>
          <ac:grpSpMkLst>
            <pc:docMk/>
            <pc:sldMk cId="3889656620" sldId="274"/>
            <ac:grpSpMk id="162" creationId="{EF840374-AC6A-4560-8BD6-F454BB5A62BE}"/>
          </ac:grpSpMkLst>
        </pc:grpChg>
        <pc:grpChg chg="del mod">
          <ac:chgData name="VIkram Goyal" userId="4529b0165c9307b1" providerId="LiveId" clId="{697E15A4-21D4-47E2-9C79-C70DAE4A1DFB}" dt="2021-01-20T06:55:32.320" v="3247"/>
          <ac:grpSpMkLst>
            <pc:docMk/>
            <pc:sldMk cId="3889656620" sldId="274"/>
            <ac:grpSpMk id="164" creationId="{81959806-6E4C-43C9-ACD4-BDCBBABA11AC}"/>
          </ac:grpSpMkLst>
        </pc:grpChg>
        <pc:grpChg chg="del mod">
          <ac:chgData name="VIkram Goyal" userId="4529b0165c9307b1" providerId="LiveId" clId="{697E15A4-21D4-47E2-9C79-C70DAE4A1DFB}" dt="2021-01-20T06:55:45.599" v="3258"/>
          <ac:grpSpMkLst>
            <pc:docMk/>
            <pc:sldMk cId="3889656620" sldId="274"/>
            <ac:grpSpMk id="166" creationId="{6763B8FD-DF2D-426E-9DCC-0C8602E9607A}"/>
          </ac:grpSpMkLst>
        </pc:grpChg>
        <pc:grpChg chg="del mod">
          <ac:chgData name="VIkram Goyal" userId="4529b0165c9307b1" providerId="LiveId" clId="{697E15A4-21D4-47E2-9C79-C70DAE4A1DFB}" dt="2021-01-20T06:55:45.599" v="3258"/>
          <ac:grpSpMkLst>
            <pc:docMk/>
            <pc:sldMk cId="3889656620" sldId="274"/>
            <ac:grpSpMk id="173" creationId="{E9A53A90-D35A-4C8B-A3DC-0E5218D21790}"/>
          </ac:grpSpMkLst>
        </pc:grpChg>
        <pc:grpChg chg="del mod">
          <ac:chgData name="VIkram Goyal" userId="4529b0165c9307b1" providerId="LiveId" clId="{697E15A4-21D4-47E2-9C79-C70DAE4A1DFB}" dt="2021-01-20T06:55:52.715" v="3268"/>
          <ac:grpSpMkLst>
            <pc:docMk/>
            <pc:sldMk cId="3889656620" sldId="274"/>
            <ac:grpSpMk id="177" creationId="{E1AE58F3-2AE5-4A79-A298-2194B8B1CABD}"/>
          </ac:grpSpMkLst>
        </pc:grpChg>
        <pc:grpChg chg="del mod">
          <ac:chgData name="VIkram Goyal" userId="4529b0165c9307b1" providerId="LiveId" clId="{697E15A4-21D4-47E2-9C79-C70DAE4A1DFB}" dt="2021-01-20T06:55:59.905" v="3270"/>
          <ac:grpSpMkLst>
            <pc:docMk/>
            <pc:sldMk cId="3889656620" sldId="274"/>
            <ac:grpSpMk id="187" creationId="{A467FE89-54F4-4622-998D-C37211428CB6}"/>
          </ac:grpSpMkLst>
        </pc:grpChg>
        <pc:grpChg chg="del mod">
          <ac:chgData name="VIkram Goyal" userId="4529b0165c9307b1" providerId="LiveId" clId="{697E15A4-21D4-47E2-9C79-C70DAE4A1DFB}" dt="2021-01-20T06:56:05.068" v="3273"/>
          <ac:grpSpMkLst>
            <pc:docMk/>
            <pc:sldMk cId="3889656620" sldId="274"/>
            <ac:grpSpMk id="189" creationId="{E8E26C4E-8184-4377-BF14-0B0175829D63}"/>
          </ac:grpSpMkLst>
        </pc:grpChg>
        <pc:grpChg chg="del mod">
          <ac:chgData name="VIkram Goyal" userId="4529b0165c9307b1" providerId="LiveId" clId="{697E15A4-21D4-47E2-9C79-C70DAE4A1DFB}" dt="2021-01-20T06:56:15.563" v="3275"/>
          <ac:grpSpMkLst>
            <pc:docMk/>
            <pc:sldMk cId="3889656620" sldId="274"/>
            <ac:grpSpMk id="192" creationId="{C524C61D-0E67-4BD8-9AB4-80022BED14BD}"/>
          </ac:grpSpMkLst>
        </pc:grpChg>
        <pc:grpChg chg="del mod">
          <ac:chgData name="VIkram Goyal" userId="4529b0165c9307b1" providerId="LiveId" clId="{697E15A4-21D4-47E2-9C79-C70DAE4A1DFB}" dt="2021-01-20T06:56:24.650" v="3278"/>
          <ac:grpSpMkLst>
            <pc:docMk/>
            <pc:sldMk cId="3889656620" sldId="274"/>
            <ac:grpSpMk id="194" creationId="{F9BE2545-2ABD-4CD0-AEF2-DB717E1876AA}"/>
          </ac:grpSpMkLst>
        </pc:grpChg>
        <pc:grpChg chg="del mod">
          <ac:chgData name="VIkram Goyal" userId="4529b0165c9307b1" providerId="LiveId" clId="{697E15A4-21D4-47E2-9C79-C70DAE4A1DFB}" dt="2021-01-20T06:56:31.798" v="3282"/>
          <ac:grpSpMkLst>
            <pc:docMk/>
            <pc:sldMk cId="3889656620" sldId="274"/>
            <ac:grpSpMk id="197" creationId="{A116CF84-211E-44DB-95AB-D33B9C90D7A4}"/>
          </ac:grpSpMkLst>
        </pc:grpChg>
        <pc:grpChg chg="del mod">
          <ac:chgData name="VIkram Goyal" userId="4529b0165c9307b1" providerId="LiveId" clId="{697E15A4-21D4-47E2-9C79-C70DAE4A1DFB}" dt="2021-01-20T06:56:33.320" v="3284"/>
          <ac:grpSpMkLst>
            <pc:docMk/>
            <pc:sldMk cId="3889656620" sldId="274"/>
            <ac:grpSpMk id="201" creationId="{A9EA0670-230C-4A16-ACDF-B89720CBAEFB}"/>
          </ac:grpSpMkLst>
        </pc:grpChg>
        <pc:grpChg chg="del mod">
          <ac:chgData name="VIkram Goyal" userId="4529b0165c9307b1" providerId="LiveId" clId="{697E15A4-21D4-47E2-9C79-C70DAE4A1DFB}" dt="2021-01-20T06:56:39.738" v="3296"/>
          <ac:grpSpMkLst>
            <pc:docMk/>
            <pc:sldMk cId="3889656620" sldId="274"/>
            <ac:grpSpMk id="203" creationId="{31C4C6BB-7519-4D99-BB00-6005DA9F26FE}"/>
          </ac:grpSpMkLst>
        </pc:grpChg>
        <pc:grpChg chg="del mod">
          <ac:chgData name="VIkram Goyal" userId="4529b0165c9307b1" providerId="LiveId" clId="{697E15A4-21D4-47E2-9C79-C70DAE4A1DFB}" dt="2021-01-20T06:56:36.775" v="3290"/>
          <ac:grpSpMkLst>
            <pc:docMk/>
            <pc:sldMk cId="3889656620" sldId="274"/>
            <ac:grpSpMk id="206" creationId="{3E06C00F-F818-4080-A0CB-F0917D8EFF42}"/>
          </ac:grpSpMkLst>
        </pc:grpChg>
        <pc:grpChg chg="del mod">
          <ac:chgData name="VIkram Goyal" userId="4529b0165c9307b1" providerId="LiveId" clId="{697E15A4-21D4-47E2-9C79-C70DAE4A1DFB}" dt="2021-01-20T06:56:39.738" v="3296"/>
          <ac:grpSpMkLst>
            <pc:docMk/>
            <pc:sldMk cId="3889656620" sldId="274"/>
            <ac:grpSpMk id="209" creationId="{6FE60A37-9FB9-44C4-BCAF-3949211BDD71}"/>
          </ac:grpSpMkLst>
        </pc:grpChg>
        <pc:grpChg chg="mod">
          <ac:chgData name="VIkram Goyal" userId="4529b0165c9307b1" providerId="LiveId" clId="{697E15A4-21D4-47E2-9C79-C70DAE4A1DFB}" dt="2021-01-20T06:56:39.738" v="3296"/>
          <ac:grpSpMkLst>
            <pc:docMk/>
            <pc:sldMk cId="3889656620" sldId="274"/>
            <ac:grpSpMk id="215" creationId="{0B0B963C-6074-4FC5-A018-02A10F97EDC9}"/>
          </ac:grpSpMkLst>
        </pc:grp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" creationId="{4F167091-C0C5-43ED-B003-281EF8D721D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3" creationId="{D6AA24BB-6021-4938-9F52-2DC5012D237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4" creationId="{88D93A0A-BB4A-4CAF-B90B-748AA34AF52D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5" creationId="{9B6E7B80-074B-4CA0-9805-124EA6DD552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6" creationId="{A85F4E81-B9C4-4DF1-9F14-8CD0CAFD1EDE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7" creationId="{2EDCB64E-5A32-4F09-946C-FB9B36D428D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9" creationId="{9DD6A9EE-405B-4B46-93E9-D2FFF528EAFC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0" creationId="{056842D3-5123-43CE-8596-0469C6A7C495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1" creationId="{F8E4D0C6-B41D-43C5-A57C-52905EA957E3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2" creationId="{B8CB7346-73E8-4C47-B08E-A8627276676F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3" creationId="{1ADCD2ED-25D0-48D1-BDA2-560DAB4C844F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4" creationId="{9CF1EEEF-4A03-4CF8-90FE-20051A4A8DE7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5" creationId="{AB11E523-30EC-4968-8697-D1FFE9671BD1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6" creationId="{3496A907-5BA4-4DE4-8A63-8DBE8099F34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7" creationId="{945619BF-5CB5-4B7C-9D47-2AF04230210E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8" creationId="{B5710BEB-F42B-41CB-96E7-2211E760F71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9" creationId="{20A56F35-EDD7-4031-8C08-4C74F0886535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0" creationId="{501ABA61-25BA-43C2-AA87-FEA33F9DADD4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1" creationId="{D1EA8C92-1D23-4A66-A6A9-C1EB96EF36C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2" creationId="{AB584EAF-73CD-4CE5-B28A-25BEB0CC4C5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3" creationId="{0F3AA51B-96CE-4A26-AF4D-38F8B279A03E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4" creationId="{F71E1937-4644-464E-B089-26FBD0547B8F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5" creationId="{1C2AF352-5379-44AF-B99F-C4C3E1E7C9B8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6" creationId="{B453F512-8013-415D-B47A-AAFC869152E7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7" creationId="{8F599E4C-E424-4646-83F8-BAF556E6AD1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9" creationId="{EF6BFEE4-4957-405A-B55A-7B15922A9B6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30" creationId="{AEE2DD23-3275-468E-8407-145795D7B528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31" creationId="{0F02C40E-3CAC-4DAF-A957-20E236D3C6C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32" creationId="{7FE08529-B547-4D06-B30E-EBF6938BA0EE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33" creationId="{551C6751-AF63-4082-A900-FC102A6B1C79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34" creationId="{DC6FC099-B546-40B9-9C55-EE288E112D1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36" creationId="{48803D18-4225-4A30-BF72-1B5B11D9A347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37" creationId="{3CE7030F-278C-4AAD-9586-D378D476CD9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38" creationId="{8BA5AFE9-CD90-4EB8-9361-DAAD22A4B624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39" creationId="{409F7FC4-BA61-41E2-80EC-191F0DBFD5D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40" creationId="{7C2A0619-F438-460F-B56B-63C162152759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41" creationId="{34D65C19-868D-47DE-9EE8-3D4E875C19DD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42" creationId="{C86AABB9-088E-4F32-A278-225A575ACF4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43" creationId="{210E4537-2038-4100-BE9E-FC3031524A1C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44" creationId="{B7CAABBC-7184-48F9-B2AA-D86B6DB23D3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45" creationId="{BD63A844-6180-444B-BC27-D213186B0235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46" creationId="{14A64CA4-9327-445A-905C-CB59F1C99661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47" creationId="{14A0382A-B552-4FF3-8564-C153FA78CA38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48" creationId="{58F7A96C-192A-420B-B5B4-D805FBEAB511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49" creationId="{0B451FF3-4000-496C-B0EA-C693D81A1E35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50" creationId="{7557426D-7EB4-4FB6-8882-2AF7DCF27F82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51" creationId="{A78235E0-B8CA-482C-8367-8E3555AB2288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52" creationId="{F6D25BC5-52B8-4E45-83B0-951968EA1551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53" creationId="{A0EA9EF1-BFDC-4141-B1FF-9F343945990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54" creationId="{4E3925FF-6168-4540-A289-5F81900AAC6C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55" creationId="{79BC9CF5-F16F-4819-9CC6-1E93634E11C7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56" creationId="{8374DE45-4A59-422A-A5BE-EABDF04BC445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57" creationId="{42787390-FBEE-4660-BF24-D1B94987B2C7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58" creationId="{3AD2894D-0C83-4AF5-9E31-B789E176F9FC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59" creationId="{8A99702D-9959-4FCA-BBB6-C6D900CF392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60" creationId="{4D0D8039-AD3F-4947-914D-9FB5790237AD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61" creationId="{883E4650-FFF7-41BB-9038-13D97FC1328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62" creationId="{2EA5866D-8E9F-40F9-ACED-8EFB3BABFD44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63" creationId="{A0309401-11BD-409C-9E68-7DF48E36EB82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64" creationId="{D29A2639-7E52-4E11-946A-F574C3DB641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65" creationId="{FF6DEF50-E0A1-468B-85EA-EE075CBF2F6E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66" creationId="{CDDB92A8-538D-412E-B431-F442D5276D8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67" creationId="{00D9AB6A-F51A-4825-AD31-87C8DB70ADAF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68" creationId="{8D4375F3-767C-43A8-8688-07A7AC5C673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69" creationId="{3714DE63-196E-4908-9A90-F271B92E7F7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70" creationId="{C5691050-F9D7-48C8-9B07-BD11D2C9686E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71" creationId="{D387C8E8-C911-4763-9E58-DAA825BCED12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72" creationId="{4879F38E-35EA-453D-B83A-DABA65B355CC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73" creationId="{C6F3C716-2EEA-42D7-AD60-6BEFF851621E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74" creationId="{683D0B0C-D0C0-46DF-B457-58F1B2D0C81D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75" creationId="{D07F2776-D141-4063-B70D-D9EB4010B47D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76" creationId="{FC8ECB84-ED29-4376-B237-B4319A754AF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77" creationId="{611F8F1E-733B-4A9D-8526-D2ADF5AF9288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78" creationId="{234E27B5-41ED-43EF-97FA-25C97AED5771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79" creationId="{25AE61B5-B6E8-43C0-A792-6471EB07DE02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80" creationId="{C9CE1664-AC52-4D38-8618-C27CED91259E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82" creationId="{3F9C2580-55DC-4FAC-832E-A46C8CF04075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83" creationId="{6A7D2E44-8DDE-4932-B62B-3B38D2539B17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84" creationId="{9E684295-6CFA-4C17-94AB-74776DEEC54E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85" creationId="{5C441A42-2E03-4152-A5F9-8A4BC5ADC8AF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86" creationId="{65087DB8-1241-4E54-B9C4-9FD35121B94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88" creationId="{874338CC-0DD4-4386-A7E6-9423723FD93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89" creationId="{1991E853-9EFB-40B7-86F6-F5677ED3D93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90" creationId="{8021E5A2-6BB9-4ACD-BBE0-DDCEB2B6283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91" creationId="{1CCF1D8B-1607-4B26-BF91-FB18C9DC4B67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92" creationId="{71D82199-23AB-4591-BC59-AB0B5688F39F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93" creationId="{DBFB368D-6DB9-485C-82FA-C631DC908DF2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94" creationId="{1D8B07CE-00D8-4D47-82CE-6D65A65D9868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95" creationId="{9FE36312-7358-4C65-B4F0-F118DFF70623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97" creationId="{BC782AD4-0F85-4ACF-AF5F-BF7BF30431D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98" creationId="{08C0FFDB-0F8C-42A3-B72D-A1A119E2E449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00" creationId="{BABDD5A5-A331-4A44-8E0C-12A38993ABC9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01" creationId="{D8AB81F4-C5EB-4749-93C5-DF05BB9C6652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02" creationId="{B857657E-0C47-452B-BB16-AFC6AB1FE2E4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03" creationId="{4B94B8C0-AE6A-499E-8CB2-EC5D97DA697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05" creationId="{185C5830-9FEF-439B-B72D-781B22066837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06" creationId="{64C0EFE4-F7C9-4451-993F-A776B17C487C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07" creationId="{7E7F70C5-CF85-47B3-99AF-7498A1745EEC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08" creationId="{666EEE9F-AB28-4522-AD24-B835F83412B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09" creationId="{4C0F6FBB-411C-46BA-8FD6-85B0CE74F865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10" creationId="{90EA97EA-F93B-475E-A38D-9DCE8169D80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12" creationId="{440B6A74-88D8-4970-B120-ECFAEF77A37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13" creationId="{3ED30A37-50C0-497C-9C76-7C413CD8895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14" creationId="{4078D177-9638-4647-A92E-651EC2E45861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15" creationId="{43C5448D-106C-447F-8DF2-A7B89F664B05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16" creationId="{409B5C70-2425-41B0-87E0-0EECA910EBDF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18" creationId="{B7A83EEE-5CAA-41AF-83B1-795B1B018D3C}"/>
          </ac:inkMkLst>
        </pc:inkChg>
        <pc:inkChg chg="add mod">
          <ac:chgData name="VIkram Goyal" userId="4529b0165c9307b1" providerId="LiveId" clId="{697E15A4-21D4-47E2-9C79-C70DAE4A1DFB}" dt="2021-01-20T06:55:09.586" v="3207"/>
          <ac:inkMkLst>
            <pc:docMk/>
            <pc:sldMk cId="3889656620" sldId="274"/>
            <ac:inkMk id="120" creationId="{F9B939B3-00E5-4EBE-B041-FFC4791F8C78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22" creationId="{542CEA0D-1BAD-4913-BE15-D7FF58DBEB54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23" creationId="{D4A229D2-FB69-423D-AF5E-52FC5625A46E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25" creationId="{C8842B84-29D5-487A-98D4-19ECB493DA1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27" creationId="{6118F2C2-D68B-47DD-B028-784333D2017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28" creationId="{7AB258EF-ECFE-42B0-A0C5-9814409D0C2C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29" creationId="{A93C251C-C3BE-4F3E-9737-92A7B5C1B54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30" creationId="{4FA50381-3B0A-409B-BE91-833408947F8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31" creationId="{FD21937D-BAA3-43E8-BAAD-BF52D79F5381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32" creationId="{081B7F7D-0D5A-4D21-A58F-C25746F70463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33" creationId="{CFDDE45E-0833-4B4C-9164-D7B837EEB439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34" creationId="{7D7562DE-04ED-4244-88B2-0D0091239EFC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35" creationId="{61AAC915-3998-4CE4-AE01-DB2B2FA5362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36" creationId="{299A717E-2595-4D0A-9B69-A784A5845D2D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37" creationId="{6DEBBB75-D89A-462B-B347-4B508E15D72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38" creationId="{3E225676-1192-40AA-AE1A-26CF756B8C6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39" creationId="{41A7B8BC-87FB-4399-89EF-C1D8BE34FEA8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40" creationId="{9C86396A-8315-401D-8094-F632898003E4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41" creationId="{AEA99CD7-1E15-4CB9-84C3-EAD6CCDE5948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42" creationId="{A299FB84-2CAB-4D79-9CCA-D6448DB2574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43" creationId="{F3C9BB41-1EF5-44EE-BA21-1EE75A2E3F74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44" creationId="{1D125567-1B48-457A-B864-4A98F44F0D13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45" creationId="{FBC0C3A3-30BB-41CF-BD97-702C6889220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46" creationId="{A30175C5-9921-4251-9B49-A7208AC0803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47" creationId="{4EE640C2-8E52-4A55-9836-055A3F745E2F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49" creationId="{20CD0072-4280-4C0A-93A6-1F93B9669CF9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50" creationId="{56D71ED5-3BE6-4FD5-92A4-8F1E2914608C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51" creationId="{5CEE3295-92FB-4F08-96C0-042E9AF7C7EC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52" creationId="{7BC48F26-7498-4EBF-A389-7B50AA5A9865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53" creationId="{736E31A8-E4C0-4E82-95A0-1818293E4BE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54" creationId="{D45A3A57-5FC0-49C6-AEFE-D19E3E45A7E1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55" creationId="{502F7686-385C-4DAC-96B3-1F13CEAF0573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56" creationId="{806DF56C-5CCA-489A-85EE-9A90989D452F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58" creationId="{5288E8AB-C4BD-43B0-A215-9061A4708642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59" creationId="{7131D67D-1559-4D04-A922-0C99EBEB658C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61" creationId="{BD7C9A9F-158B-4AFF-97AF-ED3967D6DBA1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63" creationId="{171F13D5-B588-4A54-8596-14F528259042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65" creationId="{2CA2FA15-0886-4B58-AAA2-0F38A121EE78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67" creationId="{BE836E13-24B2-44A7-88A2-47434E776A1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68" creationId="{B0674573-4FDD-4D34-B158-7486080D2709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69" creationId="{06EF42D6-B8CE-4F33-A473-A66E29861B6E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70" creationId="{ED2502E6-F259-417C-818D-1634CAA15231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71" creationId="{A1EBF9A4-ED9A-4DB2-8B45-9579C077E5A4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72" creationId="{0E9C3317-7189-4364-A841-19E5566AA3E8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74" creationId="{AD7D49CA-2A0C-4DA9-9698-9E35B2E8A42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75" creationId="{AD914463-497B-4493-9A49-2B71F48FAE07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76" creationId="{376EA4B0-95A6-4931-9DD1-50EB0068C443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78" creationId="{E2017A78-6556-491A-BB76-37480A8AC7E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79" creationId="{E1413D08-378C-45BC-8672-F676AF4B427F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80" creationId="{478EF599-DDB7-47EF-96B9-5E20BCDA2D0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81" creationId="{9673D3CE-4C59-469A-97F8-714FAB4B88E7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82" creationId="{62E382DA-2AE3-4FC2-95FF-1787D26437A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83" creationId="{5C61A513-8E17-4A02-A0F4-5AA8528FCDA9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84" creationId="{11F585E9-3E69-4A17-82BF-7A04EA9DA57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85" creationId="{5AA2552C-1B0B-434F-8BB7-79B545FB160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86" creationId="{9BDE2EA2-5F88-4E49-9EBF-7FDD06622D3D}"/>
          </ac:inkMkLst>
        </pc:inkChg>
        <pc:inkChg chg="add mod">
          <ac:chgData name="VIkram Goyal" userId="4529b0165c9307b1" providerId="LiveId" clId="{697E15A4-21D4-47E2-9C79-C70DAE4A1DFB}" dt="2021-01-20T06:56:05.068" v="3273"/>
          <ac:inkMkLst>
            <pc:docMk/>
            <pc:sldMk cId="3889656620" sldId="274"/>
            <ac:inkMk id="188" creationId="{CF841B97-0667-4724-BC45-7AC80571156F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90" creationId="{C7379FA8-35B9-4600-8FD9-20F28AB80E1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91" creationId="{861E35F3-F7B0-4DD3-8A42-1A9A60C89E1F}"/>
          </ac:inkMkLst>
        </pc:inkChg>
        <pc:inkChg chg="add mod">
          <ac:chgData name="VIkram Goyal" userId="4529b0165c9307b1" providerId="LiveId" clId="{697E15A4-21D4-47E2-9C79-C70DAE4A1DFB}" dt="2021-01-20T06:56:24.650" v="3278"/>
          <ac:inkMkLst>
            <pc:docMk/>
            <pc:sldMk cId="3889656620" sldId="274"/>
            <ac:inkMk id="193" creationId="{FA848B8A-0A90-449C-9688-E9F3C02636AE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95" creationId="{0CEF28C3-4E70-4504-928B-21965A70AA2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96" creationId="{9047E98A-351B-4450-B59F-E6285741BFCD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98" creationId="{6E89A507-26B8-4C3E-84F9-29668ABAB699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199" creationId="{67CBEDD4-D6ED-4F75-B71C-24B38DBCC8F8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00" creationId="{4D8A5EF9-220B-4E5A-A3B2-6E5B0A47634C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02" creationId="{596FD205-C72C-4A6E-973C-6C87E38995C7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04" creationId="{22FFE913-C864-4014-9CEA-65F88A3B0F68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05" creationId="{BF3BBADE-F9CD-42D3-B6F4-C8891E1986F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07" creationId="{7DFA4C8D-0D12-4F0C-890E-7183C8F2041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08" creationId="{C3DFE066-D04F-49F0-B8EE-0B16324CA94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10" creationId="{E65C7428-E0F5-4148-970F-F946DB5ED36B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11" creationId="{E900C25A-8D33-4311-A764-C147758E9546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12" creationId="{7AEF31E4-FEAA-4E41-89AF-DC2937172AFA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13" creationId="{61AB0D60-5099-4831-967D-7DAC966FAE50}"/>
          </ac:inkMkLst>
        </pc:inkChg>
        <pc:inkChg chg="add mod">
          <ac:chgData name="VIkram Goyal" userId="4529b0165c9307b1" providerId="LiveId" clId="{697E15A4-21D4-47E2-9C79-C70DAE4A1DFB}" dt="2021-01-20T06:56:39.738" v="3296"/>
          <ac:inkMkLst>
            <pc:docMk/>
            <pc:sldMk cId="3889656620" sldId="274"/>
            <ac:inkMk id="214" creationId="{0988BF70-ACB7-445A-979D-1823562B2E7C}"/>
          </ac:inkMkLst>
        </pc:inkChg>
      </pc:sldChg>
      <pc:sldChg chg="addSp delSp modSp new mod">
        <pc:chgData name="VIkram Goyal" userId="4529b0165c9307b1" providerId="LiveId" clId="{697E15A4-21D4-47E2-9C79-C70DAE4A1DFB}" dt="2022-01-25T05:16:06.175" v="8132" actId="1076"/>
        <pc:sldMkLst>
          <pc:docMk/>
          <pc:sldMk cId="541007710" sldId="275"/>
        </pc:sldMkLst>
        <pc:spChg chg="del">
          <ac:chgData name="VIkram Goyal" userId="4529b0165c9307b1" providerId="LiveId" clId="{697E15A4-21D4-47E2-9C79-C70DAE4A1DFB}" dt="2022-01-25T05:11:58.976" v="8023" actId="478"/>
          <ac:spMkLst>
            <pc:docMk/>
            <pc:sldMk cId="541007710" sldId="275"/>
            <ac:spMk id="2" creationId="{FD649526-B252-4B15-AD3A-9813DDC6402A}"/>
          </ac:spMkLst>
        </pc:spChg>
        <pc:grpChg chg="del mod">
          <ac:chgData name="VIkram Goyal" userId="4529b0165c9307b1" providerId="LiveId" clId="{697E15A4-21D4-47E2-9C79-C70DAE4A1DFB}" dt="2022-01-25T05:12:13.211" v="8052"/>
          <ac:grpSpMkLst>
            <pc:docMk/>
            <pc:sldMk cId="541007710" sldId="275"/>
            <ac:grpSpMk id="13" creationId="{2AC94760-0414-4DA9-BB53-9493460BEFE6}"/>
          </ac:grpSpMkLst>
        </pc:grpChg>
        <pc:grpChg chg="del mod">
          <ac:chgData name="VIkram Goyal" userId="4529b0165c9307b1" providerId="LiveId" clId="{697E15A4-21D4-47E2-9C79-C70DAE4A1DFB}" dt="2022-01-25T05:12:13.211" v="8052"/>
          <ac:grpSpMkLst>
            <pc:docMk/>
            <pc:sldMk cId="541007710" sldId="275"/>
            <ac:grpSpMk id="14" creationId="{0AAFE529-F5F5-4D60-AD69-93E0938312FF}"/>
          </ac:grpSpMkLst>
        </pc:grpChg>
        <pc:grpChg chg="del mod">
          <ac:chgData name="VIkram Goyal" userId="4529b0165c9307b1" providerId="LiveId" clId="{697E15A4-21D4-47E2-9C79-C70DAE4A1DFB}" dt="2022-01-25T05:10:32.642" v="7943"/>
          <ac:grpSpMkLst>
            <pc:docMk/>
            <pc:sldMk cId="541007710" sldId="275"/>
            <ac:grpSpMk id="20" creationId="{A9285D6D-8509-4FCD-BD23-2FE7291E42DB}"/>
          </ac:grpSpMkLst>
        </pc:grpChg>
        <pc:grpChg chg="del mod">
          <ac:chgData name="VIkram Goyal" userId="4529b0165c9307b1" providerId="LiveId" clId="{697E15A4-21D4-47E2-9C79-C70DAE4A1DFB}" dt="2022-01-25T05:10:37.730" v="7945"/>
          <ac:grpSpMkLst>
            <pc:docMk/>
            <pc:sldMk cId="541007710" sldId="275"/>
            <ac:grpSpMk id="29" creationId="{DBAAA045-28A5-48E2-AE6F-7E171C3D8E79}"/>
          </ac:grpSpMkLst>
        </pc:grpChg>
        <pc:grpChg chg="del mod">
          <ac:chgData name="VIkram Goyal" userId="4529b0165c9307b1" providerId="LiveId" clId="{697E15A4-21D4-47E2-9C79-C70DAE4A1DFB}" dt="2022-01-25T05:10:42.495" v="7946" actId="478"/>
          <ac:grpSpMkLst>
            <pc:docMk/>
            <pc:sldMk cId="541007710" sldId="275"/>
            <ac:grpSpMk id="31" creationId="{75BEADE9-3393-450B-A95A-246EAF195027}"/>
          </ac:grpSpMkLst>
        </pc:grpChg>
        <pc:grpChg chg="del mod">
          <ac:chgData name="VIkram Goyal" userId="4529b0165c9307b1" providerId="LiveId" clId="{697E15A4-21D4-47E2-9C79-C70DAE4A1DFB}" dt="2022-01-25T05:12:13.211" v="8052"/>
          <ac:grpSpMkLst>
            <pc:docMk/>
            <pc:sldMk cId="541007710" sldId="275"/>
            <ac:grpSpMk id="35" creationId="{2658D47C-D50D-4AB1-9AFE-30FB58401CFC}"/>
          </ac:grpSpMkLst>
        </pc:grpChg>
        <pc:grpChg chg="del mod">
          <ac:chgData name="VIkram Goyal" userId="4529b0165c9307b1" providerId="LiveId" clId="{697E15A4-21D4-47E2-9C79-C70DAE4A1DFB}" dt="2022-01-25T05:10:56.085" v="7963"/>
          <ac:grpSpMkLst>
            <pc:docMk/>
            <pc:sldMk cId="541007710" sldId="275"/>
            <ac:grpSpMk id="45" creationId="{AA25DE41-9E85-4833-ABF5-950E80F5633D}"/>
          </ac:grpSpMkLst>
        </pc:grpChg>
        <pc:grpChg chg="del mod">
          <ac:chgData name="VIkram Goyal" userId="4529b0165c9307b1" providerId="LiveId" clId="{697E15A4-21D4-47E2-9C79-C70DAE4A1DFB}" dt="2022-01-25T05:12:13.211" v="8052"/>
          <ac:grpSpMkLst>
            <pc:docMk/>
            <pc:sldMk cId="541007710" sldId="275"/>
            <ac:grpSpMk id="46" creationId="{8B383BF4-B3FA-4074-AA24-ADC77CA538D3}"/>
          </ac:grpSpMkLst>
        </pc:grpChg>
        <pc:grpChg chg="del mod">
          <ac:chgData name="VIkram Goyal" userId="4529b0165c9307b1" providerId="LiveId" clId="{697E15A4-21D4-47E2-9C79-C70DAE4A1DFB}" dt="2022-01-25T05:12:13.211" v="8052"/>
          <ac:grpSpMkLst>
            <pc:docMk/>
            <pc:sldMk cId="541007710" sldId="275"/>
            <ac:grpSpMk id="49" creationId="{B488A690-2841-4E46-B962-C5D6F1386145}"/>
          </ac:grpSpMkLst>
        </pc:grpChg>
        <pc:grpChg chg="del mod">
          <ac:chgData name="VIkram Goyal" userId="4529b0165c9307b1" providerId="LiveId" clId="{697E15A4-21D4-47E2-9C79-C70DAE4A1DFB}" dt="2022-01-25T05:12:13.211" v="8052"/>
          <ac:grpSpMkLst>
            <pc:docMk/>
            <pc:sldMk cId="541007710" sldId="275"/>
            <ac:grpSpMk id="52" creationId="{A8F79EF2-F341-4478-9310-D42F1E636952}"/>
          </ac:grpSpMkLst>
        </pc:grpChg>
        <pc:grpChg chg="del mod">
          <ac:chgData name="VIkram Goyal" userId="4529b0165c9307b1" providerId="LiveId" clId="{697E15A4-21D4-47E2-9C79-C70DAE4A1DFB}" dt="2022-01-25T05:12:13.211" v="8052"/>
          <ac:grpSpMkLst>
            <pc:docMk/>
            <pc:sldMk cId="541007710" sldId="275"/>
            <ac:grpSpMk id="56" creationId="{35BFD620-C3F0-48F6-8D21-78E092D8E9CB}"/>
          </ac:grpSpMkLst>
        </pc:grpChg>
        <pc:grpChg chg="del mod">
          <ac:chgData name="VIkram Goyal" userId="4529b0165c9307b1" providerId="LiveId" clId="{697E15A4-21D4-47E2-9C79-C70DAE4A1DFB}" dt="2022-01-25T05:12:13.211" v="8052"/>
          <ac:grpSpMkLst>
            <pc:docMk/>
            <pc:sldMk cId="541007710" sldId="275"/>
            <ac:grpSpMk id="59" creationId="{9B632730-7BFD-4968-AA63-752FE98B2DAD}"/>
          </ac:grpSpMkLst>
        </pc:grpChg>
        <pc:grpChg chg="del mod">
          <ac:chgData name="VIkram Goyal" userId="4529b0165c9307b1" providerId="LiveId" clId="{697E15A4-21D4-47E2-9C79-C70DAE4A1DFB}" dt="2022-01-25T05:12:24.201" v="8054"/>
          <ac:grpSpMkLst>
            <pc:docMk/>
            <pc:sldMk cId="541007710" sldId="275"/>
            <ac:grpSpMk id="66" creationId="{D39C5FE5-DD90-4433-9BEC-0CF740C712A0}"/>
          </ac:grpSpMkLst>
        </pc:grpChg>
        <pc:grpChg chg="del mod">
          <ac:chgData name="VIkram Goyal" userId="4529b0165c9307b1" providerId="LiveId" clId="{697E15A4-21D4-47E2-9C79-C70DAE4A1DFB}" dt="2022-01-25T05:12:24.201" v="8054"/>
          <ac:grpSpMkLst>
            <pc:docMk/>
            <pc:sldMk cId="541007710" sldId="275"/>
            <ac:grpSpMk id="76" creationId="{56F13589-C917-4521-9B1A-36D775EDBE1E}"/>
          </ac:grpSpMkLst>
        </pc:grpChg>
        <pc:grpChg chg="del mod">
          <ac:chgData name="VIkram Goyal" userId="4529b0165c9307b1" providerId="LiveId" clId="{697E15A4-21D4-47E2-9C79-C70DAE4A1DFB}" dt="2022-01-25T05:12:24.201" v="8054"/>
          <ac:grpSpMkLst>
            <pc:docMk/>
            <pc:sldMk cId="541007710" sldId="275"/>
            <ac:grpSpMk id="77" creationId="{185CE47C-0BBE-47B6-B12B-DAEC3CDA4B49}"/>
          </ac:grpSpMkLst>
        </pc:grpChg>
        <pc:grpChg chg="del mod">
          <ac:chgData name="VIkram Goyal" userId="4529b0165c9307b1" providerId="LiveId" clId="{697E15A4-21D4-47E2-9C79-C70DAE4A1DFB}" dt="2022-01-25T05:12:24.201" v="8054"/>
          <ac:grpSpMkLst>
            <pc:docMk/>
            <pc:sldMk cId="541007710" sldId="275"/>
            <ac:grpSpMk id="78" creationId="{C9FF1BA2-0A86-4411-93CD-3F106BAD9C85}"/>
          </ac:grpSpMkLst>
        </pc:grpChg>
        <pc:grpChg chg="del mod">
          <ac:chgData name="VIkram Goyal" userId="4529b0165c9307b1" providerId="LiveId" clId="{697E15A4-21D4-47E2-9C79-C70DAE4A1DFB}" dt="2022-01-25T05:12:24.201" v="8054"/>
          <ac:grpSpMkLst>
            <pc:docMk/>
            <pc:sldMk cId="541007710" sldId="275"/>
            <ac:grpSpMk id="83" creationId="{9FDF3518-FABA-4709-80C9-EC677CE3F6D4}"/>
          </ac:grpSpMkLst>
        </pc:grpChg>
        <pc:grpChg chg="del mod">
          <ac:chgData name="VIkram Goyal" userId="4529b0165c9307b1" providerId="LiveId" clId="{697E15A4-21D4-47E2-9C79-C70DAE4A1DFB}" dt="2022-01-25T05:12:24.201" v="8054"/>
          <ac:grpSpMkLst>
            <pc:docMk/>
            <pc:sldMk cId="541007710" sldId="275"/>
            <ac:grpSpMk id="88" creationId="{42A88A86-F66B-4024-8E01-E4DF391ED0FC}"/>
          </ac:grpSpMkLst>
        </pc:grpChg>
        <pc:grpChg chg="del mod">
          <ac:chgData name="VIkram Goyal" userId="4529b0165c9307b1" providerId="LiveId" clId="{697E15A4-21D4-47E2-9C79-C70DAE4A1DFB}" dt="2022-01-25T05:12:24.201" v="8054"/>
          <ac:grpSpMkLst>
            <pc:docMk/>
            <pc:sldMk cId="541007710" sldId="275"/>
            <ac:grpSpMk id="96" creationId="{0AC42B94-006B-4186-87A5-4739ADBCA657}"/>
          </ac:grpSpMkLst>
        </pc:grpChg>
        <pc:grpChg chg="del mod">
          <ac:chgData name="VIkram Goyal" userId="4529b0165c9307b1" providerId="LiveId" clId="{697E15A4-21D4-47E2-9C79-C70DAE4A1DFB}" dt="2022-01-25T05:12:24.201" v="8054"/>
          <ac:grpSpMkLst>
            <pc:docMk/>
            <pc:sldMk cId="541007710" sldId="275"/>
            <ac:grpSpMk id="97" creationId="{2C66AC4C-2FC7-4D98-BAB0-297508D28BC0}"/>
          </ac:grpSpMkLst>
        </pc:grpChg>
        <pc:grpChg chg="del mod">
          <ac:chgData name="VIkram Goyal" userId="4529b0165c9307b1" providerId="LiveId" clId="{697E15A4-21D4-47E2-9C79-C70DAE4A1DFB}" dt="2022-01-25T05:11:54.657" v="8020"/>
          <ac:grpSpMkLst>
            <pc:docMk/>
            <pc:sldMk cId="541007710" sldId="275"/>
            <ac:grpSpMk id="101" creationId="{9A375555-A290-47EB-9718-3FF5D092A4A1}"/>
          </ac:grpSpMkLst>
        </pc:grpChg>
        <pc:grpChg chg="del mod">
          <ac:chgData name="VIkram Goyal" userId="4529b0165c9307b1" providerId="LiveId" clId="{697E15A4-21D4-47E2-9C79-C70DAE4A1DFB}" dt="2022-01-25T05:11:55.696" v="8022"/>
          <ac:grpSpMkLst>
            <pc:docMk/>
            <pc:sldMk cId="541007710" sldId="275"/>
            <ac:grpSpMk id="105" creationId="{E4AB8DBA-783C-4F6F-BD85-1F8F4AB2692C}"/>
          </ac:grpSpMkLst>
        </pc:grpChg>
        <pc:grpChg chg="del mod">
          <ac:chgData name="VIkram Goyal" userId="4529b0165c9307b1" providerId="LiveId" clId="{697E15A4-21D4-47E2-9C79-C70DAE4A1DFB}" dt="2022-01-25T05:12:24.201" v="8054"/>
          <ac:grpSpMkLst>
            <pc:docMk/>
            <pc:sldMk cId="541007710" sldId="275"/>
            <ac:grpSpMk id="107" creationId="{0A329B7C-FC52-461D-870E-A54509790F99}"/>
          </ac:grpSpMkLst>
        </pc:grpChg>
        <pc:grpChg chg="del mod">
          <ac:chgData name="VIkram Goyal" userId="4529b0165c9307b1" providerId="LiveId" clId="{697E15A4-21D4-47E2-9C79-C70DAE4A1DFB}" dt="2022-01-25T05:12:13.211" v="8052"/>
          <ac:grpSpMkLst>
            <pc:docMk/>
            <pc:sldMk cId="541007710" sldId="275"/>
            <ac:grpSpMk id="117" creationId="{A25C211E-D8DB-47DE-9DE2-535FB2EC08CF}"/>
          </ac:grpSpMkLst>
        </pc:grpChg>
        <pc:grpChg chg="mod">
          <ac:chgData name="VIkram Goyal" userId="4529b0165c9307b1" providerId="LiveId" clId="{697E15A4-21D4-47E2-9C79-C70DAE4A1DFB}" dt="2022-01-25T05:12:04.601" v="8033"/>
          <ac:grpSpMkLst>
            <pc:docMk/>
            <pc:sldMk cId="541007710" sldId="275"/>
            <ac:grpSpMk id="118" creationId="{169ADF57-E287-4316-8B18-E5C15C1B0BCE}"/>
          </ac:grpSpMkLst>
        </pc:grpChg>
        <pc:grpChg chg="del mod">
          <ac:chgData name="VIkram Goyal" userId="4529b0165c9307b1" providerId="LiveId" clId="{697E15A4-21D4-47E2-9C79-C70DAE4A1DFB}" dt="2022-01-25T05:12:24.201" v="8054"/>
          <ac:grpSpMkLst>
            <pc:docMk/>
            <pc:sldMk cId="541007710" sldId="275"/>
            <ac:grpSpMk id="137" creationId="{DD619145-40EC-4096-85D9-67898FDCB131}"/>
          </ac:grpSpMkLst>
        </pc:grpChg>
        <pc:grpChg chg="mod">
          <ac:chgData name="VIkram Goyal" userId="4529b0165c9307b1" providerId="LiveId" clId="{697E15A4-21D4-47E2-9C79-C70DAE4A1DFB}" dt="2022-01-25T05:12:13.211" v="8052"/>
          <ac:grpSpMkLst>
            <pc:docMk/>
            <pc:sldMk cId="541007710" sldId="275"/>
            <ac:grpSpMk id="138" creationId="{AEB6EB48-C29A-42C4-B86D-18C6F5C3656E}"/>
          </ac:grpSpMkLst>
        </pc:grpChg>
        <pc:grpChg chg="mod">
          <ac:chgData name="VIkram Goyal" userId="4529b0165c9307b1" providerId="LiveId" clId="{697E15A4-21D4-47E2-9C79-C70DAE4A1DFB}" dt="2022-01-25T05:12:13.211" v="8052"/>
          <ac:grpSpMkLst>
            <pc:docMk/>
            <pc:sldMk cId="541007710" sldId="275"/>
            <ac:grpSpMk id="139" creationId="{4D8F6E6E-171E-4569-A473-D7584186D497}"/>
          </ac:grpSpMkLst>
        </pc:grpChg>
        <pc:grpChg chg="del mod">
          <ac:chgData name="VIkram Goyal" userId="4529b0165c9307b1" providerId="LiveId" clId="{697E15A4-21D4-47E2-9C79-C70DAE4A1DFB}" dt="2022-01-25T05:12:35.766" v="8056"/>
          <ac:grpSpMkLst>
            <pc:docMk/>
            <pc:sldMk cId="541007710" sldId="275"/>
            <ac:grpSpMk id="141" creationId="{A799D07C-CF4B-43F2-BF8E-65981D6C9705}"/>
          </ac:grpSpMkLst>
        </pc:grpChg>
        <pc:grpChg chg="del mod">
          <ac:chgData name="VIkram Goyal" userId="4529b0165c9307b1" providerId="LiveId" clId="{697E15A4-21D4-47E2-9C79-C70DAE4A1DFB}" dt="2022-01-25T05:13:01.260" v="8070"/>
          <ac:grpSpMkLst>
            <pc:docMk/>
            <pc:sldMk cId="541007710" sldId="275"/>
            <ac:grpSpMk id="143" creationId="{A07E60E1-54EA-4296-A547-049F6D4D9E9F}"/>
          </ac:grpSpMkLst>
        </pc:grpChg>
        <pc:grpChg chg="del mod">
          <ac:chgData name="VIkram Goyal" userId="4529b0165c9307b1" providerId="LiveId" clId="{697E15A4-21D4-47E2-9C79-C70DAE4A1DFB}" dt="2022-01-25T05:13:58.399" v="8073"/>
          <ac:grpSpMkLst>
            <pc:docMk/>
            <pc:sldMk cId="541007710" sldId="275"/>
            <ac:grpSpMk id="154" creationId="{3EA3AABB-706E-4301-B56E-EFBC9600941B}"/>
          </ac:grpSpMkLst>
        </pc:grpChg>
        <pc:grpChg chg="del mod">
          <ac:chgData name="VIkram Goyal" userId="4529b0165c9307b1" providerId="LiveId" clId="{697E15A4-21D4-47E2-9C79-C70DAE4A1DFB}" dt="2022-01-25T05:15:04.913" v="8088"/>
          <ac:grpSpMkLst>
            <pc:docMk/>
            <pc:sldMk cId="541007710" sldId="275"/>
            <ac:grpSpMk id="157" creationId="{36DADEBE-9B11-4B14-9B73-D4123A3775EE}"/>
          </ac:grpSpMkLst>
        </pc:grpChg>
        <pc:grpChg chg="del mod">
          <ac:chgData name="VIkram Goyal" userId="4529b0165c9307b1" providerId="LiveId" clId="{697E15A4-21D4-47E2-9C79-C70DAE4A1DFB}" dt="2022-01-25T05:15:04.913" v="8088"/>
          <ac:grpSpMkLst>
            <pc:docMk/>
            <pc:sldMk cId="541007710" sldId="275"/>
            <ac:grpSpMk id="159" creationId="{393D3A9F-6C4B-4659-BCF7-82F7A5F2C49D}"/>
          </ac:grpSpMkLst>
        </pc:grpChg>
        <pc:grpChg chg="del mod">
          <ac:chgData name="VIkram Goyal" userId="4529b0165c9307b1" providerId="LiveId" clId="{697E15A4-21D4-47E2-9C79-C70DAE4A1DFB}" dt="2022-01-25T05:14:28.348" v="8081"/>
          <ac:grpSpMkLst>
            <pc:docMk/>
            <pc:sldMk cId="541007710" sldId="275"/>
            <ac:grpSpMk id="163" creationId="{6111C21F-270B-4BBB-A1A5-9A84688392BE}"/>
          </ac:grpSpMkLst>
        </pc:grpChg>
        <pc:grpChg chg="del mod">
          <ac:chgData name="VIkram Goyal" userId="4529b0165c9307b1" providerId="LiveId" clId="{697E15A4-21D4-47E2-9C79-C70DAE4A1DFB}" dt="2022-01-25T05:15:00.646" v="8085"/>
          <ac:grpSpMkLst>
            <pc:docMk/>
            <pc:sldMk cId="541007710" sldId="275"/>
            <ac:grpSpMk id="165" creationId="{795B46F6-37E7-47B4-8C38-2007281E953F}"/>
          </ac:grpSpMkLst>
        </pc:grpChg>
        <pc:grpChg chg="mod">
          <ac:chgData name="VIkram Goyal" userId="4529b0165c9307b1" providerId="LiveId" clId="{697E15A4-21D4-47E2-9C79-C70DAE4A1DFB}" dt="2022-01-25T05:15:00.646" v="8085"/>
          <ac:grpSpMkLst>
            <pc:docMk/>
            <pc:sldMk cId="541007710" sldId="275"/>
            <ac:grpSpMk id="169" creationId="{8E37890F-5F4A-4AC6-B806-091C94F9D8BB}"/>
          </ac:grpSpMkLst>
        </pc:grpChg>
        <pc:grpChg chg="del mod">
          <ac:chgData name="VIkram Goyal" userId="4529b0165c9307b1" providerId="LiveId" clId="{697E15A4-21D4-47E2-9C79-C70DAE4A1DFB}" dt="2022-01-25T05:15:16.478" v="8103"/>
          <ac:grpSpMkLst>
            <pc:docMk/>
            <pc:sldMk cId="541007710" sldId="275"/>
            <ac:grpSpMk id="172" creationId="{07ED54AE-627B-44F4-84D6-C7586A25599E}"/>
          </ac:grpSpMkLst>
        </pc:grpChg>
        <pc:grpChg chg="del mod">
          <ac:chgData name="VIkram Goyal" userId="4529b0165c9307b1" providerId="LiveId" clId="{697E15A4-21D4-47E2-9C79-C70DAE4A1DFB}" dt="2022-01-25T05:15:16.478" v="8103"/>
          <ac:grpSpMkLst>
            <pc:docMk/>
            <pc:sldMk cId="541007710" sldId="275"/>
            <ac:grpSpMk id="180" creationId="{2420A3D5-CAEC-4A13-94DE-1D7F89EBC4DA}"/>
          </ac:grpSpMkLst>
        </pc:grpChg>
        <pc:grpChg chg="del mod">
          <ac:chgData name="VIkram Goyal" userId="4529b0165c9307b1" providerId="LiveId" clId="{697E15A4-21D4-47E2-9C79-C70DAE4A1DFB}" dt="2022-01-25T05:15:20.739" v="8108"/>
          <ac:grpSpMkLst>
            <pc:docMk/>
            <pc:sldMk cId="541007710" sldId="275"/>
            <ac:grpSpMk id="187" creationId="{A0E801C6-6C2A-44FB-9EE5-7AAE9688C1E0}"/>
          </ac:grpSpMkLst>
        </pc:grpChg>
        <pc:grpChg chg="del mod">
          <ac:chgData name="VIkram Goyal" userId="4529b0165c9307b1" providerId="LiveId" clId="{697E15A4-21D4-47E2-9C79-C70DAE4A1DFB}" dt="2022-01-25T05:15:23.988" v="8111"/>
          <ac:grpSpMkLst>
            <pc:docMk/>
            <pc:sldMk cId="541007710" sldId="275"/>
            <ac:grpSpMk id="192" creationId="{E6376C87-B3E2-454F-827B-9EB02037A59C}"/>
          </ac:grpSpMkLst>
        </pc:grpChg>
        <pc:grpChg chg="del mod">
          <ac:chgData name="VIkram Goyal" userId="4529b0165c9307b1" providerId="LiveId" clId="{697E15A4-21D4-47E2-9C79-C70DAE4A1DFB}" dt="2022-01-25T05:15:32.589" v="8124"/>
          <ac:grpSpMkLst>
            <pc:docMk/>
            <pc:sldMk cId="541007710" sldId="275"/>
            <ac:grpSpMk id="195" creationId="{998ACB97-77B7-41EA-AA0A-E7EE00EC7155}"/>
          </ac:grpSpMkLst>
        </pc:grpChg>
        <pc:grpChg chg="del mod">
          <ac:chgData name="VIkram Goyal" userId="4529b0165c9307b1" providerId="LiveId" clId="{697E15A4-21D4-47E2-9C79-C70DAE4A1DFB}" dt="2022-01-25T05:15:35.201" v="8127"/>
          <ac:grpSpMkLst>
            <pc:docMk/>
            <pc:sldMk cId="541007710" sldId="275"/>
            <ac:grpSpMk id="208" creationId="{277C766B-1F86-46C8-BA55-58E88C1F95C0}"/>
          </ac:grpSpMkLst>
        </pc:grpChg>
        <pc:grpChg chg="del mod">
          <ac:chgData name="VIkram Goyal" userId="4529b0165c9307b1" providerId="LiveId" clId="{697E15A4-21D4-47E2-9C79-C70DAE4A1DFB}" dt="2022-01-25T05:15:36.544" v="8130"/>
          <ac:grpSpMkLst>
            <pc:docMk/>
            <pc:sldMk cId="541007710" sldId="275"/>
            <ac:grpSpMk id="211" creationId="{2847EF76-8343-41C7-BAE4-C40196B6A2AC}"/>
          </ac:grpSpMkLst>
        </pc:grpChg>
        <pc:grpChg chg="mod">
          <ac:chgData name="VIkram Goyal" userId="4529b0165c9307b1" providerId="LiveId" clId="{697E15A4-21D4-47E2-9C79-C70DAE4A1DFB}" dt="2022-01-25T05:15:36.544" v="8130"/>
          <ac:grpSpMkLst>
            <pc:docMk/>
            <pc:sldMk cId="541007710" sldId="275"/>
            <ac:grpSpMk id="214" creationId="{99500AA5-0C3B-4E91-BCEA-AA6E9180D9A8}"/>
          </ac:grpSpMkLst>
        </pc:grp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3" creationId="{02A022CD-B747-44B9-B8F9-CCB96FDE682C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4" creationId="{79D0585E-F8EE-4CD4-8C0E-B55DCAFEEE9B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5" creationId="{DCFC95BE-25D8-45FA-AA92-F8655A36B5B6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6" creationId="{C1099131-0D13-4F2A-BB2E-7EFBA8D217F4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7" creationId="{BACBD9BC-D7F8-4FE0-8447-99639F44BCC8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8" creationId="{6CF3A8BB-DAB4-4DD1-BE0D-701E5F7457C6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9" creationId="{E0CB5423-469F-4DC2-959C-C457EAFD755B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0" creationId="{1918EBDE-377B-494A-847A-9F965FA5B842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1" creationId="{3E5FE573-34C4-409F-AC45-12FF6CB79AE4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2" creationId="{9CB60EF3-5EE0-4C4C-A001-CF7A2263AE88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5" creationId="{01A7BF6E-3E04-45CE-8527-C03C282E7A2F}"/>
          </ac:inkMkLst>
        </pc:inkChg>
        <pc:inkChg chg="add del">
          <ac:chgData name="VIkram Goyal" userId="4529b0165c9307b1" providerId="LiveId" clId="{697E15A4-21D4-47E2-9C79-C70DAE4A1DFB}" dt="2022-01-25T05:11:06.513" v="7971" actId="478"/>
          <ac:inkMkLst>
            <pc:docMk/>
            <pc:sldMk cId="541007710" sldId="275"/>
            <ac:inkMk id="16" creationId="{EAD7F306-3C2B-4F2B-B7A2-4F93AA63F0FB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7" creationId="{8BC87749-7EC5-4022-A3B1-4462D52C83E7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8" creationId="{DB0BE262-65A6-4241-BDDB-47F1CBCE0184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9" creationId="{85545A3B-9CAB-42BC-817E-CEBBFC29396F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21" creationId="{92CA4AB9-499D-4DDA-9862-B7DA43C0BD0D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22" creationId="{14664C20-60CE-4A3D-ADB3-FABCB56C2858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23" creationId="{C1E4EBC5-E79B-438B-A402-362C40562743}"/>
          </ac:inkMkLst>
        </pc:inkChg>
        <pc:inkChg chg="add mod">
          <ac:chgData name="VIkram Goyal" userId="4529b0165c9307b1" providerId="LiveId" clId="{697E15A4-21D4-47E2-9C79-C70DAE4A1DFB}" dt="2022-01-25T05:10:37.730" v="7945"/>
          <ac:inkMkLst>
            <pc:docMk/>
            <pc:sldMk cId="541007710" sldId="275"/>
            <ac:inkMk id="24" creationId="{DB548D0C-312D-4A60-9863-52FE5B7010B0}"/>
          </ac:inkMkLst>
        </pc:inkChg>
        <pc:inkChg chg="add mod">
          <ac:chgData name="VIkram Goyal" userId="4529b0165c9307b1" providerId="LiveId" clId="{697E15A4-21D4-47E2-9C79-C70DAE4A1DFB}" dt="2022-01-25T05:10:37.730" v="7945"/>
          <ac:inkMkLst>
            <pc:docMk/>
            <pc:sldMk cId="541007710" sldId="275"/>
            <ac:inkMk id="25" creationId="{73977496-B029-46E3-840E-702D85367867}"/>
          </ac:inkMkLst>
        </pc:inkChg>
        <pc:inkChg chg="add mod">
          <ac:chgData name="VIkram Goyal" userId="4529b0165c9307b1" providerId="LiveId" clId="{697E15A4-21D4-47E2-9C79-C70DAE4A1DFB}" dt="2022-01-25T05:10:37.730" v="7945"/>
          <ac:inkMkLst>
            <pc:docMk/>
            <pc:sldMk cId="541007710" sldId="275"/>
            <ac:inkMk id="26" creationId="{D462D981-BD24-4FCA-B574-3062A4417DAE}"/>
          </ac:inkMkLst>
        </pc:inkChg>
        <pc:inkChg chg="add mod">
          <ac:chgData name="VIkram Goyal" userId="4529b0165c9307b1" providerId="LiveId" clId="{697E15A4-21D4-47E2-9C79-C70DAE4A1DFB}" dt="2022-01-25T05:10:37.730" v="7945"/>
          <ac:inkMkLst>
            <pc:docMk/>
            <pc:sldMk cId="541007710" sldId="275"/>
            <ac:inkMk id="27" creationId="{834590DD-F3E7-4FED-A727-3D7A477465DA}"/>
          </ac:inkMkLst>
        </pc:inkChg>
        <pc:inkChg chg="add mod">
          <ac:chgData name="VIkram Goyal" userId="4529b0165c9307b1" providerId="LiveId" clId="{697E15A4-21D4-47E2-9C79-C70DAE4A1DFB}" dt="2022-01-25T05:10:37.730" v="7945"/>
          <ac:inkMkLst>
            <pc:docMk/>
            <pc:sldMk cId="541007710" sldId="275"/>
            <ac:inkMk id="28" creationId="{B80C3A6D-3D23-42AA-9E5A-6E875C7F2A3F}"/>
          </ac:inkMkLst>
        </pc:inkChg>
        <pc:inkChg chg="add mod">
          <ac:chgData name="VIkram Goyal" userId="4529b0165c9307b1" providerId="LiveId" clId="{697E15A4-21D4-47E2-9C79-C70DAE4A1DFB}" dt="2022-01-25T05:10:37.730" v="7945"/>
          <ac:inkMkLst>
            <pc:docMk/>
            <pc:sldMk cId="541007710" sldId="275"/>
            <ac:inkMk id="30" creationId="{1B368F06-146B-4598-ACF2-C58FD48FA823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32" creationId="{3E00D266-5B0C-4132-84BC-2BDBF3A55967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33" creationId="{09EC4068-4A28-4108-9626-A9C5267932CB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34" creationId="{AE08F356-6614-4E9D-B0F5-7A27BC90FA1D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36" creationId="{74F4DC4B-C404-42C1-9594-715BC3CE28B2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37" creationId="{A9B8B6E1-B520-422C-BD50-7F3B6D497205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38" creationId="{9499CC17-274E-46D9-A54E-6104C871E6F9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39" creationId="{B4E75322-218C-441C-97E8-B2E6DF221EE6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40" creationId="{2348E9C7-C970-4D1F-9570-24160BC38072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41" creationId="{383665BA-CB46-4580-AFF3-38004CCD06BC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42" creationId="{F4831A99-833D-4C0F-A4D4-A3101EC0984B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43" creationId="{C330471D-42DB-4AF0-8589-974837134081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44" creationId="{F565E02D-8B7E-4D5F-8FEE-0B639E26D267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47" creationId="{FD622F23-73DA-4C32-847B-29F55A365B7E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48" creationId="{B39F37F5-9449-4E6D-A4C7-3EE82028D7AB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50" creationId="{41255D69-4E13-42A5-BD89-A7F2F83DED4A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51" creationId="{6C50AAAA-F4A2-4ED1-BA05-D7D84740035B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53" creationId="{070CE86C-8E5E-408B-9F7F-C81AF1B83A91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54" creationId="{A439BC92-1582-4662-9607-B1BEBD57F6D5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55" creationId="{25EA4806-17D7-4CAC-9FC7-39A78BB6ED24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57" creationId="{29B177B0-5666-4A3F-8C3C-C85200A30E08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58" creationId="{B9F8640D-117E-41E7-B8C1-01BA2C91CAE3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60" creationId="{010B5712-8842-46B0-AB9B-9A1840C64FD7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61" creationId="{399EF675-973D-4518-B0C1-236761EB0FA4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62" creationId="{2C9958D6-3402-4FB3-8FCA-E60DEFFA3238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63" creationId="{9FADE516-9758-473D-9EA9-6EAD0BDF2C54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64" creationId="{9F2069E3-3C33-4E5E-B0E1-9B664E6F317F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65" creationId="{09DD2DFD-49DD-4AE2-93A0-65CC974C0D1B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67" creationId="{2F0D9FF1-CE51-40F3-ACBA-875526BE84F3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68" creationId="{40948E10-79B7-4D04-A645-6ED15F852AF5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69" creationId="{F88A3698-EBCA-4F3C-83C0-742F388084CC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70" creationId="{40AE5456-8DDF-40BF-81E4-2FA3D9D1A004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71" creationId="{F3A98E8E-9B64-4D5B-AED0-D343166E9FF5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72" creationId="{337FDFFD-B90A-46A2-B7A5-ADA3750121C7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73" creationId="{C2D41AE6-0BD8-42BE-84A6-FDFAB334E8E3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74" creationId="{94A3E22F-DC56-4AB3-8A5F-B441DB186918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75" creationId="{67F7FB3C-2E98-4C29-B082-1A0CA841C4FE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79" creationId="{D52DBE99-B4E9-4B6C-9E48-C60AFA06EB46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80" creationId="{0B367D4D-789B-4006-B059-3F1301FC47FA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81" creationId="{7D9973FA-8E11-47CA-A51F-70AE541876FB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82" creationId="{D15078A8-6235-4EDF-9EA0-68ECCF889AC4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84" creationId="{AB4046A9-B9AA-46C5-8E52-D8B747FA1A72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85" creationId="{19C544CB-7A2D-4C7A-9537-3545FDF78C9F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86" creationId="{36BE2F60-1413-4C39-9041-FF3DAF8AE137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87" creationId="{F940AD44-394D-4C68-A285-DE050F638156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89" creationId="{2FDBE780-9AF4-4A68-882A-B61604C7041A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90" creationId="{FF2D8658-6103-40D4-94A4-341B9FD52F6F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91" creationId="{18199D5A-67E4-4D8A-AF1A-49FCED2AC171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92" creationId="{67BA9CA8-7458-4C42-9A4B-E722A818B4B9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93" creationId="{C1A6768A-CA3B-4996-A6E3-92B12435C2E3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94" creationId="{1FF3356D-A242-4E9B-9EB6-2AAB9C3A56C8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95" creationId="{F8478EC5-3F16-4C56-A307-4F47F8CB1DC3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98" creationId="{C5CE4551-7BBD-47C1-8F8F-543CF24284CE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99" creationId="{EF6073BD-5205-432F-A4F6-97DC87C4D4A1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00" creationId="{B1F4298A-A990-41C5-B9AE-7835083E626F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02" creationId="{CFA79925-4F13-48FF-B27C-11538566DED2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03" creationId="{FFA40E38-0827-43B8-9747-4534ED65FCF1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04" creationId="{37D3386D-DDD3-489E-8ED6-597DE1EB5103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06" creationId="{78EE70FA-0F40-4DEF-A3BD-BE1A4C70AB0E}"/>
          </ac:inkMkLst>
        </pc:inkChg>
        <pc:inkChg chg="add mod">
          <ac:chgData name="VIkram Goyal" userId="4529b0165c9307b1" providerId="LiveId" clId="{697E15A4-21D4-47E2-9C79-C70DAE4A1DFB}" dt="2022-01-25T05:12:04.601" v="8033"/>
          <ac:inkMkLst>
            <pc:docMk/>
            <pc:sldMk cId="541007710" sldId="275"/>
            <ac:inkMk id="108" creationId="{88F20F99-55B4-4805-B6CD-6205171CE802}"/>
          </ac:inkMkLst>
        </pc:inkChg>
        <pc:inkChg chg="add mod">
          <ac:chgData name="VIkram Goyal" userId="4529b0165c9307b1" providerId="LiveId" clId="{697E15A4-21D4-47E2-9C79-C70DAE4A1DFB}" dt="2022-01-25T05:12:04.601" v="8033"/>
          <ac:inkMkLst>
            <pc:docMk/>
            <pc:sldMk cId="541007710" sldId="275"/>
            <ac:inkMk id="109" creationId="{5DA8FE17-E7E6-48F6-87F5-0992B3428A48}"/>
          </ac:inkMkLst>
        </pc:inkChg>
        <pc:inkChg chg="add mod">
          <ac:chgData name="VIkram Goyal" userId="4529b0165c9307b1" providerId="LiveId" clId="{697E15A4-21D4-47E2-9C79-C70DAE4A1DFB}" dt="2022-01-25T05:12:04.601" v="8033"/>
          <ac:inkMkLst>
            <pc:docMk/>
            <pc:sldMk cId="541007710" sldId="275"/>
            <ac:inkMk id="110" creationId="{44CFBCFA-0E79-47F6-B952-808D773C77FC}"/>
          </ac:inkMkLst>
        </pc:inkChg>
        <pc:inkChg chg="add mod">
          <ac:chgData name="VIkram Goyal" userId="4529b0165c9307b1" providerId="LiveId" clId="{697E15A4-21D4-47E2-9C79-C70DAE4A1DFB}" dt="2022-01-25T05:12:04.601" v="8033"/>
          <ac:inkMkLst>
            <pc:docMk/>
            <pc:sldMk cId="541007710" sldId="275"/>
            <ac:inkMk id="111" creationId="{286F0959-3A14-4451-A69E-28A14B4C012F}"/>
          </ac:inkMkLst>
        </pc:inkChg>
        <pc:inkChg chg="add mod">
          <ac:chgData name="VIkram Goyal" userId="4529b0165c9307b1" providerId="LiveId" clId="{697E15A4-21D4-47E2-9C79-C70DAE4A1DFB}" dt="2022-01-25T05:12:04.601" v="8033"/>
          <ac:inkMkLst>
            <pc:docMk/>
            <pc:sldMk cId="541007710" sldId="275"/>
            <ac:inkMk id="112" creationId="{C6AC562B-6DB2-4B72-B5FF-A0140A3F5DF0}"/>
          </ac:inkMkLst>
        </pc:inkChg>
        <pc:inkChg chg="add mod">
          <ac:chgData name="VIkram Goyal" userId="4529b0165c9307b1" providerId="LiveId" clId="{697E15A4-21D4-47E2-9C79-C70DAE4A1DFB}" dt="2022-01-25T05:12:04.601" v="8033"/>
          <ac:inkMkLst>
            <pc:docMk/>
            <pc:sldMk cId="541007710" sldId="275"/>
            <ac:inkMk id="113" creationId="{6F6DE8BA-9BF6-4132-9550-89FB32DB2E41}"/>
          </ac:inkMkLst>
        </pc:inkChg>
        <pc:inkChg chg="add mod">
          <ac:chgData name="VIkram Goyal" userId="4529b0165c9307b1" providerId="LiveId" clId="{697E15A4-21D4-47E2-9C79-C70DAE4A1DFB}" dt="2022-01-25T05:12:13.211" v="8052"/>
          <ac:inkMkLst>
            <pc:docMk/>
            <pc:sldMk cId="541007710" sldId="275"/>
            <ac:inkMk id="114" creationId="{9643BCA9-E01B-48F4-B32E-6CC92F145573}"/>
          </ac:inkMkLst>
        </pc:inkChg>
        <pc:inkChg chg="add mod">
          <ac:chgData name="VIkram Goyal" userId="4529b0165c9307b1" providerId="LiveId" clId="{697E15A4-21D4-47E2-9C79-C70DAE4A1DFB}" dt="2022-01-25T05:12:13.211" v="8052"/>
          <ac:inkMkLst>
            <pc:docMk/>
            <pc:sldMk cId="541007710" sldId="275"/>
            <ac:inkMk id="115" creationId="{1C14F9C0-C2A0-4802-8655-BFDD6E594EF0}"/>
          </ac:inkMkLst>
        </pc:inkChg>
        <pc:inkChg chg="add mod">
          <ac:chgData name="VIkram Goyal" userId="4529b0165c9307b1" providerId="LiveId" clId="{697E15A4-21D4-47E2-9C79-C70DAE4A1DFB}" dt="2022-01-25T05:12:13.211" v="8052"/>
          <ac:inkMkLst>
            <pc:docMk/>
            <pc:sldMk cId="541007710" sldId="275"/>
            <ac:inkMk id="116" creationId="{C8EC6806-64A9-483B-BBC6-09B0DFF276EC}"/>
          </ac:inkMkLst>
        </pc:inkChg>
        <pc:inkChg chg="add mod">
          <ac:chgData name="VIkram Goyal" userId="4529b0165c9307b1" providerId="LiveId" clId="{697E15A4-21D4-47E2-9C79-C70DAE4A1DFB}" dt="2022-01-25T05:12:13.211" v="8052"/>
          <ac:inkMkLst>
            <pc:docMk/>
            <pc:sldMk cId="541007710" sldId="275"/>
            <ac:inkMk id="119" creationId="{0D08FFB8-E0FF-4D80-AE56-687E60572169}"/>
          </ac:inkMkLst>
        </pc:inkChg>
        <pc:inkChg chg="add mod">
          <ac:chgData name="VIkram Goyal" userId="4529b0165c9307b1" providerId="LiveId" clId="{697E15A4-21D4-47E2-9C79-C70DAE4A1DFB}" dt="2022-01-25T05:12:13.211" v="8052"/>
          <ac:inkMkLst>
            <pc:docMk/>
            <pc:sldMk cId="541007710" sldId="275"/>
            <ac:inkMk id="120" creationId="{818002C7-ECC2-467A-8573-FD30C5C7B925}"/>
          </ac:inkMkLst>
        </pc:inkChg>
        <pc:inkChg chg="add mod">
          <ac:chgData name="VIkram Goyal" userId="4529b0165c9307b1" providerId="LiveId" clId="{697E15A4-21D4-47E2-9C79-C70DAE4A1DFB}" dt="2022-01-25T05:12:13.211" v="8052"/>
          <ac:inkMkLst>
            <pc:docMk/>
            <pc:sldMk cId="541007710" sldId="275"/>
            <ac:inkMk id="121" creationId="{778EC728-0995-4C25-B282-79AB255EACEF}"/>
          </ac:inkMkLst>
        </pc:inkChg>
        <pc:inkChg chg="add mod">
          <ac:chgData name="VIkram Goyal" userId="4529b0165c9307b1" providerId="LiveId" clId="{697E15A4-21D4-47E2-9C79-C70DAE4A1DFB}" dt="2022-01-25T05:12:13.211" v="8052"/>
          <ac:inkMkLst>
            <pc:docMk/>
            <pc:sldMk cId="541007710" sldId="275"/>
            <ac:inkMk id="122" creationId="{BE5D2B47-9059-42EF-9822-B908CA5951B5}"/>
          </ac:inkMkLst>
        </pc:inkChg>
        <pc:inkChg chg="add mod">
          <ac:chgData name="VIkram Goyal" userId="4529b0165c9307b1" providerId="LiveId" clId="{697E15A4-21D4-47E2-9C79-C70DAE4A1DFB}" dt="2022-01-25T05:12:13.211" v="8052"/>
          <ac:inkMkLst>
            <pc:docMk/>
            <pc:sldMk cId="541007710" sldId="275"/>
            <ac:inkMk id="123" creationId="{1F950ED3-4BAC-4D98-ACF4-BE6AB1A0F2BC}"/>
          </ac:inkMkLst>
        </pc:inkChg>
        <pc:inkChg chg="add mod">
          <ac:chgData name="VIkram Goyal" userId="4529b0165c9307b1" providerId="LiveId" clId="{697E15A4-21D4-47E2-9C79-C70DAE4A1DFB}" dt="2022-01-25T05:12:13.211" v="8052"/>
          <ac:inkMkLst>
            <pc:docMk/>
            <pc:sldMk cId="541007710" sldId="275"/>
            <ac:inkMk id="124" creationId="{B484BCE1-96E8-439F-81DC-050B33773679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25" creationId="{1FC4ED5F-A480-4EF0-859F-D762287A1E78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26" creationId="{DD27712D-16A6-48A7-B690-70D6CBE9E263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27" creationId="{9E2A1864-5298-49DF-A6DA-0BF45367C5B1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28" creationId="{DBC68BE9-247C-43A5-8BDB-20A4A5A57D18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29" creationId="{E6AC40E4-45C5-4248-AA17-20E035734BF2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30" creationId="{C1D41D8C-E29C-48CD-A040-85036F153F76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31" creationId="{6EE10A3B-3E68-45B6-A4B6-6C20932B4B28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32" creationId="{5806A3AB-92AD-4C59-89EF-848BA0004E96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33" creationId="{317B42DA-E862-462F-9A16-38680D6B620B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34" creationId="{1B994050-D6E9-47BD-A23A-75E77722BE16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35" creationId="{12C93223-40AA-4999-A391-A1310343C891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36" creationId="{21D95172-E72D-4750-BB22-80E6CB55E17B}"/>
          </ac:inkMkLst>
        </pc:inkChg>
        <pc:inkChg chg="add mod">
          <ac:chgData name="VIkram Goyal" userId="4529b0165c9307b1" providerId="LiveId" clId="{697E15A4-21D4-47E2-9C79-C70DAE4A1DFB}" dt="2022-01-25T05:12:35.766" v="8056"/>
          <ac:inkMkLst>
            <pc:docMk/>
            <pc:sldMk cId="541007710" sldId="275"/>
            <ac:inkMk id="140" creationId="{EAC20CAC-25AF-4478-B5D1-86B91B1D2B89}"/>
          </ac:inkMkLst>
        </pc:inkChg>
        <pc:inkChg chg="add mod">
          <ac:chgData name="VIkram Goyal" userId="4529b0165c9307b1" providerId="LiveId" clId="{697E15A4-21D4-47E2-9C79-C70DAE4A1DFB}" dt="2022-01-25T05:13:01.260" v="8070"/>
          <ac:inkMkLst>
            <pc:docMk/>
            <pc:sldMk cId="541007710" sldId="275"/>
            <ac:inkMk id="142" creationId="{78E985F4-F8E7-4A60-BCCC-9E4EDB8FF10E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44" creationId="{E4DBC244-4864-4C92-9184-3897F0D383F2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45" creationId="{4843B78C-9B91-49F2-87FB-61BF8139A90F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46" creationId="{EE2E6B90-EAFC-4477-8794-462F3ECE3A0F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47" creationId="{8EF36744-08AD-4B36-ACBC-06CF8D01AF0F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48" creationId="{A392B0E7-EEAE-4B23-BA6D-E1A55DF83446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49" creationId="{5E91B715-9E62-43B7-AC5B-F373C800D7C4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50" creationId="{0C423AA2-07E7-4131-8851-20D41DD6323B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51" creationId="{D25095BB-1728-4976-BECC-E0CB5691A8B9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52" creationId="{B38A3ED4-4807-4497-AAFB-54F6E9E3044D}"/>
          </ac:inkMkLst>
        </pc:inkChg>
        <pc:inkChg chg="add mod">
          <ac:chgData name="VIkram Goyal" userId="4529b0165c9307b1" providerId="LiveId" clId="{697E15A4-21D4-47E2-9C79-C70DAE4A1DFB}" dt="2022-01-25T05:16:06.175" v="8132" actId="1076"/>
          <ac:inkMkLst>
            <pc:docMk/>
            <pc:sldMk cId="541007710" sldId="275"/>
            <ac:inkMk id="153" creationId="{AC3FDB13-2009-4BD8-A1B0-FEBD63F09B95}"/>
          </ac:inkMkLst>
        </pc:inkChg>
        <pc:inkChg chg="add del mod">
          <ac:chgData name="VIkram Goyal" userId="4529b0165c9307b1" providerId="LiveId" clId="{697E15A4-21D4-47E2-9C79-C70DAE4A1DFB}" dt="2022-01-25T05:15:45.730" v="8131" actId="478"/>
          <ac:inkMkLst>
            <pc:docMk/>
            <pc:sldMk cId="541007710" sldId="275"/>
            <ac:inkMk id="155" creationId="{BB80A5F2-9081-4A7A-9A2D-9381BDFCDD19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56" creationId="{AE6B776D-C34E-4AF7-B126-1495208FB8D6}"/>
          </ac:inkMkLst>
        </pc:inkChg>
        <pc:inkChg chg="add mod">
          <ac:chgData name="VIkram Goyal" userId="4529b0165c9307b1" providerId="LiveId" clId="{697E15A4-21D4-47E2-9C79-C70DAE4A1DFB}" dt="2022-01-25T05:15:04.913" v="8088"/>
          <ac:inkMkLst>
            <pc:docMk/>
            <pc:sldMk cId="541007710" sldId="275"/>
            <ac:inkMk id="158" creationId="{A98706CE-8E08-437A-B41F-F4EAC5B27A61}"/>
          </ac:inkMkLst>
        </pc:inkChg>
        <pc:inkChg chg="add">
          <ac:chgData name="VIkram Goyal" userId="4529b0165c9307b1" providerId="LiveId" clId="{697E15A4-21D4-47E2-9C79-C70DAE4A1DFB}" dt="2022-01-25T05:14:24.904" v="8076" actId="9405"/>
          <ac:inkMkLst>
            <pc:docMk/>
            <pc:sldMk cId="541007710" sldId="275"/>
            <ac:inkMk id="160" creationId="{D9F1CF83-71C5-4D32-B295-17DE6DB9A81D}"/>
          </ac:inkMkLst>
        </pc:inkChg>
        <pc:inkChg chg="add mod">
          <ac:chgData name="VIkram Goyal" userId="4529b0165c9307b1" providerId="LiveId" clId="{697E15A4-21D4-47E2-9C79-C70DAE4A1DFB}" dt="2022-01-25T05:15:00.646" v="8085"/>
          <ac:inkMkLst>
            <pc:docMk/>
            <pc:sldMk cId="541007710" sldId="275"/>
            <ac:inkMk id="161" creationId="{59ABFA41-2D8B-4FB0-AB3E-4A39A642461A}"/>
          </ac:inkMkLst>
        </pc:inkChg>
        <pc:inkChg chg="add mod">
          <ac:chgData name="VIkram Goyal" userId="4529b0165c9307b1" providerId="LiveId" clId="{697E15A4-21D4-47E2-9C79-C70DAE4A1DFB}" dt="2022-01-25T05:15:00.646" v="8085"/>
          <ac:inkMkLst>
            <pc:docMk/>
            <pc:sldMk cId="541007710" sldId="275"/>
            <ac:inkMk id="162" creationId="{036AEE45-3FA6-47A2-BC8D-070F2A783504}"/>
          </ac:inkMkLst>
        </pc:inkChg>
        <pc:inkChg chg="add mod">
          <ac:chgData name="VIkram Goyal" userId="4529b0165c9307b1" providerId="LiveId" clId="{697E15A4-21D4-47E2-9C79-C70DAE4A1DFB}" dt="2022-01-25T05:15:00.646" v="8085"/>
          <ac:inkMkLst>
            <pc:docMk/>
            <pc:sldMk cId="541007710" sldId="275"/>
            <ac:inkMk id="164" creationId="{C00EE3DC-3935-4EBF-9229-66B86A7716BB}"/>
          </ac:inkMkLst>
        </pc:inkChg>
        <pc:inkChg chg="add mod">
          <ac:chgData name="VIkram Goyal" userId="4529b0165c9307b1" providerId="LiveId" clId="{697E15A4-21D4-47E2-9C79-C70DAE4A1DFB}" dt="2022-01-25T05:15:00.646" v="8085"/>
          <ac:inkMkLst>
            <pc:docMk/>
            <pc:sldMk cId="541007710" sldId="275"/>
            <ac:inkMk id="166" creationId="{150068E0-B81F-4627-8B7B-1BA79469C54B}"/>
          </ac:inkMkLst>
        </pc:inkChg>
        <pc:inkChg chg="add mod">
          <ac:chgData name="VIkram Goyal" userId="4529b0165c9307b1" providerId="LiveId" clId="{697E15A4-21D4-47E2-9C79-C70DAE4A1DFB}" dt="2022-01-25T05:15:00.646" v="8085"/>
          <ac:inkMkLst>
            <pc:docMk/>
            <pc:sldMk cId="541007710" sldId="275"/>
            <ac:inkMk id="167" creationId="{BA110457-5A9F-4B51-B0B7-0C22862CF6DE}"/>
          </ac:inkMkLst>
        </pc:inkChg>
        <pc:inkChg chg="add mod">
          <ac:chgData name="VIkram Goyal" userId="4529b0165c9307b1" providerId="LiveId" clId="{697E15A4-21D4-47E2-9C79-C70DAE4A1DFB}" dt="2022-01-25T05:15:00.646" v="8085"/>
          <ac:inkMkLst>
            <pc:docMk/>
            <pc:sldMk cId="541007710" sldId="275"/>
            <ac:inkMk id="168" creationId="{84CB7B19-A36C-4E1F-B594-FB3C2A61CFAF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70" creationId="{D48A1803-6176-44F5-9AC9-881D177710C9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71" creationId="{049E6A50-F93E-4C68-A640-95050505A020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73" creationId="{380AE181-B768-4DC2-A651-03A3167E1D1B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74" creationId="{FAC4529D-3510-4F57-8E68-4FA292325683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75" creationId="{2B433AC8-4743-45DA-B422-69601B68E12E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76" creationId="{B603AB5F-91C0-472D-B377-CB7AE17DFB94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77" creationId="{287C7D2B-CB59-47FE-9B26-8CC949834317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78" creationId="{E63FBE13-B36B-4463-88AB-2B7ECE84B201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79" creationId="{FBF35A3B-C958-42F5-BF83-29451C9DE4AE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81" creationId="{7543B1B7-DA5F-4C76-8D28-5CE99A8ACDD3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82" creationId="{9047B810-191E-4676-95B8-0D58ADA6E905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83" creationId="{DF4A0BE9-1317-45ED-A695-631C9B1AE263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84" creationId="{EC45ECD2-B151-40B5-A99A-F6F6368D5016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85" creationId="{094D3C47-75E1-446C-AEC9-352E2C735B85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86" creationId="{98113400-B093-4753-BE0D-C5325FA653A2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88" creationId="{E4C69601-2090-4D34-B60C-1C83F52676DA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89" creationId="{929B8504-2E31-4D0D-AFF7-02AF241FD61E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90" creationId="{0A89E960-5615-492B-A2A5-9EAEC1F6517C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91" creationId="{5FC2A87F-697C-4386-BDF8-E7164CA097F1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93" creationId="{D5BE9F19-7E82-4853-9885-D3DB56A87E9E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94" creationId="{FB1B30FA-9C2B-4831-893A-A8086B4AC20B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96" creationId="{FB95EFFD-2CAE-4034-A5A7-B4F40CE50F3B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97" creationId="{5D190EBE-CEA4-4D60-9CA6-E66DE6704F0F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98" creationId="{D0DC3108-1A81-44BC-9A6D-BDE6206B64C9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199" creationId="{D73574E0-63D8-4F4C-B243-A19AFD2AFDB5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200" creationId="{FAC8320D-FD63-4EFA-A486-FD832C1AC1AC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201" creationId="{F9E12353-B705-4BF3-8152-8974B563CEA3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202" creationId="{4A3363FD-AC0C-45CB-8218-57B5BAA46258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203" creationId="{4730E5F4-8683-4739-946C-ACA12280F397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204" creationId="{2D75A1B1-9541-406F-BCB2-A5DF149FD6E9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205" creationId="{92D5A0E1-7325-4A54-A849-C0F230048A2C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206" creationId="{ACAEB66D-DACC-4D04-9C3A-45BBEFE8F5D1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207" creationId="{98B0DE9B-AC37-43B5-B75A-4A66AC8302E6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209" creationId="{B51867B2-44EC-412A-ABD4-F6F9BEFB796A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210" creationId="{F801D66F-A25D-4CCB-960F-5572646A1D27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212" creationId="{B6F53C4A-2D7B-4CD1-92FE-070052A35259}"/>
          </ac:inkMkLst>
        </pc:inkChg>
        <pc:inkChg chg="add mod">
          <ac:chgData name="VIkram Goyal" userId="4529b0165c9307b1" providerId="LiveId" clId="{697E15A4-21D4-47E2-9C79-C70DAE4A1DFB}" dt="2022-01-25T05:15:36.544" v="8130"/>
          <ac:inkMkLst>
            <pc:docMk/>
            <pc:sldMk cId="541007710" sldId="275"/>
            <ac:inkMk id="213" creationId="{66D97A99-358C-4C9F-AFEA-B3BCC46CE2E5}"/>
          </ac:inkMkLst>
        </pc:inkChg>
      </pc:sldChg>
      <pc:sldChg chg="addSp delSp modSp new del mod">
        <pc:chgData name="VIkram Goyal" userId="4529b0165c9307b1" providerId="LiveId" clId="{697E15A4-21D4-47E2-9C79-C70DAE4A1DFB}" dt="2021-09-25T05:07:01.759" v="4379" actId="47"/>
        <pc:sldMkLst>
          <pc:docMk/>
          <pc:sldMk cId="2419963531" sldId="275"/>
        </pc:sldMkLst>
        <pc:grpChg chg="del mod">
          <ac:chgData name="VIkram Goyal" userId="4529b0165c9307b1" providerId="LiveId" clId="{697E15A4-21D4-47E2-9C79-C70DAE4A1DFB}" dt="2021-01-20T06:58:13.988" v="3328"/>
          <ac:grpSpMkLst>
            <pc:docMk/>
            <pc:sldMk cId="2419963531" sldId="275"/>
            <ac:grpSpMk id="25" creationId="{2A1CE51B-8302-4035-BD61-D92DC0F91F5E}"/>
          </ac:grpSpMkLst>
        </pc:grpChg>
        <pc:grpChg chg="del mod">
          <ac:chgData name="VIkram Goyal" userId="4529b0165c9307b1" providerId="LiveId" clId="{697E15A4-21D4-47E2-9C79-C70DAE4A1DFB}" dt="2021-01-20T06:58:13.988" v="3328"/>
          <ac:grpSpMkLst>
            <pc:docMk/>
            <pc:sldMk cId="2419963531" sldId="275"/>
            <ac:grpSpMk id="26" creationId="{8C005B7D-A5E7-48F4-9803-087BBD7832E4}"/>
          </ac:grpSpMkLst>
        </pc:grpChg>
        <pc:grpChg chg="del mod">
          <ac:chgData name="VIkram Goyal" userId="4529b0165c9307b1" providerId="LiveId" clId="{697E15A4-21D4-47E2-9C79-C70DAE4A1DFB}" dt="2021-01-20T06:58:17.235" v="3333"/>
          <ac:grpSpMkLst>
            <pc:docMk/>
            <pc:sldMk cId="2419963531" sldId="275"/>
            <ac:grpSpMk id="27" creationId="{FD0A1B85-66AA-49EB-8563-6C456486DDF5}"/>
          </ac:grpSpMkLst>
        </pc:grpChg>
        <pc:grpChg chg="del mod">
          <ac:chgData name="VIkram Goyal" userId="4529b0165c9307b1" providerId="LiveId" clId="{697E15A4-21D4-47E2-9C79-C70DAE4A1DFB}" dt="2021-01-20T06:58:17.235" v="3333"/>
          <ac:grpSpMkLst>
            <pc:docMk/>
            <pc:sldMk cId="2419963531" sldId="275"/>
            <ac:grpSpMk id="32" creationId="{2B65C874-7E93-44AA-94D9-F9939E86A44B}"/>
          </ac:grpSpMkLst>
        </pc:grpChg>
        <pc:grpChg chg="del mod">
          <ac:chgData name="VIkram Goyal" userId="4529b0165c9307b1" providerId="LiveId" clId="{697E15A4-21D4-47E2-9C79-C70DAE4A1DFB}" dt="2021-01-20T06:58:42.192" v="3336"/>
          <ac:grpSpMkLst>
            <pc:docMk/>
            <pc:sldMk cId="2419963531" sldId="275"/>
            <ac:grpSpMk id="33" creationId="{F638E695-D181-41A2-885E-276AFC7267B6}"/>
          </ac:grpSpMkLst>
        </pc:grpChg>
        <pc:grpChg chg="del mod">
          <ac:chgData name="VIkram Goyal" userId="4529b0165c9307b1" providerId="LiveId" clId="{697E15A4-21D4-47E2-9C79-C70DAE4A1DFB}" dt="2021-01-20T06:58:47.483" v="3338"/>
          <ac:grpSpMkLst>
            <pc:docMk/>
            <pc:sldMk cId="2419963531" sldId="275"/>
            <ac:grpSpMk id="36" creationId="{7D6A0F38-9275-4974-9707-97542FB55039}"/>
          </ac:grpSpMkLst>
        </pc:grpChg>
        <pc:grpChg chg="del mod">
          <ac:chgData name="VIkram Goyal" userId="4529b0165c9307b1" providerId="LiveId" clId="{697E15A4-21D4-47E2-9C79-C70DAE4A1DFB}" dt="2021-01-20T06:59:09.227" v="3374"/>
          <ac:grpSpMkLst>
            <pc:docMk/>
            <pc:sldMk cId="2419963531" sldId="275"/>
            <ac:grpSpMk id="38" creationId="{69551799-CE62-48DE-86C6-B7A05F521104}"/>
          </ac:grpSpMkLst>
        </pc:grpChg>
        <pc:grpChg chg="del mod">
          <ac:chgData name="VIkram Goyal" userId="4529b0165c9307b1" providerId="LiveId" clId="{697E15A4-21D4-47E2-9C79-C70DAE4A1DFB}" dt="2021-01-20T06:59:19.395" v="3386"/>
          <ac:grpSpMkLst>
            <pc:docMk/>
            <pc:sldMk cId="2419963531" sldId="275"/>
            <ac:grpSpMk id="74" creationId="{9C3FFC62-7B46-4D93-A291-6AEBD9E0418C}"/>
          </ac:grpSpMkLst>
        </pc:grpChg>
        <pc:grpChg chg="del mod">
          <ac:chgData name="VIkram Goyal" userId="4529b0165c9307b1" providerId="LiveId" clId="{697E15A4-21D4-47E2-9C79-C70DAE4A1DFB}" dt="2021-01-20T06:59:26.407" v="3389"/>
          <ac:grpSpMkLst>
            <pc:docMk/>
            <pc:sldMk cId="2419963531" sldId="275"/>
            <ac:grpSpMk id="86" creationId="{03F2D627-108F-460E-AC68-536F8E86EDBD}"/>
          </ac:grpSpMkLst>
        </pc:grpChg>
        <pc:grpChg chg="del mod">
          <ac:chgData name="VIkram Goyal" userId="4529b0165c9307b1" providerId="LiveId" clId="{697E15A4-21D4-47E2-9C79-C70DAE4A1DFB}" dt="2021-01-20T06:59:47.590" v="3404"/>
          <ac:grpSpMkLst>
            <pc:docMk/>
            <pc:sldMk cId="2419963531" sldId="275"/>
            <ac:grpSpMk id="89" creationId="{BE6CD026-EC62-450C-BA1D-A80A0B653301}"/>
          </ac:grpSpMkLst>
        </pc:grpChg>
        <pc:grpChg chg="del mod">
          <ac:chgData name="VIkram Goyal" userId="4529b0165c9307b1" providerId="LiveId" clId="{697E15A4-21D4-47E2-9C79-C70DAE4A1DFB}" dt="2021-01-20T06:59:49.507" v="3406"/>
          <ac:grpSpMkLst>
            <pc:docMk/>
            <pc:sldMk cId="2419963531" sldId="275"/>
            <ac:grpSpMk id="104" creationId="{EEAE9E16-A1E0-41CF-9694-02E204B89628}"/>
          </ac:grpSpMkLst>
        </pc:grpChg>
        <pc:grpChg chg="del mod">
          <ac:chgData name="VIkram Goyal" userId="4529b0165c9307b1" providerId="LiveId" clId="{697E15A4-21D4-47E2-9C79-C70DAE4A1DFB}" dt="2021-01-20T06:59:54.742" v="3416"/>
          <ac:grpSpMkLst>
            <pc:docMk/>
            <pc:sldMk cId="2419963531" sldId="275"/>
            <ac:grpSpMk id="106" creationId="{1E440207-6616-4F5A-BDB4-996D85ACA017}"/>
          </ac:grpSpMkLst>
        </pc:grpChg>
        <pc:grpChg chg="del mod">
          <ac:chgData name="VIkram Goyal" userId="4529b0165c9307b1" providerId="LiveId" clId="{697E15A4-21D4-47E2-9C79-C70DAE4A1DFB}" dt="2021-01-20T06:59:57.687" v="3421"/>
          <ac:grpSpMkLst>
            <pc:docMk/>
            <pc:sldMk cId="2419963531" sldId="275"/>
            <ac:grpSpMk id="116" creationId="{191670FD-9E6D-404D-8DF7-0030A0D2A1A0}"/>
          </ac:grpSpMkLst>
        </pc:grpChg>
        <pc:grpChg chg="del mod">
          <ac:chgData name="VIkram Goyal" userId="4529b0165c9307b1" providerId="LiveId" clId="{697E15A4-21D4-47E2-9C79-C70DAE4A1DFB}" dt="2021-01-20T07:00:03.551" v="3425"/>
          <ac:grpSpMkLst>
            <pc:docMk/>
            <pc:sldMk cId="2419963531" sldId="275"/>
            <ac:grpSpMk id="121" creationId="{55BCBC9B-86F9-40C0-AD7D-75956989576B}"/>
          </ac:grpSpMkLst>
        </pc:grpChg>
        <pc:grpChg chg="del mod">
          <ac:chgData name="VIkram Goyal" userId="4529b0165c9307b1" providerId="LiveId" clId="{697E15A4-21D4-47E2-9C79-C70DAE4A1DFB}" dt="2021-01-20T07:00:42.581" v="3432"/>
          <ac:grpSpMkLst>
            <pc:docMk/>
            <pc:sldMk cId="2419963531" sldId="275"/>
            <ac:grpSpMk id="125" creationId="{1C3D49E1-C5C5-4851-BD2E-C2877822F9EF}"/>
          </ac:grpSpMkLst>
        </pc:grpChg>
        <pc:grpChg chg="del mod">
          <ac:chgData name="VIkram Goyal" userId="4529b0165c9307b1" providerId="LiveId" clId="{697E15A4-21D4-47E2-9C79-C70DAE4A1DFB}" dt="2021-01-20T07:00:49.220" v="3434"/>
          <ac:grpSpMkLst>
            <pc:docMk/>
            <pc:sldMk cId="2419963531" sldId="275"/>
            <ac:grpSpMk id="132" creationId="{3921B239-4AA9-4505-8AAD-A92B78C81E4E}"/>
          </ac:grpSpMkLst>
        </pc:grpChg>
        <pc:grpChg chg="del mod">
          <ac:chgData name="VIkram Goyal" userId="4529b0165c9307b1" providerId="LiveId" clId="{697E15A4-21D4-47E2-9C79-C70DAE4A1DFB}" dt="2021-01-20T07:00:58.693" v="3445"/>
          <ac:grpSpMkLst>
            <pc:docMk/>
            <pc:sldMk cId="2419963531" sldId="275"/>
            <ac:grpSpMk id="134" creationId="{C904B497-D40A-48F9-AE8B-2B593773D0CC}"/>
          </ac:grpSpMkLst>
        </pc:grpChg>
        <pc:grpChg chg="del mod">
          <ac:chgData name="VIkram Goyal" userId="4529b0165c9307b1" providerId="LiveId" clId="{697E15A4-21D4-47E2-9C79-C70DAE4A1DFB}" dt="2021-01-20T07:01:08.669" v="3448"/>
          <ac:grpSpMkLst>
            <pc:docMk/>
            <pc:sldMk cId="2419963531" sldId="275"/>
            <ac:grpSpMk id="145" creationId="{1197B05C-A13A-4D15-8400-8C087D54172D}"/>
          </ac:grpSpMkLst>
        </pc:grpChg>
        <pc:grpChg chg="del mod">
          <ac:chgData name="VIkram Goyal" userId="4529b0165c9307b1" providerId="LiveId" clId="{697E15A4-21D4-47E2-9C79-C70DAE4A1DFB}" dt="2021-01-20T07:02:32.452" v="3536"/>
          <ac:grpSpMkLst>
            <pc:docMk/>
            <pc:sldMk cId="2419963531" sldId="275"/>
            <ac:grpSpMk id="148" creationId="{F3966DF5-AF44-4A0D-BE71-FD9ABCF63469}"/>
          </ac:grpSpMkLst>
        </pc:grpChg>
        <pc:grpChg chg="del mod">
          <ac:chgData name="VIkram Goyal" userId="4529b0165c9307b1" providerId="LiveId" clId="{697E15A4-21D4-47E2-9C79-C70DAE4A1DFB}" dt="2021-01-20T07:02:32.452" v="3536"/>
          <ac:grpSpMkLst>
            <pc:docMk/>
            <pc:sldMk cId="2419963531" sldId="275"/>
            <ac:grpSpMk id="156" creationId="{1723C1A0-9ADC-494D-9D6B-6960284C72A9}"/>
          </ac:grpSpMkLst>
        </pc:grpChg>
        <pc:grpChg chg="del mod">
          <ac:chgData name="VIkram Goyal" userId="4529b0165c9307b1" providerId="LiveId" clId="{697E15A4-21D4-47E2-9C79-C70DAE4A1DFB}" dt="2021-01-20T07:02:37.199" v="3539"/>
          <ac:grpSpMkLst>
            <pc:docMk/>
            <pc:sldMk cId="2419963531" sldId="275"/>
            <ac:grpSpMk id="162" creationId="{F1A89E9C-9B42-45ED-8F22-810EDE7F9B34}"/>
          </ac:grpSpMkLst>
        </pc:grpChg>
        <pc:grpChg chg="del mod">
          <ac:chgData name="VIkram Goyal" userId="4529b0165c9307b1" providerId="LiveId" clId="{697E15A4-21D4-47E2-9C79-C70DAE4A1DFB}" dt="2021-01-20T07:02:49.559" v="3555"/>
          <ac:grpSpMkLst>
            <pc:docMk/>
            <pc:sldMk cId="2419963531" sldId="275"/>
            <ac:grpSpMk id="165" creationId="{03D2B968-4F77-435E-9F88-6E915E20DFD7}"/>
          </ac:grpSpMkLst>
        </pc:grpChg>
        <pc:grpChg chg="del mod">
          <ac:chgData name="VIkram Goyal" userId="4529b0165c9307b1" providerId="LiveId" clId="{697E15A4-21D4-47E2-9C79-C70DAE4A1DFB}" dt="2021-01-20T07:02:52.071" v="3559"/>
          <ac:grpSpMkLst>
            <pc:docMk/>
            <pc:sldMk cId="2419963531" sldId="275"/>
            <ac:grpSpMk id="178" creationId="{BBCCC55C-2CA9-4CA6-8A95-2BBE6DB84A99}"/>
          </ac:grpSpMkLst>
        </pc:grpChg>
        <pc:grpChg chg="del mod">
          <ac:chgData name="VIkram Goyal" userId="4529b0165c9307b1" providerId="LiveId" clId="{697E15A4-21D4-47E2-9C79-C70DAE4A1DFB}" dt="2021-01-20T07:02:52.071" v="3559"/>
          <ac:grpSpMkLst>
            <pc:docMk/>
            <pc:sldMk cId="2419963531" sldId="275"/>
            <ac:grpSpMk id="182" creationId="{081C1FD1-E6BB-4BD4-BD44-49141AD1ECB3}"/>
          </ac:grpSpMkLst>
        </pc:grpChg>
        <pc:grpChg chg="del mod">
          <ac:chgData name="VIkram Goyal" userId="4529b0165c9307b1" providerId="LiveId" clId="{697E15A4-21D4-47E2-9C79-C70DAE4A1DFB}" dt="2021-01-20T07:02:53.406" v="3561"/>
          <ac:grpSpMkLst>
            <pc:docMk/>
            <pc:sldMk cId="2419963531" sldId="275"/>
            <ac:grpSpMk id="183" creationId="{E78F2CF5-D147-4AAB-9206-154ED5DB2AB3}"/>
          </ac:grpSpMkLst>
        </pc:grpChg>
        <pc:grpChg chg="del mod">
          <ac:chgData name="VIkram Goyal" userId="4529b0165c9307b1" providerId="LiveId" clId="{697E15A4-21D4-47E2-9C79-C70DAE4A1DFB}" dt="2021-01-20T07:02:56.549" v="3565"/>
          <ac:grpSpMkLst>
            <pc:docMk/>
            <pc:sldMk cId="2419963531" sldId="275"/>
            <ac:grpSpMk id="185" creationId="{0AC51A09-F2F6-49E6-8955-046C644E79A0}"/>
          </ac:grpSpMkLst>
        </pc:grpChg>
        <pc:grpChg chg="del mod">
          <ac:chgData name="VIkram Goyal" userId="4529b0165c9307b1" providerId="LiveId" clId="{697E15A4-21D4-47E2-9C79-C70DAE4A1DFB}" dt="2021-01-20T07:02:56.549" v="3565"/>
          <ac:grpSpMkLst>
            <pc:docMk/>
            <pc:sldMk cId="2419963531" sldId="275"/>
            <ac:grpSpMk id="189" creationId="{292D9F1B-F811-490B-ABEC-F56A90892C68}"/>
          </ac:grpSpMkLst>
        </pc:grpChg>
        <pc:grpChg chg="del mod">
          <ac:chgData name="VIkram Goyal" userId="4529b0165c9307b1" providerId="LiveId" clId="{697E15A4-21D4-47E2-9C79-C70DAE4A1DFB}" dt="2021-01-20T07:03:08.553" v="3567"/>
          <ac:grpSpMkLst>
            <pc:docMk/>
            <pc:sldMk cId="2419963531" sldId="275"/>
            <ac:grpSpMk id="190" creationId="{B6F7C88D-AE70-4C95-A114-2EC848DFF356}"/>
          </ac:grpSpMkLst>
        </pc:grpChg>
        <pc:grpChg chg="del mod">
          <ac:chgData name="VIkram Goyal" userId="4529b0165c9307b1" providerId="LiveId" clId="{697E15A4-21D4-47E2-9C79-C70DAE4A1DFB}" dt="2021-01-20T07:03:26.562" v="3580"/>
          <ac:grpSpMkLst>
            <pc:docMk/>
            <pc:sldMk cId="2419963531" sldId="275"/>
            <ac:grpSpMk id="192" creationId="{E725ACEA-8D34-4351-BC6D-B13F5A5F3788}"/>
          </ac:grpSpMkLst>
        </pc:grpChg>
        <pc:grpChg chg="del mod">
          <ac:chgData name="VIkram Goyal" userId="4529b0165c9307b1" providerId="LiveId" clId="{697E15A4-21D4-47E2-9C79-C70DAE4A1DFB}" dt="2021-01-20T07:03:21.520" v="3574"/>
          <ac:grpSpMkLst>
            <pc:docMk/>
            <pc:sldMk cId="2419963531" sldId="275"/>
            <ac:grpSpMk id="197" creationId="{CAA7F6E3-4BF9-40A1-966F-498AF3BF13A4}"/>
          </ac:grpSpMkLst>
        </pc:grpChg>
        <pc:grpChg chg="del mod">
          <ac:chgData name="VIkram Goyal" userId="4529b0165c9307b1" providerId="LiveId" clId="{697E15A4-21D4-47E2-9C79-C70DAE4A1DFB}" dt="2021-01-20T07:03:23.835" v="3576"/>
          <ac:grpSpMkLst>
            <pc:docMk/>
            <pc:sldMk cId="2419963531" sldId="275"/>
            <ac:grpSpMk id="199" creationId="{CD555378-7568-4FCE-BD1A-266DE3210923}"/>
          </ac:grpSpMkLst>
        </pc:grpChg>
        <pc:grpChg chg="del mod">
          <ac:chgData name="VIkram Goyal" userId="4529b0165c9307b1" providerId="LiveId" clId="{697E15A4-21D4-47E2-9C79-C70DAE4A1DFB}" dt="2021-01-20T07:03:26.562" v="3580"/>
          <ac:grpSpMkLst>
            <pc:docMk/>
            <pc:sldMk cId="2419963531" sldId="275"/>
            <ac:grpSpMk id="201" creationId="{9836A6B9-0A9D-49C3-868B-8CF5456A446E}"/>
          </ac:grpSpMkLst>
        </pc:grpChg>
        <pc:grpChg chg="del mod">
          <ac:chgData name="VIkram Goyal" userId="4529b0165c9307b1" providerId="LiveId" clId="{697E15A4-21D4-47E2-9C79-C70DAE4A1DFB}" dt="2021-01-20T07:03:32.593" v="3588"/>
          <ac:grpSpMkLst>
            <pc:docMk/>
            <pc:sldMk cId="2419963531" sldId="275"/>
            <ac:grpSpMk id="205" creationId="{F8A379E7-E0C5-4BD2-A0E0-C3A41377395C}"/>
          </ac:grpSpMkLst>
        </pc:grpChg>
        <pc:grpChg chg="del mod">
          <ac:chgData name="VIkram Goyal" userId="4529b0165c9307b1" providerId="LiveId" clId="{697E15A4-21D4-47E2-9C79-C70DAE4A1DFB}" dt="2021-01-20T07:03:40.598" v="3601"/>
          <ac:grpSpMkLst>
            <pc:docMk/>
            <pc:sldMk cId="2419963531" sldId="275"/>
            <ac:grpSpMk id="213" creationId="{716C8306-B980-4C9E-AE15-D5C8208E885C}"/>
          </ac:grpSpMkLst>
        </pc:grpChg>
        <pc:grpChg chg="del mod">
          <ac:chgData name="VIkram Goyal" userId="4529b0165c9307b1" providerId="LiveId" clId="{697E15A4-21D4-47E2-9C79-C70DAE4A1DFB}" dt="2021-01-20T07:03:41.966" v="3604"/>
          <ac:grpSpMkLst>
            <pc:docMk/>
            <pc:sldMk cId="2419963531" sldId="275"/>
            <ac:grpSpMk id="226" creationId="{0644E827-C0EA-4705-8ED2-25261C294180}"/>
          </ac:grpSpMkLst>
        </pc:grpChg>
        <pc:grpChg chg="del mod">
          <ac:chgData name="VIkram Goyal" userId="4529b0165c9307b1" providerId="LiveId" clId="{697E15A4-21D4-47E2-9C79-C70DAE4A1DFB}" dt="2021-01-20T07:03:45.642" v="3607"/>
          <ac:grpSpMkLst>
            <pc:docMk/>
            <pc:sldMk cId="2419963531" sldId="275"/>
            <ac:grpSpMk id="229" creationId="{1F0F5A92-B7D5-4F18-9B54-D6CCA96828C2}"/>
          </ac:grpSpMkLst>
        </pc:grpChg>
        <pc:grpChg chg="del mod">
          <ac:chgData name="VIkram Goyal" userId="4529b0165c9307b1" providerId="LiveId" clId="{697E15A4-21D4-47E2-9C79-C70DAE4A1DFB}" dt="2021-01-20T07:03:46.648" v="3609"/>
          <ac:grpSpMkLst>
            <pc:docMk/>
            <pc:sldMk cId="2419963531" sldId="275"/>
            <ac:grpSpMk id="232" creationId="{B8A3D321-712B-49E2-9F2E-43D3A06940BA}"/>
          </ac:grpSpMkLst>
        </pc:grpChg>
        <pc:grpChg chg="del mod">
          <ac:chgData name="VIkram Goyal" userId="4529b0165c9307b1" providerId="LiveId" clId="{697E15A4-21D4-47E2-9C79-C70DAE4A1DFB}" dt="2021-01-20T07:04:04.118" v="3613"/>
          <ac:grpSpMkLst>
            <pc:docMk/>
            <pc:sldMk cId="2419963531" sldId="275"/>
            <ac:grpSpMk id="234" creationId="{EE88B327-DF2E-4705-A17A-7D4FE0D1260B}"/>
          </ac:grpSpMkLst>
        </pc:grpChg>
        <pc:grpChg chg="del mod">
          <ac:chgData name="VIkram Goyal" userId="4529b0165c9307b1" providerId="LiveId" clId="{697E15A4-21D4-47E2-9C79-C70DAE4A1DFB}" dt="2021-01-20T07:04:22.661" v="3616"/>
          <ac:grpSpMkLst>
            <pc:docMk/>
            <pc:sldMk cId="2419963531" sldId="275"/>
            <ac:grpSpMk id="238" creationId="{D235D698-6186-46AC-B3C9-EA467DC7D590}"/>
          </ac:grpSpMkLst>
        </pc:grpChg>
        <pc:grpChg chg="mod">
          <ac:chgData name="VIkram Goyal" userId="4529b0165c9307b1" providerId="LiveId" clId="{697E15A4-21D4-47E2-9C79-C70DAE4A1DFB}" dt="2021-01-20T07:04:22.661" v="3616"/>
          <ac:grpSpMkLst>
            <pc:docMk/>
            <pc:sldMk cId="2419963531" sldId="275"/>
            <ac:grpSpMk id="241" creationId="{F6B462CF-023D-4DFD-B9B9-9E6AC9F2530D}"/>
          </ac:grpSpMkLst>
        </pc:grp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" creationId="{566B09F4-BA1F-4A1C-AC66-72AE3EA64147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3" creationId="{BA1714BA-7BD1-4C0C-AE36-8BBE430EB414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4" creationId="{956207BA-B4DC-4327-BC08-592799845328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5" creationId="{AD379C4C-675E-4FED-90C3-0ED3BD31976D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6" creationId="{FF68422C-9540-4391-B2A7-F33B648FFE7C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7" creationId="{BDBC246A-18B1-4D5E-9312-55063882FC0D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8" creationId="{D60C94CC-016A-47C0-B03D-ACC71F71BF1C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9" creationId="{77F77F09-7E77-4716-94C1-294896450477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0" creationId="{BF9B9C53-318A-45B5-92C9-AE347931364D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1" creationId="{17D0775D-1048-43A6-85C3-A0D95C76626C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2" creationId="{F4A0B7E7-DAB0-447E-B41A-5ADD621EC1A7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3" creationId="{608CB360-69F2-4DCE-A3FA-DB5D253A0AD6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4" creationId="{6BE4B233-E70E-4F3A-A4FC-66F65585FC31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5" creationId="{91CF6CE8-094A-4627-B66E-735F624087E9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6" creationId="{2F39E4B6-2BCD-49C4-AE97-3012D601208F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7" creationId="{808F309B-9DC0-4F23-85D6-04553FC28898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8" creationId="{B0E5BB54-0EB7-4698-AC00-320739919A28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9" creationId="{ECD545D4-4EF4-4EFA-A927-3D903B98637B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0" creationId="{BD03242B-D941-4C19-91E9-E9B8271905C8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1" creationId="{E95D77C1-F9F5-476F-B5F1-21BE562C76D4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2" creationId="{B2857017-AE4A-4C8C-90A5-D0AC9548185F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3" creationId="{CBC22136-FE08-4F03-B54B-CE421A793412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4" creationId="{E93F2DC9-E6DB-4E3D-B055-1F78553C6586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8" creationId="{F2E222F0-315D-42FA-A681-8E11F3DB5EDD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9" creationId="{10C7BE35-653F-4457-9B20-48332E6A3A03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30" creationId="{2C131F09-AED6-493F-86BE-9731FEC2D4F9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31" creationId="{53963481-2279-4E1F-BC67-DEA4ECB4AE9B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34" creationId="{3599E281-18B7-4650-A2DE-A3A57CADC90A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35" creationId="{5790CE2B-A596-4CC6-B3EF-CFE443FD27B8}"/>
          </ac:inkMkLst>
        </pc:inkChg>
        <pc:inkChg chg="add mod">
          <ac:chgData name="VIkram Goyal" userId="4529b0165c9307b1" providerId="LiveId" clId="{697E15A4-21D4-47E2-9C79-C70DAE4A1DFB}" dt="2021-01-20T07:02:32.452" v="3536"/>
          <ac:inkMkLst>
            <pc:docMk/>
            <pc:sldMk cId="2419963531" sldId="275"/>
            <ac:inkMk id="37" creationId="{85948898-3D62-4554-BE11-3A9ECC5D1AFC}"/>
          </ac:inkMkLst>
        </pc:inkChg>
        <pc:inkChg chg="add del mod">
          <ac:chgData name="VIkram Goyal" userId="4529b0165c9307b1" providerId="LiveId" clId="{697E15A4-21D4-47E2-9C79-C70DAE4A1DFB}" dt="2021-01-20T07:02:21.496" v="3518"/>
          <ac:inkMkLst>
            <pc:docMk/>
            <pc:sldMk cId="2419963531" sldId="275"/>
            <ac:inkMk id="39" creationId="{01F8A559-B964-4E9B-A2CD-CA1DAF64E719}"/>
          </ac:inkMkLst>
        </pc:inkChg>
        <pc:inkChg chg="add del mod">
          <ac:chgData name="VIkram Goyal" userId="4529b0165c9307b1" providerId="LiveId" clId="{697E15A4-21D4-47E2-9C79-C70DAE4A1DFB}" dt="2021-01-20T07:02:21.209" v="3476"/>
          <ac:inkMkLst>
            <pc:docMk/>
            <pc:sldMk cId="2419963531" sldId="275"/>
            <ac:inkMk id="40" creationId="{8F334C95-2029-4E41-A101-D05DA5CF7809}"/>
          </ac:inkMkLst>
        </pc:inkChg>
        <pc:inkChg chg="add del mod">
          <ac:chgData name="VIkram Goyal" userId="4529b0165c9307b1" providerId="LiveId" clId="{697E15A4-21D4-47E2-9C79-C70DAE4A1DFB}" dt="2021-01-20T07:02:21.305" v="3488"/>
          <ac:inkMkLst>
            <pc:docMk/>
            <pc:sldMk cId="2419963531" sldId="275"/>
            <ac:inkMk id="41" creationId="{CBBF89EF-A1FE-4497-A865-14E2C0BF2EB2}"/>
          </ac:inkMkLst>
        </pc:inkChg>
        <pc:inkChg chg="add del mod">
          <ac:chgData name="VIkram Goyal" userId="4529b0165c9307b1" providerId="LiveId" clId="{697E15A4-21D4-47E2-9C79-C70DAE4A1DFB}" dt="2021-01-20T07:02:21.300" v="3487"/>
          <ac:inkMkLst>
            <pc:docMk/>
            <pc:sldMk cId="2419963531" sldId="275"/>
            <ac:inkMk id="42" creationId="{4E3275A9-4AFA-44ED-AC8E-434EF9DA240B}"/>
          </ac:inkMkLst>
        </pc:inkChg>
        <pc:inkChg chg="add del mod">
          <ac:chgData name="VIkram Goyal" userId="4529b0165c9307b1" providerId="LiveId" clId="{697E15A4-21D4-47E2-9C79-C70DAE4A1DFB}" dt="2021-01-20T07:02:21.522" v="3521"/>
          <ac:inkMkLst>
            <pc:docMk/>
            <pc:sldMk cId="2419963531" sldId="275"/>
            <ac:inkMk id="43" creationId="{CCC35FAE-E07A-401D-ADEF-98AF898E43C5}"/>
          </ac:inkMkLst>
        </pc:inkChg>
        <pc:inkChg chg="add del mod">
          <ac:chgData name="VIkram Goyal" userId="4529b0165c9307b1" providerId="LiveId" clId="{697E15A4-21D4-47E2-9C79-C70DAE4A1DFB}" dt="2021-01-20T07:02:21.239" v="3479"/>
          <ac:inkMkLst>
            <pc:docMk/>
            <pc:sldMk cId="2419963531" sldId="275"/>
            <ac:inkMk id="44" creationId="{C8630674-8FA1-473E-9986-AD5757C31722}"/>
          </ac:inkMkLst>
        </pc:inkChg>
        <pc:inkChg chg="add del mod">
          <ac:chgData name="VIkram Goyal" userId="4529b0165c9307b1" providerId="LiveId" clId="{697E15A4-21D4-47E2-9C79-C70DAE4A1DFB}" dt="2021-01-20T07:02:21.397" v="3502"/>
          <ac:inkMkLst>
            <pc:docMk/>
            <pc:sldMk cId="2419963531" sldId="275"/>
            <ac:inkMk id="45" creationId="{EE5F9930-4EBF-45CD-9B3D-34CD39FB7829}"/>
          </ac:inkMkLst>
        </pc:inkChg>
        <pc:inkChg chg="add del mod">
          <ac:chgData name="VIkram Goyal" userId="4529b0165c9307b1" providerId="LiveId" clId="{697E15A4-21D4-47E2-9C79-C70DAE4A1DFB}" dt="2021-01-20T07:02:21.039" v="3457"/>
          <ac:inkMkLst>
            <pc:docMk/>
            <pc:sldMk cId="2419963531" sldId="275"/>
            <ac:inkMk id="46" creationId="{B3C4E13C-50BE-43FA-B4C1-B2137F0746BA}"/>
          </ac:inkMkLst>
        </pc:inkChg>
        <pc:inkChg chg="add del mod">
          <ac:chgData name="VIkram Goyal" userId="4529b0165c9307b1" providerId="LiveId" clId="{697E15A4-21D4-47E2-9C79-C70DAE4A1DFB}" dt="2021-01-20T07:02:21.473" v="3513"/>
          <ac:inkMkLst>
            <pc:docMk/>
            <pc:sldMk cId="2419963531" sldId="275"/>
            <ac:inkMk id="47" creationId="{B4804833-E5A2-41AA-AD98-D2E7619DBC4C}"/>
          </ac:inkMkLst>
        </pc:inkChg>
        <pc:inkChg chg="add del mod">
          <ac:chgData name="VIkram Goyal" userId="4529b0165c9307b1" providerId="LiveId" clId="{697E15A4-21D4-47E2-9C79-C70DAE4A1DFB}" dt="2021-01-20T07:02:21.067" v="3460"/>
          <ac:inkMkLst>
            <pc:docMk/>
            <pc:sldMk cId="2419963531" sldId="275"/>
            <ac:inkMk id="48" creationId="{8976D9C0-87FB-4133-B752-CA2A9CA2D60E}"/>
          </ac:inkMkLst>
        </pc:inkChg>
        <pc:inkChg chg="add mod">
          <ac:chgData name="VIkram Goyal" userId="4529b0165c9307b1" providerId="LiveId" clId="{697E15A4-21D4-47E2-9C79-C70DAE4A1DFB}" dt="2021-01-20T07:02:32.452" v="3536"/>
          <ac:inkMkLst>
            <pc:docMk/>
            <pc:sldMk cId="2419963531" sldId="275"/>
            <ac:inkMk id="49" creationId="{3C2D7450-2515-4F6F-895F-98E23099571B}"/>
          </ac:inkMkLst>
        </pc:inkChg>
        <pc:inkChg chg="add del mod">
          <ac:chgData name="VIkram Goyal" userId="4529b0165c9307b1" providerId="LiveId" clId="{697E15A4-21D4-47E2-9C79-C70DAE4A1DFB}" dt="2021-01-20T07:02:21.528" v="3522"/>
          <ac:inkMkLst>
            <pc:docMk/>
            <pc:sldMk cId="2419963531" sldId="275"/>
            <ac:inkMk id="50" creationId="{71D34D4D-B973-4259-8B7E-266024F1B0EE}"/>
          </ac:inkMkLst>
        </pc:inkChg>
        <pc:inkChg chg="add del mod">
          <ac:chgData name="VIkram Goyal" userId="4529b0165c9307b1" providerId="LiveId" clId="{697E15A4-21D4-47E2-9C79-C70DAE4A1DFB}" dt="2021-01-20T07:02:21.365" v="3497"/>
          <ac:inkMkLst>
            <pc:docMk/>
            <pc:sldMk cId="2419963531" sldId="275"/>
            <ac:inkMk id="51" creationId="{8B7D0C16-6635-4293-98E3-2EC8ADBACE51}"/>
          </ac:inkMkLst>
        </pc:inkChg>
        <pc:inkChg chg="add del mod">
          <ac:chgData name="VIkram Goyal" userId="4529b0165c9307b1" providerId="LiveId" clId="{697E15A4-21D4-47E2-9C79-C70DAE4A1DFB}" dt="2021-01-20T07:02:21.176" v="3472"/>
          <ac:inkMkLst>
            <pc:docMk/>
            <pc:sldMk cId="2419963531" sldId="275"/>
            <ac:inkMk id="52" creationId="{81A51F71-2CFD-4794-A837-01A40BA7E39C}"/>
          </ac:inkMkLst>
        </pc:inkChg>
        <pc:inkChg chg="add del mod">
          <ac:chgData name="VIkram Goyal" userId="4529b0165c9307b1" providerId="LiveId" clId="{697E15A4-21D4-47E2-9C79-C70DAE4A1DFB}" dt="2021-01-20T07:02:21.114" v="3465"/>
          <ac:inkMkLst>
            <pc:docMk/>
            <pc:sldMk cId="2419963531" sldId="275"/>
            <ac:inkMk id="53" creationId="{08A08D88-0244-40B0-BDDA-E30C91CF851B}"/>
          </ac:inkMkLst>
        </pc:inkChg>
        <pc:inkChg chg="add del mod">
          <ac:chgData name="VIkram Goyal" userId="4529b0165c9307b1" providerId="LiveId" clId="{697E15A4-21D4-47E2-9C79-C70DAE4A1DFB}" dt="2021-01-20T07:02:21.270" v="3483"/>
          <ac:inkMkLst>
            <pc:docMk/>
            <pc:sldMk cId="2419963531" sldId="275"/>
            <ac:inkMk id="54" creationId="{3BE3CD34-9A36-44EA-A9CB-A6F9FC01FAB9}"/>
          </ac:inkMkLst>
        </pc:inkChg>
        <pc:inkChg chg="add del mod">
          <ac:chgData name="VIkram Goyal" userId="4529b0165c9307b1" providerId="LiveId" clId="{697E15A4-21D4-47E2-9C79-C70DAE4A1DFB}" dt="2021-01-20T07:02:21.164" v="3471"/>
          <ac:inkMkLst>
            <pc:docMk/>
            <pc:sldMk cId="2419963531" sldId="275"/>
            <ac:inkMk id="55" creationId="{D3094126-6A73-4117-A97B-0EBC089F88F8}"/>
          </ac:inkMkLst>
        </pc:inkChg>
        <pc:inkChg chg="add del mod">
          <ac:chgData name="VIkram Goyal" userId="4529b0165c9307b1" providerId="LiveId" clId="{697E15A4-21D4-47E2-9C79-C70DAE4A1DFB}" dt="2021-01-20T07:02:21.331" v="3493"/>
          <ac:inkMkLst>
            <pc:docMk/>
            <pc:sldMk cId="2419963531" sldId="275"/>
            <ac:inkMk id="56" creationId="{08C23B1A-61F6-4F3D-BCD8-9E6581A31EED}"/>
          </ac:inkMkLst>
        </pc:inkChg>
        <pc:inkChg chg="add del mod">
          <ac:chgData name="VIkram Goyal" userId="4529b0165c9307b1" providerId="LiveId" clId="{697E15A4-21D4-47E2-9C79-C70DAE4A1DFB}" dt="2021-01-20T07:02:21.083" v="3462"/>
          <ac:inkMkLst>
            <pc:docMk/>
            <pc:sldMk cId="2419963531" sldId="275"/>
            <ac:inkMk id="57" creationId="{D71A25D7-BFAE-4AF3-9188-E816A647B328}"/>
          </ac:inkMkLst>
        </pc:inkChg>
        <pc:inkChg chg="add del mod">
          <ac:chgData name="VIkram Goyal" userId="4529b0165c9307b1" providerId="LiveId" clId="{697E15A4-21D4-47E2-9C79-C70DAE4A1DFB}" dt="2021-01-20T07:02:21.325" v="3492"/>
          <ac:inkMkLst>
            <pc:docMk/>
            <pc:sldMk cId="2419963531" sldId="275"/>
            <ac:inkMk id="58" creationId="{6F2ACE19-EBBD-4978-8C20-BF43AFE50EDA}"/>
          </ac:inkMkLst>
        </pc:inkChg>
        <pc:inkChg chg="add del mod">
          <ac:chgData name="VIkram Goyal" userId="4529b0165c9307b1" providerId="LiveId" clId="{697E15A4-21D4-47E2-9C79-C70DAE4A1DFB}" dt="2021-01-20T07:02:20.972" v="3450"/>
          <ac:inkMkLst>
            <pc:docMk/>
            <pc:sldMk cId="2419963531" sldId="275"/>
            <ac:inkMk id="59" creationId="{3ED27C56-2CBA-4517-8F12-79BE448A97E7}"/>
          </ac:inkMkLst>
        </pc:inkChg>
        <pc:inkChg chg="add del mod">
          <ac:chgData name="VIkram Goyal" userId="4529b0165c9307b1" providerId="LiveId" clId="{697E15A4-21D4-47E2-9C79-C70DAE4A1DFB}" dt="2021-01-20T07:02:21.245" v="3480"/>
          <ac:inkMkLst>
            <pc:docMk/>
            <pc:sldMk cId="2419963531" sldId="275"/>
            <ac:inkMk id="60" creationId="{F7FD90ED-2832-4A73-BBFF-2A619E05E06E}"/>
          </ac:inkMkLst>
        </pc:inkChg>
        <pc:inkChg chg="add del mod">
          <ac:chgData name="VIkram Goyal" userId="4529b0165c9307b1" providerId="LiveId" clId="{697E15A4-21D4-47E2-9C79-C70DAE4A1DFB}" dt="2021-01-20T07:02:21.336" v="3494"/>
          <ac:inkMkLst>
            <pc:docMk/>
            <pc:sldMk cId="2419963531" sldId="275"/>
            <ac:inkMk id="61" creationId="{B39FBA72-341F-43B9-9C1C-B20FF8F8F43B}"/>
          </ac:inkMkLst>
        </pc:inkChg>
        <pc:inkChg chg="add del mod">
          <ac:chgData name="VIkram Goyal" userId="4529b0165c9307b1" providerId="LiveId" clId="{697E15A4-21D4-47E2-9C79-C70DAE4A1DFB}" dt="2021-01-20T07:02:21.252" v="3481"/>
          <ac:inkMkLst>
            <pc:docMk/>
            <pc:sldMk cId="2419963531" sldId="275"/>
            <ac:inkMk id="62" creationId="{00D2DA4E-9279-4956-B132-08EBFE30200B}"/>
          </ac:inkMkLst>
        </pc:inkChg>
        <pc:inkChg chg="add del mod">
          <ac:chgData name="VIkram Goyal" userId="4529b0165c9307b1" providerId="LiveId" clId="{697E15A4-21D4-47E2-9C79-C70DAE4A1DFB}" dt="2021-01-20T07:02:20.967" v="3449"/>
          <ac:inkMkLst>
            <pc:docMk/>
            <pc:sldMk cId="2419963531" sldId="275"/>
            <ac:inkMk id="63" creationId="{C4B9B693-2495-4B76-B534-364CC0627E20}"/>
          </ac:inkMkLst>
        </pc:inkChg>
        <pc:inkChg chg="add del mod">
          <ac:chgData name="VIkram Goyal" userId="4529b0165c9307b1" providerId="LiveId" clId="{697E15A4-21D4-47E2-9C79-C70DAE4A1DFB}" dt="2021-01-20T07:02:21.014" v="3454"/>
          <ac:inkMkLst>
            <pc:docMk/>
            <pc:sldMk cId="2419963531" sldId="275"/>
            <ac:inkMk id="64" creationId="{C418E440-D897-42AD-B628-D43CD9BEEB4B}"/>
          </ac:inkMkLst>
        </pc:inkChg>
        <pc:inkChg chg="add del mod">
          <ac:chgData name="VIkram Goyal" userId="4529b0165c9307b1" providerId="LiveId" clId="{697E15A4-21D4-47E2-9C79-C70DAE4A1DFB}" dt="2021-01-20T07:02:21.221" v="3477"/>
          <ac:inkMkLst>
            <pc:docMk/>
            <pc:sldMk cId="2419963531" sldId="275"/>
            <ac:inkMk id="65" creationId="{5904ADC6-FF73-4146-9289-2609CC49AFA6}"/>
          </ac:inkMkLst>
        </pc:inkChg>
        <pc:inkChg chg="add del mod">
          <ac:chgData name="VIkram Goyal" userId="4529b0165c9307b1" providerId="LiveId" clId="{697E15A4-21D4-47E2-9C79-C70DAE4A1DFB}" dt="2021-01-20T07:02:21.321" v="3491"/>
          <ac:inkMkLst>
            <pc:docMk/>
            <pc:sldMk cId="2419963531" sldId="275"/>
            <ac:inkMk id="66" creationId="{EB821BF9-ACBA-403C-BBF0-554AAC74621D}"/>
          </ac:inkMkLst>
        </pc:inkChg>
        <pc:inkChg chg="add del mod">
          <ac:chgData name="VIkram Goyal" userId="4529b0165c9307b1" providerId="LiveId" clId="{697E15A4-21D4-47E2-9C79-C70DAE4A1DFB}" dt="2021-01-20T07:02:21.444" v="3508"/>
          <ac:inkMkLst>
            <pc:docMk/>
            <pc:sldMk cId="2419963531" sldId="275"/>
            <ac:inkMk id="67" creationId="{08A116DF-C014-4604-ADE7-156963D509DD}"/>
          </ac:inkMkLst>
        </pc:inkChg>
        <pc:inkChg chg="add del mod">
          <ac:chgData name="VIkram Goyal" userId="4529b0165c9307b1" providerId="LiveId" clId="{697E15A4-21D4-47E2-9C79-C70DAE4A1DFB}" dt="2021-01-20T07:02:21.073" v="3461"/>
          <ac:inkMkLst>
            <pc:docMk/>
            <pc:sldMk cId="2419963531" sldId="275"/>
            <ac:inkMk id="68" creationId="{C5DC3CCB-489A-4A5F-868D-95D5ED051FEC}"/>
          </ac:inkMkLst>
        </pc:inkChg>
        <pc:inkChg chg="add del mod">
          <ac:chgData name="VIkram Goyal" userId="4529b0165c9307b1" providerId="LiveId" clId="{697E15A4-21D4-47E2-9C79-C70DAE4A1DFB}" dt="2021-01-20T07:02:21.147" v="3469"/>
          <ac:inkMkLst>
            <pc:docMk/>
            <pc:sldMk cId="2419963531" sldId="275"/>
            <ac:inkMk id="69" creationId="{E8C4DB6C-05E5-4F19-AFE7-167FFA3D02AB}"/>
          </ac:inkMkLst>
        </pc:inkChg>
        <pc:inkChg chg="add del mod">
          <ac:chgData name="VIkram Goyal" userId="4529b0165c9307b1" providerId="LiveId" clId="{697E15A4-21D4-47E2-9C79-C70DAE4A1DFB}" dt="2021-01-20T07:02:21.342" v="3495"/>
          <ac:inkMkLst>
            <pc:docMk/>
            <pc:sldMk cId="2419963531" sldId="275"/>
            <ac:inkMk id="70" creationId="{9251883D-2DCC-4EE5-A389-F2F1F62ED139}"/>
          </ac:inkMkLst>
        </pc:inkChg>
        <pc:inkChg chg="add del mod">
          <ac:chgData name="VIkram Goyal" userId="4529b0165c9307b1" providerId="LiveId" clId="{697E15A4-21D4-47E2-9C79-C70DAE4A1DFB}" dt="2021-01-20T07:02:21.006" v="3453"/>
          <ac:inkMkLst>
            <pc:docMk/>
            <pc:sldMk cId="2419963531" sldId="275"/>
            <ac:inkMk id="71" creationId="{BDE974C8-20FC-4FE6-A1C6-233CD68DB86D}"/>
          </ac:inkMkLst>
        </pc:inkChg>
        <pc:inkChg chg="add del mod">
          <ac:chgData name="VIkram Goyal" userId="4529b0165c9307b1" providerId="LiveId" clId="{697E15A4-21D4-47E2-9C79-C70DAE4A1DFB}" dt="2021-01-20T07:02:21.139" v="3468"/>
          <ac:inkMkLst>
            <pc:docMk/>
            <pc:sldMk cId="2419963531" sldId="275"/>
            <ac:inkMk id="72" creationId="{26487C2A-1AD7-41BB-A0F3-75D449B72CF2}"/>
          </ac:inkMkLst>
        </pc:inkChg>
        <pc:inkChg chg="add del mod">
          <ac:chgData name="VIkram Goyal" userId="4529b0165c9307b1" providerId="LiveId" clId="{697E15A4-21D4-47E2-9C79-C70DAE4A1DFB}" dt="2021-01-20T07:02:21.403" v="3503"/>
          <ac:inkMkLst>
            <pc:docMk/>
            <pc:sldMk cId="2419963531" sldId="275"/>
            <ac:inkMk id="73" creationId="{591009FE-473F-4C4F-BE78-DD99C227BC8B}"/>
          </ac:inkMkLst>
        </pc:inkChg>
        <pc:inkChg chg="add mod">
          <ac:chgData name="VIkram Goyal" userId="4529b0165c9307b1" providerId="LiveId" clId="{697E15A4-21D4-47E2-9C79-C70DAE4A1DFB}" dt="2021-01-20T07:02:32.452" v="3536"/>
          <ac:inkMkLst>
            <pc:docMk/>
            <pc:sldMk cId="2419963531" sldId="275"/>
            <ac:inkMk id="75" creationId="{32410A86-39F7-4ADF-8615-20C69B726FEE}"/>
          </ac:inkMkLst>
        </pc:inkChg>
        <pc:inkChg chg="add del mod">
          <ac:chgData name="VIkram Goyal" userId="4529b0165c9307b1" providerId="LiveId" clId="{697E15A4-21D4-47E2-9C79-C70DAE4A1DFB}" dt="2021-01-20T07:02:21.232" v="3478"/>
          <ac:inkMkLst>
            <pc:docMk/>
            <pc:sldMk cId="2419963531" sldId="275"/>
            <ac:inkMk id="76" creationId="{88F87AC6-8C5D-4DA4-8200-245279DE3550}"/>
          </ac:inkMkLst>
        </pc:inkChg>
        <pc:inkChg chg="add del mod">
          <ac:chgData name="VIkram Goyal" userId="4529b0165c9307b1" providerId="LiveId" clId="{697E15A4-21D4-47E2-9C79-C70DAE4A1DFB}" dt="2021-01-20T07:02:21.486" v="3516"/>
          <ac:inkMkLst>
            <pc:docMk/>
            <pc:sldMk cId="2419963531" sldId="275"/>
            <ac:inkMk id="77" creationId="{ECE43D65-C093-40B7-9DD7-068F754042D4}"/>
          </ac:inkMkLst>
        </pc:inkChg>
        <pc:inkChg chg="add del mod">
          <ac:chgData name="VIkram Goyal" userId="4529b0165c9307b1" providerId="LiveId" clId="{697E15A4-21D4-47E2-9C79-C70DAE4A1DFB}" dt="2021-01-20T07:02:21.260" v="3482"/>
          <ac:inkMkLst>
            <pc:docMk/>
            <pc:sldMk cId="2419963531" sldId="275"/>
            <ac:inkMk id="78" creationId="{02C89C25-D990-4498-96C9-C2DE80BCE020}"/>
          </ac:inkMkLst>
        </pc:inkChg>
        <pc:inkChg chg="add del mod">
          <ac:chgData name="VIkram Goyal" userId="4529b0165c9307b1" providerId="LiveId" clId="{697E15A4-21D4-47E2-9C79-C70DAE4A1DFB}" dt="2021-01-20T07:02:21.057" v="3459"/>
          <ac:inkMkLst>
            <pc:docMk/>
            <pc:sldMk cId="2419963531" sldId="275"/>
            <ac:inkMk id="79" creationId="{BD5245B7-1C39-4A1D-A3FA-99F13A3C526B}"/>
          </ac:inkMkLst>
        </pc:inkChg>
        <pc:inkChg chg="add del mod">
          <ac:chgData name="VIkram Goyal" userId="4529b0165c9307b1" providerId="LiveId" clId="{697E15A4-21D4-47E2-9C79-C70DAE4A1DFB}" dt="2021-01-20T07:02:21.429" v="3506"/>
          <ac:inkMkLst>
            <pc:docMk/>
            <pc:sldMk cId="2419963531" sldId="275"/>
            <ac:inkMk id="80" creationId="{73BB47C9-DD5F-4390-A175-7A5356C2A320}"/>
          </ac:inkMkLst>
        </pc:inkChg>
        <pc:inkChg chg="add del mod">
          <ac:chgData name="VIkram Goyal" userId="4529b0165c9307b1" providerId="LiveId" clId="{697E15A4-21D4-47E2-9C79-C70DAE4A1DFB}" dt="2021-01-20T07:02:21.390" v="3501"/>
          <ac:inkMkLst>
            <pc:docMk/>
            <pc:sldMk cId="2419963531" sldId="275"/>
            <ac:inkMk id="81" creationId="{8E36B943-D97B-4578-8E2B-FDD7637F8F01}"/>
          </ac:inkMkLst>
        </pc:inkChg>
        <pc:inkChg chg="add del mod">
          <ac:chgData name="VIkram Goyal" userId="4529b0165c9307b1" providerId="LiveId" clId="{697E15A4-21D4-47E2-9C79-C70DAE4A1DFB}" dt="2021-01-20T07:02:20.979" v="3451"/>
          <ac:inkMkLst>
            <pc:docMk/>
            <pc:sldMk cId="2419963531" sldId="275"/>
            <ac:inkMk id="82" creationId="{1E61691D-DD5E-4689-8A93-5BE40C46342F}"/>
          </ac:inkMkLst>
        </pc:inkChg>
        <pc:inkChg chg="add del mod">
          <ac:chgData name="VIkram Goyal" userId="4529b0165c9307b1" providerId="LiveId" clId="{697E15A4-21D4-47E2-9C79-C70DAE4A1DFB}" dt="2021-01-20T07:02:21.294" v="3486"/>
          <ac:inkMkLst>
            <pc:docMk/>
            <pc:sldMk cId="2419963531" sldId="275"/>
            <ac:inkMk id="83" creationId="{A41ED648-CA36-4541-80FB-2E5B8D92FA16}"/>
          </ac:inkMkLst>
        </pc:inkChg>
        <pc:inkChg chg="add del mod">
          <ac:chgData name="VIkram Goyal" userId="4529b0165c9307b1" providerId="LiveId" clId="{697E15A4-21D4-47E2-9C79-C70DAE4A1DFB}" dt="2021-01-20T07:02:21.277" v="3484"/>
          <ac:inkMkLst>
            <pc:docMk/>
            <pc:sldMk cId="2419963531" sldId="275"/>
            <ac:inkMk id="84" creationId="{D903E60D-025D-4CA3-A2DB-89389CB9743C}"/>
          </ac:inkMkLst>
        </pc:inkChg>
        <pc:inkChg chg="add del mod">
          <ac:chgData name="VIkram Goyal" userId="4529b0165c9307b1" providerId="LiveId" clId="{697E15A4-21D4-47E2-9C79-C70DAE4A1DFB}" dt="2021-01-20T07:02:21.022" v="3455"/>
          <ac:inkMkLst>
            <pc:docMk/>
            <pc:sldMk cId="2419963531" sldId="275"/>
            <ac:inkMk id="85" creationId="{C4BEFA3F-3DEB-486F-B89F-1F1DB5F4D168}"/>
          </ac:inkMkLst>
        </pc:inkChg>
        <pc:inkChg chg="add del mod">
          <ac:chgData name="VIkram Goyal" userId="4529b0165c9307b1" providerId="LiveId" clId="{697E15A4-21D4-47E2-9C79-C70DAE4A1DFB}" dt="2021-01-20T07:02:21.350" v="3496"/>
          <ac:inkMkLst>
            <pc:docMk/>
            <pc:sldMk cId="2419963531" sldId="275"/>
            <ac:inkMk id="87" creationId="{13006BE7-36A8-4DE1-9335-F444A1559A1D}"/>
          </ac:inkMkLst>
        </pc:inkChg>
        <pc:inkChg chg="add del mod">
          <ac:chgData name="VIkram Goyal" userId="4529b0165c9307b1" providerId="LiveId" clId="{697E15A4-21D4-47E2-9C79-C70DAE4A1DFB}" dt="2021-01-20T07:02:21.317" v="3490"/>
          <ac:inkMkLst>
            <pc:docMk/>
            <pc:sldMk cId="2419963531" sldId="275"/>
            <ac:inkMk id="88" creationId="{17E4B561-7A7D-494C-B3C3-C9F87ACE1D21}"/>
          </ac:inkMkLst>
        </pc:inkChg>
        <pc:inkChg chg="add del mod">
          <ac:chgData name="VIkram Goyal" userId="4529b0165c9307b1" providerId="LiveId" clId="{697E15A4-21D4-47E2-9C79-C70DAE4A1DFB}" dt="2021-01-20T07:02:21.449" v="3509"/>
          <ac:inkMkLst>
            <pc:docMk/>
            <pc:sldMk cId="2419963531" sldId="275"/>
            <ac:inkMk id="90" creationId="{C83DECF1-1CEC-4984-B23C-350A36584B55}"/>
          </ac:inkMkLst>
        </pc:inkChg>
        <pc:inkChg chg="add del mod">
          <ac:chgData name="VIkram Goyal" userId="4529b0165c9307b1" providerId="LiveId" clId="{697E15A4-21D4-47E2-9C79-C70DAE4A1DFB}" dt="2021-01-20T07:02:21.465" v="3512"/>
          <ac:inkMkLst>
            <pc:docMk/>
            <pc:sldMk cId="2419963531" sldId="275"/>
            <ac:inkMk id="91" creationId="{4A86BE4D-FF4C-4023-A67B-4FB766C3AC66}"/>
          </ac:inkMkLst>
        </pc:inkChg>
        <pc:inkChg chg="add del mod">
          <ac:chgData name="VIkram Goyal" userId="4529b0165c9307b1" providerId="LiveId" clId="{697E15A4-21D4-47E2-9C79-C70DAE4A1DFB}" dt="2021-01-20T07:02:21.505" v="3519"/>
          <ac:inkMkLst>
            <pc:docMk/>
            <pc:sldMk cId="2419963531" sldId="275"/>
            <ac:inkMk id="92" creationId="{AF718EF6-2B3E-4D6D-A040-FC4DDEEDA09D}"/>
          </ac:inkMkLst>
        </pc:inkChg>
        <pc:inkChg chg="add del mod">
          <ac:chgData name="VIkram Goyal" userId="4529b0165c9307b1" providerId="LiveId" clId="{697E15A4-21D4-47E2-9C79-C70DAE4A1DFB}" dt="2021-01-20T07:02:21.372" v="3498"/>
          <ac:inkMkLst>
            <pc:docMk/>
            <pc:sldMk cId="2419963531" sldId="275"/>
            <ac:inkMk id="93" creationId="{372432C3-F89A-4802-9C93-187CFE8B49F5}"/>
          </ac:inkMkLst>
        </pc:inkChg>
        <pc:inkChg chg="add del mod">
          <ac:chgData name="VIkram Goyal" userId="4529b0165c9307b1" providerId="LiveId" clId="{697E15A4-21D4-47E2-9C79-C70DAE4A1DFB}" dt="2021-01-20T07:02:21.123" v="3466"/>
          <ac:inkMkLst>
            <pc:docMk/>
            <pc:sldMk cId="2419963531" sldId="275"/>
            <ac:inkMk id="94" creationId="{063DA945-91DE-4434-AA2C-ED66812AD3A2}"/>
          </ac:inkMkLst>
        </pc:inkChg>
        <pc:inkChg chg="add del mod">
          <ac:chgData name="VIkram Goyal" userId="4529b0165c9307b1" providerId="LiveId" clId="{697E15A4-21D4-47E2-9C79-C70DAE4A1DFB}" dt="2021-01-20T07:02:21.133" v="3467"/>
          <ac:inkMkLst>
            <pc:docMk/>
            <pc:sldMk cId="2419963531" sldId="275"/>
            <ac:inkMk id="95" creationId="{20488D13-701D-4BFC-9E87-578DE5C2C26D}"/>
          </ac:inkMkLst>
        </pc:inkChg>
        <pc:inkChg chg="add del mod">
          <ac:chgData name="VIkram Goyal" userId="4529b0165c9307b1" providerId="LiveId" clId="{697E15A4-21D4-47E2-9C79-C70DAE4A1DFB}" dt="2021-01-20T07:02:21.491" v="3517"/>
          <ac:inkMkLst>
            <pc:docMk/>
            <pc:sldMk cId="2419963531" sldId="275"/>
            <ac:inkMk id="96" creationId="{B0B9A763-30AA-4B6C-8C77-310B79354168}"/>
          </ac:inkMkLst>
        </pc:inkChg>
        <pc:inkChg chg="add del mod">
          <ac:chgData name="VIkram Goyal" userId="4529b0165c9307b1" providerId="LiveId" clId="{697E15A4-21D4-47E2-9C79-C70DAE4A1DFB}" dt="2021-01-20T07:02:20.996" v="3452"/>
          <ac:inkMkLst>
            <pc:docMk/>
            <pc:sldMk cId="2419963531" sldId="275"/>
            <ac:inkMk id="97" creationId="{A001C3E6-2D0B-472E-BF1B-B591D11DA085}"/>
          </ac:inkMkLst>
        </pc:inkChg>
        <pc:inkChg chg="add del mod">
          <ac:chgData name="VIkram Goyal" userId="4529b0165c9307b1" providerId="LiveId" clId="{697E15A4-21D4-47E2-9C79-C70DAE4A1DFB}" dt="2021-01-20T07:02:21.089" v="3463"/>
          <ac:inkMkLst>
            <pc:docMk/>
            <pc:sldMk cId="2419963531" sldId="275"/>
            <ac:inkMk id="98" creationId="{E110DD09-0CD5-4566-99BC-90AA1C07DE5A}"/>
          </ac:inkMkLst>
        </pc:inkChg>
        <pc:inkChg chg="add del mod">
          <ac:chgData name="VIkram Goyal" userId="4529b0165c9307b1" providerId="LiveId" clId="{697E15A4-21D4-47E2-9C79-C70DAE4A1DFB}" dt="2021-01-20T07:02:21.185" v="3473"/>
          <ac:inkMkLst>
            <pc:docMk/>
            <pc:sldMk cId="2419963531" sldId="275"/>
            <ac:inkMk id="99" creationId="{D17A5BB9-2A0C-48AB-8821-783E0D64311B}"/>
          </ac:inkMkLst>
        </pc:inkChg>
        <pc:inkChg chg="add del mod">
          <ac:chgData name="VIkram Goyal" userId="4529b0165c9307b1" providerId="LiveId" clId="{697E15A4-21D4-47E2-9C79-C70DAE4A1DFB}" dt="2021-01-20T07:02:21.195" v="3474"/>
          <ac:inkMkLst>
            <pc:docMk/>
            <pc:sldMk cId="2419963531" sldId="275"/>
            <ac:inkMk id="100" creationId="{3C3B7275-849A-4B40-86CE-8539A26A6A78}"/>
          </ac:inkMkLst>
        </pc:inkChg>
        <pc:inkChg chg="add del mod">
          <ac:chgData name="VIkram Goyal" userId="4529b0165c9307b1" providerId="LiveId" clId="{697E15A4-21D4-47E2-9C79-C70DAE4A1DFB}" dt="2021-01-20T07:02:21.435" v="3507"/>
          <ac:inkMkLst>
            <pc:docMk/>
            <pc:sldMk cId="2419963531" sldId="275"/>
            <ac:inkMk id="101" creationId="{29D6648D-D5B0-4D49-A064-F8046142627A}"/>
          </ac:inkMkLst>
        </pc:inkChg>
        <pc:inkChg chg="add del mod">
          <ac:chgData name="VIkram Goyal" userId="4529b0165c9307b1" providerId="LiveId" clId="{697E15A4-21D4-47E2-9C79-C70DAE4A1DFB}" dt="2021-01-20T07:02:21.457" v="3511"/>
          <ac:inkMkLst>
            <pc:docMk/>
            <pc:sldMk cId="2419963531" sldId="275"/>
            <ac:inkMk id="102" creationId="{A06EDDE7-024D-4BC2-A38F-3EEC2A677652}"/>
          </ac:inkMkLst>
        </pc:inkChg>
        <pc:inkChg chg="add del mod">
          <ac:chgData name="VIkram Goyal" userId="4529b0165c9307b1" providerId="LiveId" clId="{697E15A4-21D4-47E2-9C79-C70DAE4A1DFB}" dt="2021-01-20T07:02:21.517" v="3520"/>
          <ac:inkMkLst>
            <pc:docMk/>
            <pc:sldMk cId="2419963531" sldId="275"/>
            <ac:inkMk id="103" creationId="{2511E10F-C21A-4032-A8A4-EB3C82354758}"/>
          </ac:inkMkLst>
        </pc:inkChg>
        <pc:inkChg chg="add del mod">
          <ac:chgData name="VIkram Goyal" userId="4529b0165c9307b1" providerId="LiveId" clId="{697E15A4-21D4-47E2-9C79-C70DAE4A1DFB}" dt="2021-01-20T07:02:21.096" v="3464"/>
          <ac:inkMkLst>
            <pc:docMk/>
            <pc:sldMk cId="2419963531" sldId="275"/>
            <ac:inkMk id="105" creationId="{329A5508-0B55-4560-B1F9-DCDCC396419F}"/>
          </ac:inkMkLst>
        </pc:inkChg>
        <pc:inkChg chg="add del mod">
          <ac:chgData name="VIkram Goyal" userId="4529b0165c9307b1" providerId="LiveId" clId="{697E15A4-21D4-47E2-9C79-C70DAE4A1DFB}" dt="2021-01-20T07:02:21.407" v="3504"/>
          <ac:inkMkLst>
            <pc:docMk/>
            <pc:sldMk cId="2419963531" sldId="275"/>
            <ac:inkMk id="107" creationId="{59891166-99FC-4C5E-9FED-45845D13F437}"/>
          </ac:inkMkLst>
        </pc:inkChg>
        <pc:inkChg chg="add del mod">
          <ac:chgData name="VIkram Goyal" userId="4529b0165c9307b1" providerId="LiveId" clId="{697E15A4-21D4-47E2-9C79-C70DAE4A1DFB}" dt="2021-01-20T07:02:21.044" v="3458"/>
          <ac:inkMkLst>
            <pc:docMk/>
            <pc:sldMk cId="2419963531" sldId="275"/>
            <ac:inkMk id="108" creationId="{AA04D2C4-0637-4D64-A4DF-CBF5972C1CBE}"/>
          </ac:inkMkLst>
        </pc:inkChg>
        <pc:inkChg chg="add del mod">
          <ac:chgData name="VIkram Goyal" userId="4529b0165c9307b1" providerId="LiveId" clId="{697E15A4-21D4-47E2-9C79-C70DAE4A1DFB}" dt="2021-01-20T07:02:21.375" v="3499"/>
          <ac:inkMkLst>
            <pc:docMk/>
            <pc:sldMk cId="2419963531" sldId="275"/>
            <ac:inkMk id="109" creationId="{A99AE199-B054-4C40-9625-CDD0996610C5}"/>
          </ac:inkMkLst>
        </pc:inkChg>
        <pc:inkChg chg="add mod">
          <ac:chgData name="VIkram Goyal" userId="4529b0165c9307b1" providerId="LiveId" clId="{697E15A4-21D4-47E2-9C79-C70DAE4A1DFB}" dt="2021-01-20T07:02:32.452" v="3536"/>
          <ac:inkMkLst>
            <pc:docMk/>
            <pc:sldMk cId="2419963531" sldId="275"/>
            <ac:inkMk id="110" creationId="{8FD95AB3-BE51-40FF-B184-E5882F1A89C0}"/>
          </ac:inkMkLst>
        </pc:inkChg>
        <pc:inkChg chg="add del mod">
          <ac:chgData name="VIkram Goyal" userId="4529b0165c9307b1" providerId="LiveId" clId="{697E15A4-21D4-47E2-9C79-C70DAE4A1DFB}" dt="2021-01-20T07:02:21.031" v="3456"/>
          <ac:inkMkLst>
            <pc:docMk/>
            <pc:sldMk cId="2419963531" sldId="275"/>
            <ac:inkMk id="111" creationId="{EC2E3535-B16D-4804-BB7A-1D435C1ADAF6}"/>
          </ac:inkMkLst>
        </pc:inkChg>
        <pc:inkChg chg="add del mod">
          <ac:chgData name="VIkram Goyal" userId="4529b0165c9307b1" providerId="LiveId" clId="{697E15A4-21D4-47E2-9C79-C70DAE4A1DFB}" dt="2021-01-20T07:02:21.311" v="3489"/>
          <ac:inkMkLst>
            <pc:docMk/>
            <pc:sldMk cId="2419963531" sldId="275"/>
            <ac:inkMk id="112" creationId="{979DE0BC-5186-4C12-BB04-C44FC89E7667}"/>
          </ac:inkMkLst>
        </pc:inkChg>
        <pc:inkChg chg="add del mod">
          <ac:chgData name="VIkram Goyal" userId="4529b0165c9307b1" providerId="LiveId" clId="{697E15A4-21D4-47E2-9C79-C70DAE4A1DFB}" dt="2021-01-20T07:02:21.205" v="3475"/>
          <ac:inkMkLst>
            <pc:docMk/>
            <pc:sldMk cId="2419963531" sldId="275"/>
            <ac:inkMk id="113" creationId="{F05678BE-3DEC-420C-A81F-E5595C25BC40}"/>
          </ac:inkMkLst>
        </pc:inkChg>
        <pc:inkChg chg="add del mod">
          <ac:chgData name="VIkram Goyal" userId="4529b0165c9307b1" providerId="LiveId" clId="{697E15A4-21D4-47E2-9C79-C70DAE4A1DFB}" dt="2021-01-20T07:02:21.285" v="3485"/>
          <ac:inkMkLst>
            <pc:docMk/>
            <pc:sldMk cId="2419963531" sldId="275"/>
            <ac:inkMk id="114" creationId="{1F800E59-5362-44D6-BE00-B9FF94744D4B}"/>
          </ac:inkMkLst>
        </pc:inkChg>
        <pc:inkChg chg="add del mod">
          <ac:chgData name="VIkram Goyal" userId="4529b0165c9307b1" providerId="LiveId" clId="{697E15A4-21D4-47E2-9C79-C70DAE4A1DFB}" dt="2021-01-20T07:02:21.157" v="3470"/>
          <ac:inkMkLst>
            <pc:docMk/>
            <pc:sldMk cId="2419963531" sldId="275"/>
            <ac:inkMk id="115" creationId="{01976CB8-DD93-42C9-A0B0-61843A69BDEF}"/>
          </ac:inkMkLst>
        </pc:inkChg>
        <pc:inkChg chg="add del mod">
          <ac:chgData name="VIkram Goyal" userId="4529b0165c9307b1" providerId="LiveId" clId="{697E15A4-21D4-47E2-9C79-C70DAE4A1DFB}" dt="2021-01-20T07:02:21.417" v="3505"/>
          <ac:inkMkLst>
            <pc:docMk/>
            <pc:sldMk cId="2419963531" sldId="275"/>
            <ac:inkMk id="117" creationId="{624257E3-55C7-4266-B3F3-B32099702A67}"/>
          </ac:inkMkLst>
        </pc:inkChg>
        <pc:inkChg chg="add del mod">
          <ac:chgData name="VIkram Goyal" userId="4529b0165c9307b1" providerId="LiveId" clId="{697E15A4-21D4-47E2-9C79-C70DAE4A1DFB}" dt="2021-01-20T07:02:21.454" v="3510"/>
          <ac:inkMkLst>
            <pc:docMk/>
            <pc:sldMk cId="2419963531" sldId="275"/>
            <ac:inkMk id="118" creationId="{581155F9-58B6-4E22-AEE0-185E18A5DEDF}"/>
          </ac:inkMkLst>
        </pc:inkChg>
        <pc:inkChg chg="add del mod">
          <ac:chgData name="VIkram Goyal" userId="4529b0165c9307b1" providerId="LiveId" clId="{697E15A4-21D4-47E2-9C79-C70DAE4A1DFB}" dt="2021-01-20T07:02:21.479" v="3514"/>
          <ac:inkMkLst>
            <pc:docMk/>
            <pc:sldMk cId="2419963531" sldId="275"/>
            <ac:inkMk id="119" creationId="{E752A487-2DFB-4B43-B161-E0EE34B01AA9}"/>
          </ac:inkMkLst>
        </pc:inkChg>
        <pc:inkChg chg="add mod">
          <ac:chgData name="VIkram Goyal" userId="4529b0165c9307b1" providerId="LiveId" clId="{697E15A4-21D4-47E2-9C79-C70DAE4A1DFB}" dt="2021-01-20T07:02:32.452" v="3536"/>
          <ac:inkMkLst>
            <pc:docMk/>
            <pc:sldMk cId="2419963531" sldId="275"/>
            <ac:inkMk id="120" creationId="{38FDB481-715D-4516-8C5A-F9E67F45D439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22" creationId="{ACB26C74-DA33-444D-8FAB-21E823A8EF73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23" creationId="{F74B6206-9D97-4BD3-84BE-7B036BA882DF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24" creationId="{8F5720EB-33AB-495E-B543-E9117395815A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26" creationId="{60D39734-F9F1-4BBB-B869-8335D9D492A2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27" creationId="{787C9762-D41C-4353-8B98-E28EDF2D8F7E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28" creationId="{D78CA58F-82D9-4003-9224-C2D1AFED9634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29" creationId="{3A8BCD16-35B4-4009-B33E-B2EBD1EB1F40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30" creationId="{8C68E501-39A5-4591-8A66-801563C19BAE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31" creationId="{45F9D706-DE35-4E29-B7BB-54B1C67DD6D4}"/>
          </ac:inkMkLst>
        </pc:inkChg>
        <pc:inkChg chg="add del mod">
          <ac:chgData name="VIkram Goyal" userId="4529b0165c9307b1" providerId="LiveId" clId="{697E15A4-21D4-47E2-9C79-C70DAE4A1DFB}" dt="2021-01-20T07:02:21.481" v="3515"/>
          <ac:inkMkLst>
            <pc:docMk/>
            <pc:sldMk cId="2419963531" sldId="275"/>
            <ac:inkMk id="133" creationId="{B743EFA5-E262-4B2A-94FD-F64C67A9350B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35" creationId="{0CDA985A-81F7-4ECB-AF8C-1C49A7D1F22B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36" creationId="{3B56A688-A45F-4A44-9538-2367F56FDC80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37" creationId="{CE41AD53-6AD9-4665-8084-3AEEEB5B545D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38" creationId="{FF29C47C-7624-4B8D-86DB-9C1A6BBA448F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39" creationId="{FFC2AEF8-F99E-40E4-B4D0-B61608E008AA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40" creationId="{1BCA9926-826A-4021-AD75-831C490CC7A7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41" creationId="{454B5B03-CEB1-4903-8224-A21FB6D397CA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42" creationId="{F47A493B-4A8B-44BD-A2DC-BD71A3700104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43" creationId="{BEC69609-3FAA-423A-95DB-DB87C252615C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44" creationId="{F325AA0E-1EF1-4044-A6DE-CB884C71E599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46" creationId="{7CAEC184-106E-4383-B909-321855690F61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47" creationId="{00A365C3-1462-4AC0-BA4F-81AFD2B7EF7F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49" creationId="{A26FE37D-2F41-4543-8E1D-CFEBF171BBB3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50" creationId="{90EABA52-8448-4238-B475-00536602673F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51" creationId="{97084012-B2A0-479C-A8D0-4C1FA20B9CB2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52" creationId="{AD636A64-3A21-4D32-8528-C26A6BD61F85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53" creationId="{B40C91CF-E0B4-45D7-853A-F4D0B1C0486A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54" creationId="{B82DED7D-0D80-498D-8744-F9A09FE38848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55" creationId="{192C932D-7339-4355-AE92-D28B4618B8A7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57" creationId="{A81A375E-0065-4CEE-88FA-A9E14AFD0FB4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58" creationId="{23959C6F-066D-40CF-83AF-58F7A2BB5ED3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59" creationId="{80935144-A9AE-4EBC-8578-997A9FA1FF0F}"/>
          </ac:inkMkLst>
        </pc:inkChg>
        <pc:inkChg chg="add del mod">
          <ac:chgData name="VIkram Goyal" userId="4529b0165c9307b1" providerId="LiveId" clId="{697E15A4-21D4-47E2-9C79-C70DAE4A1DFB}" dt="2021-01-20T07:02:41.016" v="3540"/>
          <ac:inkMkLst>
            <pc:docMk/>
            <pc:sldMk cId="2419963531" sldId="275"/>
            <ac:inkMk id="160" creationId="{7FA04C66-3F9A-4620-9862-A1C728D325E8}"/>
          </ac:inkMkLst>
        </pc:inkChg>
        <pc:inkChg chg="add del mod">
          <ac:chgData name="VIkram Goyal" userId="4529b0165c9307b1" providerId="LiveId" clId="{697E15A4-21D4-47E2-9C79-C70DAE4A1DFB}" dt="2021-01-20T07:02:41.023" v="3542"/>
          <ac:inkMkLst>
            <pc:docMk/>
            <pc:sldMk cId="2419963531" sldId="275"/>
            <ac:inkMk id="161" creationId="{61258D8E-7153-49A6-AEE0-41A1DAAB6E9C}"/>
          </ac:inkMkLst>
        </pc:inkChg>
        <pc:inkChg chg="add mod">
          <ac:chgData name="VIkram Goyal" userId="4529b0165c9307b1" providerId="LiveId" clId="{697E15A4-21D4-47E2-9C79-C70DAE4A1DFB}" dt="2021-01-20T07:02:49.559" v="3555"/>
          <ac:inkMkLst>
            <pc:docMk/>
            <pc:sldMk cId="2419963531" sldId="275"/>
            <ac:inkMk id="163" creationId="{88FC0BAC-79A8-4437-A275-5B96DEC4A395}"/>
          </ac:inkMkLst>
        </pc:inkChg>
        <pc:inkChg chg="add del mod">
          <ac:chgData name="VIkram Goyal" userId="4529b0165c9307b1" providerId="LiveId" clId="{697E15A4-21D4-47E2-9C79-C70DAE4A1DFB}" dt="2021-01-20T07:02:41.020" v="3541"/>
          <ac:inkMkLst>
            <pc:docMk/>
            <pc:sldMk cId="2419963531" sldId="275"/>
            <ac:inkMk id="164" creationId="{09C19C67-AEFF-4DBE-ACFA-41E9F4DBD7E8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66" creationId="{05B4C4C8-317F-4590-B667-509C2A990F8C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67" creationId="{ABD0DDF8-8A83-4419-AB94-E536625BA926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68" creationId="{901E44F9-45AF-4123-9E40-E9F80F046FD5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69" creationId="{DD2F4B70-EE67-4ABB-96B3-19CC0E96B960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70" creationId="{F1561A84-6C13-418B-8F08-A8F9D39B24AE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71" creationId="{9EE64A38-C317-419D-ACE0-508FD21EB28E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72" creationId="{29F4A275-6BB9-4987-90FD-8E3EBBC58584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73" creationId="{FCD6A9BB-15F8-4B3B-99E2-022FE02F42D4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74" creationId="{6CD21683-113D-4F08-BCB4-F984DFD46E73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75" creationId="{38189C63-D399-4AF1-8169-4A5D15A8896A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76" creationId="{4D17D00A-4C55-465F-A2C9-E9D90487D686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77" creationId="{D80391A2-DC39-4C6C-932F-1F6C60CE4483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79" creationId="{318D4DDC-C3A4-4DF3-85C1-9FBEBD5D6965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80" creationId="{438A778A-97C3-4CB0-A55B-D593F25EDFD8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81" creationId="{C99D4693-BF5C-4130-84B8-8D1D91616B81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84" creationId="{A11AF131-3730-4B7D-8BEF-5A3463682B5B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86" creationId="{4A542458-7B78-4909-A7E6-EA209430D507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87" creationId="{3125714D-27B8-4C74-9DEB-E9D22A9A1BFD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88" creationId="{6FC7F032-E74F-450D-96D0-6194180E9A44}"/>
          </ac:inkMkLst>
        </pc:inkChg>
        <pc:inkChg chg="add mod">
          <ac:chgData name="VIkram Goyal" userId="4529b0165c9307b1" providerId="LiveId" clId="{697E15A4-21D4-47E2-9C79-C70DAE4A1DFB}" dt="2021-01-20T07:03:26.562" v="3580"/>
          <ac:inkMkLst>
            <pc:docMk/>
            <pc:sldMk cId="2419963531" sldId="275"/>
            <ac:inkMk id="191" creationId="{424CFE7F-AB42-4373-8706-A7F68FE91B3E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93" creationId="{F757DB3C-FA73-464F-A87C-9FBBD243FABB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94" creationId="{F8FEC767-0590-4F4C-9CBD-6DE26879C0A5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95" creationId="{D4BDE7F1-2252-4137-8733-8B4BE9C1DF46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96" creationId="{11296207-B61C-4F7C-A40C-2E6E5B402BB6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198" creationId="{C63C5656-86CD-4CF8-A9F2-524379C53403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00" creationId="{525799A9-EA10-4A4C-8934-E21C02767C10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02" creationId="{7D3F5B74-3106-4B0C-8651-0970FD3A5A15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03" creationId="{E13BFE68-B9A3-481E-AB43-28EF6A318D0E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04" creationId="{D06EECDF-13FD-4BF9-96BE-13E79AF016BB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06" creationId="{C58A8C37-DE09-405E-8F5E-263EF1D45C4C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07" creationId="{C0ED8160-DD74-465A-957B-2A5B17E98A32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08" creationId="{14269BA2-3EAF-4530-AB5A-32EF30913F44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09" creationId="{FD54B11C-F9A5-4B36-91E8-BDA89990D5F1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10" creationId="{7E54B3FD-86D8-46F7-86DB-003EAE2D4E6A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11" creationId="{8C8DEE28-3678-4445-BE07-1B3CA5C81535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12" creationId="{F008EECD-847E-4F0B-A430-856AF0CF5CE2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14" creationId="{BBC5EA57-ECAF-4341-8FF9-5825B72306F0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15" creationId="{FF44465F-43C0-4C42-B3B8-D9E871C43900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16" creationId="{B8A19546-93AE-44D4-A9C4-32F5F249150E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17" creationId="{BCF7F4EB-656B-425B-9439-4D6C52A565F3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18" creationId="{106BFF6C-38CD-4ECC-83DC-4EA74A4AC72E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19" creationId="{F559E31E-2A2A-4DD0-B362-09A57DE6D6C1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20" creationId="{F1B2E870-DDE7-48C1-87EB-0A0FB44F1B70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21" creationId="{6ABCEE5F-5C15-419A-AB1D-B8A522091FCC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22" creationId="{C9EA49A0-8A1C-4681-B560-1C35A7B60D01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23" creationId="{3F70360C-1839-4AA9-9279-4AB5675D17C0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24" creationId="{BD30EE32-EDCD-497F-83F6-E07A62986DC6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25" creationId="{B10E7A9A-3BE5-4DC7-A61A-F85829674167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27" creationId="{4C7FDE42-0033-4121-9143-2782152858E8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28" creationId="{99C8C256-982E-406B-ABBD-2710B68C10ED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30" creationId="{2D2E9546-52C4-44A8-BFE2-AAED7E00BA3C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31" creationId="{AC6FCF15-08F9-4BD2-A8FD-D6696725E110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33" creationId="{FB6B02D9-8880-49AB-8770-2955C379C291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35" creationId="{A11A15B0-FA05-42E4-A1AF-05C4AA706BCE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36" creationId="{E523E5E4-F8C6-47F8-A2DA-93D5B6520435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37" creationId="{0AE52BC6-70F3-4376-B7A2-1E8A9E15E6B1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39" creationId="{2ADC3688-55B6-427E-A223-5C993E31A244}"/>
          </ac:inkMkLst>
        </pc:inkChg>
        <pc:inkChg chg="add mod">
          <ac:chgData name="VIkram Goyal" userId="4529b0165c9307b1" providerId="LiveId" clId="{697E15A4-21D4-47E2-9C79-C70DAE4A1DFB}" dt="2021-01-20T07:04:22.661" v="3616"/>
          <ac:inkMkLst>
            <pc:docMk/>
            <pc:sldMk cId="2419963531" sldId="275"/>
            <ac:inkMk id="240" creationId="{51400107-6D85-4BF5-A315-971350C97657}"/>
          </ac:inkMkLst>
        </pc:inkChg>
      </pc:sldChg>
      <pc:sldChg chg="addSp delSp modSp new del mod">
        <pc:chgData name="VIkram Goyal" userId="4529b0165c9307b1" providerId="LiveId" clId="{697E15A4-21D4-47E2-9C79-C70DAE4A1DFB}" dt="2021-09-25T05:07:31.154" v="4390" actId="47"/>
        <pc:sldMkLst>
          <pc:docMk/>
          <pc:sldMk cId="45991357" sldId="276"/>
        </pc:sldMkLst>
        <pc:spChg chg="mod">
          <ac:chgData name="VIkram Goyal" userId="4529b0165c9307b1" providerId="LiveId" clId="{697E15A4-21D4-47E2-9C79-C70DAE4A1DFB}" dt="2021-01-20T07:14:48.810" v="3844" actId="1076"/>
          <ac:spMkLst>
            <pc:docMk/>
            <pc:sldMk cId="45991357" sldId="276"/>
            <ac:spMk id="2" creationId="{249E70B1-2F04-437B-94CF-5166FBFE4323}"/>
          </ac:spMkLst>
        </pc:spChg>
        <pc:grpChg chg="del mod">
          <ac:chgData name="VIkram Goyal" userId="4529b0165c9307b1" providerId="LiveId" clId="{697E15A4-21D4-47E2-9C79-C70DAE4A1DFB}" dt="2021-01-20T07:11:45.020" v="3658"/>
          <ac:grpSpMkLst>
            <pc:docMk/>
            <pc:sldMk cId="45991357" sldId="276"/>
            <ac:grpSpMk id="31" creationId="{BF1801FC-2567-41CB-A75F-F7BDCD0F5E43}"/>
          </ac:grpSpMkLst>
        </pc:grpChg>
        <pc:grpChg chg="del mod">
          <ac:chgData name="VIkram Goyal" userId="4529b0165c9307b1" providerId="LiveId" clId="{697E15A4-21D4-47E2-9C79-C70DAE4A1DFB}" dt="2021-01-20T07:11:47.922" v="3661"/>
          <ac:grpSpMkLst>
            <pc:docMk/>
            <pc:sldMk cId="45991357" sldId="276"/>
            <ac:grpSpMk id="37" creationId="{C4542B42-B320-43C2-8691-4730BCA8D786}"/>
          </ac:grpSpMkLst>
        </pc:grpChg>
        <pc:grpChg chg="del mod">
          <ac:chgData name="VIkram Goyal" userId="4529b0165c9307b1" providerId="LiveId" clId="{697E15A4-21D4-47E2-9C79-C70DAE4A1DFB}" dt="2021-01-20T07:11:57.003" v="3664"/>
          <ac:grpSpMkLst>
            <pc:docMk/>
            <pc:sldMk cId="45991357" sldId="276"/>
            <ac:grpSpMk id="40" creationId="{A390B56B-49C8-404D-911A-BED1AE7972BF}"/>
          </ac:grpSpMkLst>
        </pc:grpChg>
        <pc:grpChg chg="del mod">
          <ac:chgData name="VIkram Goyal" userId="4529b0165c9307b1" providerId="LiveId" clId="{697E15A4-21D4-47E2-9C79-C70DAE4A1DFB}" dt="2021-01-20T07:12:01.138" v="3669"/>
          <ac:grpSpMkLst>
            <pc:docMk/>
            <pc:sldMk cId="45991357" sldId="276"/>
            <ac:grpSpMk id="43" creationId="{F7AE6CFA-B730-4224-BC02-B13E0058348E}"/>
          </ac:grpSpMkLst>
        </pc:grpChg>
        <pc:grpChg chg="del mod">
          <ac:chgData name="VIkram Goyal" userId="4529b0165c9307b1" providerId="LiveId" clId="{697E15A4-21D4-47E2-9C79-C70DAE4A1DFB}" dt="2021-01-20T07:12:11.637" v="3688"/>
          <ac:grpSpMkLst>
            <pc:docMk/>
            <pc:sldMk cId="45991357" sldId="276"/>
            <ac:grpSpMk id="48" creationId="{A74FB1DA-2458-412D-BFA7-AD690049B055}"/>
          </ac:grpSpMkLst>
        </pc:grpChg>
        <pc:grpChg chg="del mod">
          <ac:chgData name="VIkram Goyal" userId="4529b0165c9307b1" providerId="LiveId" clId="{697E15A4-21D4-47E2-9C79-C70DAE4A1DFB}" dt="2021-01-20T07:12:13.794" v="3692"/>
          <ac:grpSpMkLst>
            <pc:docMk/>
            <pc:sldMk cId="45991357" sldId="276"/>
            <ac:grpSpMk id="54" creationId="{A76DF27E-63DB-47AF-BFBE-B853115712A9}"/>
          </ac:grpSpMkLst>
        </pc:grpChg>
        <pc:grpChg chg="del mod">
          <ac:chgData name="VIkram Goyal" userId="4529b0165c9307b1" providerId="LiveId" clId="{697E15A4-21D4-47E2-9C79-C70DAE4A1DFB}" dt="2021-01-20T07:12:18.544" v="3699"/>
          <ac:grpSpMkLst>
            <pc:docMk/>
            <pc:sldMk cId="45991357" sldId="276"/>
            <ac:grpSpMk id="58" creationId="{5ECE164B-43EA-4A5B-AB34-40F3A374A856}"/>
          </ac:grpSpMkLst>
        </pc:grpChg>
        <pc:grpChg chg="del mod">
          <ac:chgData name="VIkram Goyal" userId="4529b0165c9307b1" providerId="LiveId" clId="{697E15A4-21D4-47E2-9C79-C70DAE4A1DFB}" dt="2021-01-20T07:12:21.093" v="3704"/>
          <ac:grpSpMkLst>
            <pc:docMk/>
            <pc:sldMk cId="45991357" sldId="276"/>
            <ac:grpSpMk id="65" creationId="{FD7AA1A1-0F6F-4BB5-8181-7ABA4A160885}"/>
          </ac:grpSpMkLst>
        </pc:grpChg>
        <pc:grpChg chg="del mod">
          <ac:chgData name="VIkram Goyal" userId="4529b0165c9307b1" providerId="LiveId" clId="{697E15A4-21D4-47E2-9C79-C70DAE4A1DFB}" dt="2021-01-20T07:12:24.072" v="3709"/>
          <ac:grpSpMkLst>
            <pc:docMk/>
            <pc:sldMk cId="45991357" sldId="276"/>
            <ac:grpSpMk id="70" creationId="{1DFE2FDC-7D61-4E2D-8D6A-3399D919FD76}"/>
          </ac:grpSpMkLst>
        </pc:grpChg>
        <pc:grpChg chg="del mod">
          <ac:chgData name="VIkram Goyal" userId="4529b0165c9307b1" providerId="LiveId" clId="{697E15A4-21D4-47E2-9C79-C70DAE4A1DFB}" dt="2021-01-20T07:12:29.742" v="3713"/>
          <ac:grpSpMkLst>
            <pc:docMk/>
            <pc:sldMk cId="45991357" sldId="276"/>
            <ac:grpSpMk id="75" creationId="{4BC36F40-95BF-457E-96D1-9C8CEADE0A90}"/>
          </ac:grpSpMkLst>
        </pc:grpChg>
        <pc:grpChg chg="del mod">
          <ac:chgData name="VIkram Goyal" userId="4529b0165c9307b1" providerId="LiveId" clId="{697E15A4-21D4-47E2-9C79-C70DAE4A1DFB}" dt="2021-01-20T07:12:34.592" v="3721"/>
          <ac:grpSpMkLst>
            <pc:docMk/>
            <pc:sldMk cId="45991357" sldId="276"/>
            <ac:grpSpMk id="79" creationId="{5A877A48-3092-4526-B491-8026B882EFF3}"/>
          </ac:grpSpMkLst>
        </pc:grpChg>
        <pc:grpChg chg="del mod">
          <ac:chgData name="VIkram Goyal" userId="4529b0165c9307b1" providerId="LiveId" clId="{697E15A4-21D4-47E2-9C79-C70DAE4A1DFB}" dt="2021-01-20T07:12:37.626" v="3726"/>
          <ac:grpSpMkLst>
            <pc:docMk/>
            <pc:sldMk cId="45991357" sldId="276"/>
            <ac:grpSpMk id="87" creationId="{D4A90031-4882-4552-9124-6EC99BE2AFB8}"/>
          </ac:grpSpMkLst>
        </pc:grpChg>
        <pc:grpChg chg="del mod">
          <ac:chgData name="VIkram Goyal" userId="4529b0165c9307b1" providerId="LiveId" clId="{697E15A4-21D4-47E2-9C79-C70DAE4A1DFB}" dt="2021-01-20T07:12:43.126" v="3737"/>
          <ac:grpSpMkLst>
            <pc:docMk/>
            <pc:sldMk cId="45991357" sldId="276"/>
            <ac:grpSpMk id="92" creationId="{A1F9AF79-A21D-4944-81F8-5AA830F19165}"/>
          </ac:grpSpMkLst>
        </pc:grpChg>
        <pc:grpChg chg="del mod">
          <ac:chgData name="VIkram Goyal" userId="4529b0165c9307b1" providerId="LiveId" clId="{697E15A4-21D4-47E2-9C79-C70DAE4A1DFB}" dt="2021-01-20T07:12:44.512" v="3739"/>
          <ac:grpSpMkLst>
            <pc:docMk/>
            <pc:sldMk cId="45991357" sldId="276"/>
            <ac:grpSpMk id="97" creationId="{F7027E4F-396C-46DC-B646-8F5E720B1158}"/>
          </ac:grpSpMkLst>
        </pc:grpChg>
        <pc:grpChg chg="del mod">
          <ac:chgData name="VIkram Goyal" userId="4529b0165c9307b1" providerId="LiveId" clId="{697E15A4-21D4-47E2-9C79-C70DAE4A1DFB}" dt="2021-01-20T07:12:50.674" v="3741"/>
          <ac:grpSpMkLst>
            <pc:docMk/>
            <pc:sldMk cId="45991357" sldId="276"/>
            <ac:grpSpMk id="99" creationId="{C07AED58-992A-49AC-92A3-5EA90133E662}"/>
          </ac:grpSpMkLst>
        </pc:grpChg>
        <pc:grpChg chg="del mod">
          <ac:chgData name="VIkram Goyal" userId="4529b0165c9307b1" providerId="LiveId" clId="{697E15A4-21D4-47E2-9C79-C70DAE4A1DFB}" dt="2021-01-20T07:13:06.890" v="3746"/>
          <ac:grpSpMkLst>
            <pc:docMk/>
            <pc:sldMk cId="45991357" sldId="276"/>
            <ac:grpSpMk id="101" creationId="{66069684-1C07-4924-9723-D13D09D8BF43}"/>
          </ac:grpSpMkLst>
        </pc:grpChg>
        <pc:grpChg chg="del mod">
          <ac:chgData name="VIkram Goyal" userId="4529b0165c9307b1" providerId="LiveId" clId="{697E15A4-21D4-47E2-9C79-C70DAE4A1DFB}" dt="2021-01-20T07:13:10.226" v="3749"/>
          <ac:grpSpMkLst>
            <pc:docMk/>
            <pc:sldMk cId="45991357" sldId="276"/>
            <ac:grpSpMk id="106" creationId="{6A4A26A9-16FF-4FC3-8A62-5A46FE0EEE2B}"/>
          </ac:grpSpMkLst>
        </pc:grpChg>
        <pc:grpChg chg="del mod">
          <ac:chgData name="VIkram Goyal" userId="4529b0165c9307b1" providerId="LiveId" clId="{697E15A4-21D4-47E2-9C79-C70DAE4A1DFB}" dt="2021-01-20T07:13:14.526" v="3752"/>
          <ac:grpSpMkLst>
            <pc:docMk/>
            <pc:sldMk cId="45991357" sldId="276"/>
            <ac:grpSpMk id="109" creationId="{75B46836-AB8C-4C1E-8076-4C0846F5A8AF}"/>
          </ac:grpSpMkLst>
        </pc:grpChg>
        <pc:grpChg chg="del mod">
          <ac:chgData name="VIkram Goyal" userId="4529b0165c9307b1" providerId="LiveId" clId="{697E15A4-21D4-47E2-9C79-C70DAE4A1DFB}" dt="2021-01-20T07:14:03.308" v="3827"/>
          <ac:grpSpMkLst>
            <pc:docMk/>
            <pc:sldMk cId="45991357" sldId="276"/>
            <ac:grpSpMk id="112" creationId="{4B2E5883-DE5C-45E7-9B8B-D8F6438D49F0}"/>
          </ac:grpSpMkLst>
        </pc:grpChg>
        <pc:grpChg chg="del mod">
          <ac:chgData name="VIkram Goyal" userId="4529b0165c9307b1" providerId="LiveId" clId="{697E15A4-21D4-47E2-9C79-C70DAE4A1DFB}" dt="2021-01-20T07:14:03.269" v="3756"/>
          <ac:grpSpMkLst>
            <pc:docMk/>
            <pc:sldMk cId="45991357" sldId="276"/>
            <ac:grpSpMk id="115" creationId="{0E3F3DF7-7969-4CA4-AC13-D4556C7ADBB1}"/>
          </ac:grpSpMkLst>
        </pc:grpChg>
        <pc:grpChg chg="del mod">
          <ac:chgData name="VIkram Goyal" userId="4529b0165c9307b1" providerId="LiveId" clId="{697E15A4-21D4-47E2-9C79-C70DAE4A1DFB}" dt="2021-01-20T07:14:53.209" v="3856"/>
          <ac:grpSpMkLst>
            <pc:docMk/>
            <pc:sldMk cId="45991357" sldId="276"/>
            <ac:grpSpMk id="121" creationId="{D065B233-E317-4127-B33E-8E2AB0CDC80F}"/>
          </ac:grpSpMkLst>
        </pc:grpChg>
        <pc:grpChg chg="del mod">
          <ac:chgData name="VIkram Goyal" userId="4529b0165c9307b1" providerId="LiveId" clId="{697E15A4-21D4-47E2-9C79-C70DAE4A1DFB}" dt="2021-01-20T07:14:53.209" v="3853"/>
          <ac:grpSpMkLst>
            <pc:docMk/>
            <pc:sldMk cId="45991357" sldId="276"/>
            <ac:grpSpMk id="130" creationId="{77FDC795-2E33-4C51-BAB6-900FC9A831D0}"/>
          </ac:grpSpMkLst>
        </pc:grpChg>
        <pc:grpChg chg="del mod">
          <ac:chgData name="VIkram Goyal" userId="4529b0165c9307b1" providerId="LiveId" clId="{697E15A4-21D4-47E2-9C79-C70DAE4A1DFB}" dt="2021-01-20T07:15:20.049" v="3899"/>
          <ac:grpSpMkLst>
            <pc:docMk/>
            <pc:sldMk cId="45991357" sldId="276"/>
            <ac:grpSpMk id="146" creationId="{3788A9C1-94B1-4D89-B188-F0230441E9C5}"/>
          </ac:grpSpMkLst>
        </pc:grpChg>
        <pc:grpChg chg="del mod">
          <ac:chgData name="VIkram Goyal" userId="4529b0165c9307b1" providerId="LiveId" clId="{697E15A4-21D4-47E2-9C79-C70DAE4A1DFB}" dt="2021-01-20T07:15:20.049" v="3899"/>
          <ac:grpSpMkLst>
            <pc:docMk/>
            <pc:sldMk cId="45991357" sldId="276"/>
            <ac:grpSpMk id="152" creationId="{E9209879-BC03-4C9A-8553-FE193956AA7B}"/>
          </ac:grpSpMkLst>
        </pc:grpChg>
        <pc:grpChg chg="del mod">
          <ac:chgData name="VIkram Goyal" userId="4529b0165c9307b1" providerId="LiveId" clId="{697E15A4-21D4-47E2-9C79-C70DAE4A1DFB}" dt="2021-01-20T07:15:32.381" v="3913"/>
          <ac:grpSpMkLst>
            <pc:docMk/>
            <pc:sldMk cId="45991357" sldId="276"/>
            <ac:grpSpMk id="172" creationId="{6B5670E1-5072-4CF8-B100-8F41B81B4167}"/>
          </ac:grpSpMkLst>
        </pc:grpChg>
        <pc:grpChg chg="del mod">
          <ac:chgData name="VIkram Goyal" userId="4529b0165c9307b1" providerId="LiveId" clId="{697E15A4-21D4-47E2-9C79-C70DAE4A1DFB}" dt="2021-01-20T07:15:32.381" v="3913"/>
          <ac:grpSpMkLst>
            <pc:docMk/>
            <pc:sldMk cId="45991357" sldId="276"/>
            <ac:grpSpMk id="175" creationId="{3C460762-B5B8-46B0-BEF2-912002ADED8B}"/>
          </ac:grpSpMkLst>
        </pc:grpChg>
        <pc:grpChg chg="del mod">
          <ac:chgData name="VIkram Goyal" userId="4529b0165c9307b1" providerId="LiveId" clId="{697E15A4-21D4-47E2-9C79-C70DAE4A1DFB}" dt="2021-01-20T07:15:32.381" v="3913"/>
          <ac:grpSpMkLst>
            <pc:docMk/>
            <pc:sldMk cId="45991357" sldId="276"/>
            <ac:grpSpMk id="182" creationId="{6297BB7F-552F-4AFD-A4D9-690F243F29A9}"/>
          </ac:grpSpMkLst>
        </pc:grpChg>
        <pc:grpChg chg="del mod">
          <ac:chgData name="VIkram Goyal" userId="4529b0165c9307b1" providerId="LiveId" clId="{697E15A4-21D4-47E2-9C79-C70DAE4A1DFB}" dt="2021-01-20T07:15:32.381" v="3913"/>
          <ac:grpSpMkLst>
            <pc:docMk/>
            <pc:sldMk cId="45991357" sldId="276"/>
            <ac:grpSpMk id="184" creationId="{1871FEA8-372A-4F2A-B2B3-4514A76E1B55}"/>
          </ac:grpSpMkLst>
        </pc:grpChg>
        <pc:grpChg chg="del mod">
          <ac:chgData name="VIkram Goyal" userId="4529b0165c9307b1" providerId="LiveId" clId="{697E15A4-21D4-47E2-9C79-C70DAE4A1DFB}" dt="2021-01-20T07:15:33.922" v="3915"/>
          <ac:grpSpMkLst>
            <pc:docMk/>
            <pc:sldMk cId="45991357" sldId="276"/>
            <ac:grpSpMk id="186" creationId="{0B4B96E1-F95B-4649-ADD8-78FBFD4CB823}"/>
          </ac:grpSpMkLst>
        </pc:grpChg>
        <pc:grpChg chg="del mod">
          <ac:chgData name="VIkram Goyal" userId="4529b0165c9307b1" providerId="LiveId" clId="{697E15A4-21D4-47E2-9C79-C70DAE4A1DFB}" dt="2021-01-20T07:15:38.452" v="3921"/>
          <ac:grpSpMkLst>
            <pc:docMk/>
            <pc:sldMk cId="45991357" sldId="276"/>
            <ac:grpSpMk id="188" creationId="{E7EAD696-103D-485A-960D-0CBA8C5FC981}"/>
          </ac:grpSpMkLst>
        </pc:grpChg>
        <pc:grpChg chg="del mod">
          <ac:chgData name="VIkram Goyal" userId="4529b0165c9307b1" providerId="LiveId" clId="{697E15A4-21D4-47E2-9C79-C70DAE4A1DFB}" dt="2021-01-20T07:16:44.480" v="3986"/>
          <ac:grpSpMkLst>
            <pc:docMk/>
            <pc:sldMk cId="45991357" sldId="276"/>
            <ac:grpSpMk id="194" creationId="{D6D9291B-EBFD-4943-97E6-F6355B782A88}"/>
          </ac:grpSpMkLst>
        </pc:grpChg>
        <pc:grpChg chg="del mod">
          <ac:chgData name="VIkram Goyal" userId="4529b0165c9307b1" providerId="LiveId" clId="{697E15A4-21D4-47E2-9C79-C70DAE4A1DFB}" dt="2021-01-20T07:15:46.399" v="3933"/>
          <ac:grpSpMkLst>
            <pc:docMk/>
            <pc:sldMk cId="45991357" sldId="276"/>
            <ac:grpSpMk id="199" creationId="{55C24C14-D41B-433B-905D-52331F55717B}"/>
          </ac:grpSpMkLst>
        </pc:grpChg>
        <pc:grpChg chg="del mod">
          <ac:chgData name="VIkram Goyal" userId="4529b0165c9307b1" providerId="LiveId" clId="{697E15A4-21D4-47E2-9C79-C70DAE4A1DFB}" dt="2021-01-20T07:16:44.480" v="3986"/>
          <ac:grpSpMkLst>
            <pc:docMk/>
            <pc:sldMk cId="45991357" sldId="276"/>
            <ac:grpSpMk id="206" creationId="{DC99A2C9-97AA-4F15-BF90-9C3C6976CF45}"/>
          </ac:grpSpMkLst>
        </pc:grpChg>
        <pc:grpChg chg="del mod">
          <ac:chgData name="VIkram Goyal" userId="4529b0165c9307b1" providerId="LiveId" clId="{697E15A4-21D4-47E2-9C79-C70DAE4A1DFB}" dt="2021-01-20T07:16:44.480" v="3986"/>
          <ac:grpSpMkLst>
            <pc:docMk/>
            <pc:sldMk cId="45991357" sldId="276"/>
            <ac:grpSpMk id="212" creationId="{D7119A95-9197-46D4-A562-20275DD148F7}"/>
          </ac:grpSpMkLst>
        </pc:grpChg>
        <pc:grpChg chg="del mod">
          <ac:chgData name="VIkram Goyal" userId="4529b0165c9307b1" providerId="LiveId" clId="{697E15A4-21D4-47E2-9C79-C70DAE4A1DFB}" dt="2021-01-20T07:15:58.953" v="3948"/>
          <ac:grpSpMkLst>
            <pc:docMk/>
            <pc:sldMk cId="45991357" sldId="276"/>
            <ac:grpSpMk id="216" creationId="{EB396632-A521-483D-9DA4-6CE3AF90DD91}"/>
          </ac:grpSpMkLst>
        </pc:grpChg>
        <pc:grpChg chg="del mod">
          <ac:chgData name="VIkram Goyal" userId="4529b0165c9307b1" providerId="LiveId" clId="{697E15A4-21D4-47E2-9C79-C70DAE4A1DFB}" dt="2021-01-20T07:15:59.890" v="3950"/>
          <ac:grpSpMkLst>
            <pc:docMk/>
            <pc:sldMk cId="45991357" sldId="276"/>
            <ac:grpSpMk id="221" creationId="{39103C1F-71D0-4BE3-9A2A-1422B53C7798}"/>
          </ac:grpSpMkLst>
        </pc:grpChg>
        <pc:grpChg chg="del mod">
          <ac:chgData name="VIkram Goyal" userId="4529b0165c9307b1" providerId="LiveId" clId="{697E15A4-21D4-47E2-9C79-C70DAE4A1DFB}" dt="2021-01-20T07:16:44.480" v="3986"/>
          <ac:grpSpMkLst>
            <pc:docMk/>
            <pc:sldMk cId="45991357" sldId="276"/>
            <ac:grpSpMk id="223" creationId="{5ACA5588-C78A-422C-BD1E-B42D88AB420B}"/>
          </ac:grpSpMkLst>
        </pc:grpChg>
        <pc:grpChg chg="del mod">
          <ac:chgData name="VIkram Goyal" userId="4529b0165c9307b1" providerId="LiveId" clId="{697E15A4-21D4-47E2-9C79-C70DAE4A1DFB}" dt="2021-01-20T07:16:28.805" v="3978"/>
          <ac:grpSpMkLst>
            <pc:docMk/>
            <pc:sldMk cId="45991357" sldId="276"/>
            <ac:grpSpMk id="250" creationId="{4286B1A0-D40A-4617-91A6-2ADEA4465AD3}"/>
          </ac:grpSpMkLst>
        </pc:grpChg>
        <pc:grpChg chg="del mod">
          <ac:chgData name="VIkram Goyal" userId="4529b0165c9307b1" providerId="LiveId" clId="{697E15A4-21D4-47E2-9C79-C70DAE4A1DFB}" dt="2021-01-20T07:17:54.602" v="4023"/>
          <ac:grpSpMkLst>
            <pc:docMk/>
            <pc:sldMk cId="45991357" sldId="276"/>
            <ac:grpSpMk id="251" creationId="{D731B434-EEA9-47BE-BB60-DA82CCF8DD23}"/>
          </ac:grpSpMkLst>
        </pc:grpChg>
        <pc:grpChg chg="del mod">
          <ac:chgData name="VIkram Goyal" userId="4529b0165c9307b1" providerId="LiveId" clId="{697E15A4-21D4-47E2-9C79-C70DAE4A1DFB}" dt="2021-01-20T07:16:44.480" v="3986"/>
          <ac:grpSpMkLst>
            <pc:docMk/>
            <pc:sldMk cId="45991357" sldId="276"/>
            <ac:grpSpMk id="256" creationId="{0570485A-A14F-4C46-85A5-CA683CF35C7A}"/>
          </ac:grpSpMkLst>
        </pc:grpChg>
        <pc:grpChg chg="del mod">
          <ac:chgData name="VIkram Goyal" userId="4529b0165c9307b1" providerId="LiveId" clId="{697E15A4-21D4-47E2-9C79-C70DAE4A1DFB}" dt="2021-01-20T07:17:08.301" v="3988"/>
          <ac:grpSpMkLst>
            <pc:docMk/>
            <pc:sldMk cId="45991357" sldId="276"/>
            <ac:grpSpMk id="259" creationId="{3A86C25A-F7A6-4997-A2FB-296B62D2A8EE}"/>
          </ac:grpSpMkLst>
        </pc:grpChg>
        <pc:grpChg chg="del mod">
          <ac:chgData name="VIkram Goyal" userId="4529b0165c9307b1" providerId="LiveId" clId="{697E15A4-21D4-47E2-9C79-C70DAE4A1DFB}" dt="2021-01-20T07:17:25.590" v="4006"/>
          <ac:grpSpMkLst>
            <pc:docMk/>
            <pc:sldMk cId="45991357" sldId="276"/>
            <ac:grpSpMk id="261" creationId="{2C6DD7AC-BE2D-4C11-A610-54849148FE2B}"/>
          </ac:grpSpMkLst>
        </pc:grpChg>
        <pc:grpChg chg="del mod">
          <ac:chgData name="VIkram Goyal" userId="4529b0165c9307b1" providerId="LiveId" clId="{697E15A4-21D4-47E2-9C79-C70DAE4A1DFB}" dt="2021-01-20T07:17:17.199" v="3996"/>
          <ac:grpSpMkLst>
            <pc:docMk/>
            <pc:sldMk cId="45991357" sldId="276"/>
            <ac:grpSpMk id="269" creationId="{FCD69ECC-791F-465B-BEFB-5625B309AE11}"/>
          </ac:grpSpMkLst>
        </pc:grpChg>
        <pc:grpChg chg="del mod">
          <ac:chgData name="VIkram Goyal" userId="4529b0165c9307b1" providerId="LiveId" clId="{697E15A4-21D4-47E2-9C79-C70DAE4A1DFB}" dt="2021-01-20T07:17:19.842" v="4000"/>
          <ac:grpSpMkLst>
            <pc:docMk/>
            <pc:sldMk cId="45991357" sldId="276"/>
            <ac:grpSpMk id="270" creationId="{CAF695BB-31E7-45AC-B2CE-8428508E2D02}"/>
          </ac:grpSpMkLst>
        </pc:grpChg>
        <pc:grpChg chg="del mod">
          <ac:chgData name="VIkram Goyal" userId="4529b0165c9307b1" providerId="LiveId" clId="{697E15A4-21D4-47E2-9C79-C70DAE4A1DFB}" dt="2021-01-20T07:17:30.891" v="4010"/>
          <ac:grpSpMkLst>
            <pc:docMk/>
            <pc:sldMk cId="45991357" sldId="276"/>
            <ac:grpSpMk id="274" creationId="{9E7554EE-40DA-4CE4-860F-C658AE35C53C}"/>
          </ac:grpSpMkLst>
        </pc:grpChg>
        <pc:grpChg chg="del mod">
          <ac:chgData name="VIkram Goyal" userId="4529b0165c9307b1" providerId="LiveId" clId="{697E15A4-21D4-47E2-9C79-C70DAE4A1DFB}" dt="2021-01-20T07:17:25.590" v="4006"/>
          <ac:grpSpMkLst>
            <pc:docMk/>
            <pc:sldMk cId="45991357" sldId="276"/>
            <ac:grpSpMk id="280" creationId="{855D1338-2DE6-4CD5-8A7F-698D9629BBC1}"/>
          </ac:grpSpMkLst>
        </pc:grpChg>
        <pc:grpChg chg="del mod">
          <ac:chgData name="VIkram Goyal" userId="4529b0165c9307b1" providerId="LiveId" clId="{697E15A4-21D4-47E2-9C79-C70DAE4A1DFB}" dt="2021-01-20T07:17:54.602" v="4023"/>
          <ac:grpSpMkLst>
            <pc:docMk/>
            <pc:sldMk cId="45991357" sldId="276"/>
            <ac:grpSpMk id="281" creationId="{CE477B1D-03BA-4A68-B990-52529C165BAA}"/>
          </ac:grpSpMkLst>
        </pc:grpChg>
        <pc:grpChg chg="del mod">
          <ac:chgData name="VIkram Goyal" userId="4529b0165c9307b1" providerId="LiveId" clId="{697E15A4-21D4-47E2-9C79-C70DAE4A1DFB}" dt="2021-01-20T07:17:54.602" v="4023"/>
          <ac:grpSpMkLst>
            <pc:docMk/>
            <pc:sldMk cId="45991357" sldId="276"/>
            <ac:grpSpMk id="285" creationId="{4D417635-EEEC-48A2-89E6-A2AD24F049BE}"/>
          </ac:grpSpMkLst>
        </pc:grpChg>
        <pc:grpChg chg="del mod">
          <ac:chgData name="VIkram Goyal" userId="4529b0165c9307b1" providerId="LiveId" clId="{697E15A4-21D4-47E2-9C79-C70DAE4A1DFB}" dt="2021-01-20T07:17:54.602" v="4023"/>
          <ac:grpSpMkLst>
            <pc:docMk/>
            <pc:sldMk cId="45991357" sldId="276"/>
            <ac:grpSpMk id="291" creationId="{7786D3DE-76D5-42A5-B3CE-644DEE945FFB}"/>
          </ac:grpSpMkLst>
        </pc:grpChg>
        <pc:grpChg chg="del mod">
          <ac:chgData name="VIkram Goyal" userId="4529b0165c9307b1" providerId="LiveId" clId="{697E15A4-21D4-47E2-9C79-C70DAE4A1DFB}" dt="2021-01-20T07:17:54.602" v="4023"/>
          <ac:grpSpMkLst>
            <pc:docMk/>
            <pc:sldMk cId="45991357" sldId="276"/>
            <ac:grpSpMk id="298" creationId="{A901A79D-CFBE-4FFB-A1BF-3CB5FCA8F3A7}"/>
          </ac:grpSpMkLst>
        </pc:grpChg>
        <pc:grpChg chg="mod">
          <ac:chgData name="VIkram Goyal" userId="4529b0165c9307b1" providerId="LiveId" clId="{697E15A4-21D4-47E2-9C79-C70DAE4A1DFB}" dt="2021-01-20T07:17:54.602" v="4023"/>
          <ac:grpSpMkLst>
            <pc:docMk/>
            <pc:sldMk cId="45991357" sldId="276"/>
            <ac:grpSpMk id="299" creationId="{2949DAFA-6F7A-499B-9310-89AE44CA182C}"/>
          </ac:grpSpMkLst>
        </pc:grpChg>
        <pc:grpChg chg="mod">
          <ac:chgData name="VIkram Goyal" userId="4529b0165c9307b1" providerId="LiveId" clId="{697E15A4-21D4-47E2-9C79-C70DAE4A1DFB}" dt="2021-01-20T07:18:00.049" v="4026"/>
          <ac:grpSpMkLst>
            <pc:docMk/>
            <pc:sldMk cId="45991357" sldId="276"/>
            <ac:grpSpMk id="302" creationId="{A1DCBC2E-D55F-4AF3-84C9-DCFD433D3C63}"/>
          </ac:grpSpMkLst>
        </pc:grpChg>
        <pc:inkChg chg="add del mod">
          <ac:chgData name="VIkram Goyal" userId="4529b0165c9307b1" providerId="LiveId" clId="{697E15A4-21D4-47E2-9C79-C70DAE4A1DFB}" dt="2021-01-20T07:14:03.296" v="3806"/>
          <ac:inkMkLst>
            <pc:docMk/>
            <pc:sldMk cId="45991357" sldId="276"/>
            <ac:inkMk id="4" creationId="{06EBED7F-3ED8-4296-8DB2-5345032203F3}"/>
          </ac:inkMkLst>
        </pc:inkChg>
        <pc:inkChg chg="add del mod">
          <ac:chgData name="VIkram Goyal" userId="4529b0165c9307b1" providerId="LiveId" clId="{697E15A4-21D4-47E2-9C79-C70DAE4A1DFB}" dt="2021-01-20T07:14:03.289" v="3786"/>
          <ac:inkMkLst>
            <pc:docMk/>
            <pc:sldMk cId="45991357" sldId="276"/>
            <ac:inkMk id="5" creationId="{F8101805-A8E6-4C96-8C3C-EC978B8F9098}"/>
          </ac:inkMkLst>
        </pc:inkChg>
        <pc:inkChg chg="add del mod">
          <ac:chgData name="VIkram Goyal" userId="4529b0165c9307b1" providerId="LiveId" clId="{697E15A4-21D4-47E2-9C79-C70DAE4A1DFB}" dt="2021-01-20T07:14:03.290" v="3789"/>
          <ac:inkMkLst>
            <pc:docMk/>
            <pc:sldMk cId="45991357" sldId="276"/>
            <ac:inkMk id="6" creationId="{D167E7AD-D812-4C68-B227-08752154C06F}"/>
          </ac:inkMkLst>
        </pc:inkChg>
        <pc:inkChg chg="add del mod">
          <ac:chgData name="VIkram Goyal" userId="4529b0165c9307b1" providerId="LiveId" clId="{697E15A4-21D4-47E2-9C79-C70DAE4A1DFB}" dt="2021-01-20T07:14:03.284" v="3775"/>
          <ac:inkMkLst>
            <pc:docMk/>
            <pc:sldMk cId="45991357" sldId="276"/>
            <ac:inkMk id="7" creationId="{E91698B7-FD38-4D37-AA1B-E4ADFD2749B3}"/>
          </ac:inkMkLst>
        </pc:inkChg>
        <pc:inkChg chg="add del mod">
          <ac:chgData name="VIkram Goyal" userId="4529b0165c9307b1" providerId="LiveId" clId="{697E15A4-21D4-47E2-9C79-C70DAE4A1DFB}" dt="2021-01-20T07:14:03.307" v="3825"/>
          <ac:inkMkLst>
            <pc:docMk/>
            <pc:sldMk cId="45991357" sldId="276"/>
            <ac:inkMk id="8" creationId="{26B2785B-759C-4F16-919F-E053DB83FF69}"/>
          </ac:inkMkLst>
        </pc:inkChg>
        <pc:inkChg chg="add del mod">
          <ac:chgData name="VIkram Goyal" userId="4529b0165c9307b1" providerId="LiveId" clId="{697E15A4-21D4-47E2-9C79-C70DAE4A1DFB}" dt="2021-01-20T07:14:03.275" v="3763"/>
          <ac:inkMkLst>
            <pc:docMk/>
            <pc:sldMk cId="45991357" sldId="276"/>
            <ac:inkMk id="9" creationId="{C5681298-364E-4794-8620-A4C8C90E26D1}"/>
          </ac:inkMkLst>
        </pc:inkChg>
        <pc:inkChg chg="add del mod">
          <ac:chgData name="VIkram Goyal" userId="4529b0165c9307b1" providerId="LiveId" clId="{697E15A4-21D4-47E2-9C79-C70DAE4A1DFB}" dt="2021-01-20T07:14:03.297" v="3808"/>
          <ac:inkMkLst>
            <pc:docMk/>
            <pc:sldMk cId="45991357" sldId="276"/>
            <ac:inkMk id="10" creationId="{BF099E22-228C-42AB-A3D1-944FCB85F3F0}"/>
          </ac:inkMkLst>
        </pc:inkChg>
        <pc:inkChg chg="add del mod">
          <ac:chgData name="VIkram Goyal" userId="4529b0165c9307b1" providerId="LiveId" clId="{697E15A4-21D4-47E2-9C79-C70DAE4A1DFB}" dt="2021-01-20T07:14:03.277" v="3765"/>
          <ac:inkMkLst>
            <pc:docMk/>
            <pc:sldMk cId="45991357" sldId="276"/>
            <ac:inkMk id="11" creationId="{E9CB0538-5062-431C-91B5-80931E92EAA4}"/>
          </ac:inkMkLst>
        </pc:inkChg>
        <pc:inkChg chg="add del mod">
          <ac:chgData name="VIkram Goyal" userId="4529b0165c9307b1" providerId="LiveId" clId="{697E15A4-21D4-47E2-9C79-C70DAE4A1DFB}" dt="2021-01-20T07:14:03.295" v="3801"/>
          <ac:inkMkLst>
            <pc:docMk/>
            <pc:sldMk cId="45991357" sldId="276"/>
            <ac:inkMk id="12" creationId="{F352EBE7-E49D-4021-8D99-C855CC3569DC}"/>
          </ac:inkMkLst>
        </pc:inkChg>
        <pc:inkChg chg="add del mod">
          <ac:chgData name="VIkram Goyal" userId="4529b0165c9307b1" providerId="LiveId" clId="{697E15A4-21D4-47E2-9C79-C70DAE4A1DFB}" dt="2021-01-20T07:14:03.270" v="3757"/>
          <ac:inkMkLst>
            <pc:docMk/>
            <pc:sldMk cId="45991357" sldId="276"/>
            <ac:inkMk id="13" creationId="{F5135F66-9FA1-49D8-A838-21A94DB753D8}"/>
          </ac:inkMkLst>
        </pc:inkChg>
        <pc:inkChg chg="add del mod">
          <ac:chgData name="VIkram Goyal" userId="4529b0165c9307b1" providerId="LiveId" clId="{697E15A4-21D4-47E2-9C79-C70DAE4A1DFB}" dt="2021-01-20T07:14:03.271" v="3758"/>
          <ac:inkMkLst>
            <pc:docMk/>
            <pc:sldMk cId="45991357" sldId="276"/>
            <ac:inkMk id="14" creationId="{86E101C4-6FD6-4B46-9DF0-54BEC318E16D}"/>
          </ac:inkMkLst>
        </pc:inkChg>
        <pc:inkChg chg="add del mod">
          <ac:chgData name="VIkram Goyal" userId="4529b0165c9307b1" providerId="LiveId" clId="{697E15A4-21D4-47E2-9C79-C70DAE4A1DFB}" dt="2021-01-20T07:14:03.292" v="3793"/>
          <ac:inkMkLst>
            <pc:docMk/>
            <pc:sldMk cId="45991357" sldId="276"/>
            <ac:inkMk id="15" creationId="{F2F0F389-B4E4-491D-9CDD-5C948B1668B6}"/>
          </ac:inkMkLst>
        </pc:inkChg>
        <pc:inkChg chg="add del mod">
          <ac:chgData name="VIkram Goyal" userId="4529b0165c9307b1" providerId="LiveId" clId="{697E15A4-21D4-47E2-9C79-C70DAE4A1DFB}" dt="2021-01-20T07:14:03.294" v="3800"/>
          <ac:inkMkLst>
            <pc:docMk/>
            <pc:sldMk cId="45991357" sldId="276"/>
            <ac:inkMk id="16" creationId="{980FB8BF-036F-4D89-A8B5-19E4B6B88A8C}"/>
          </ac:inkMkLst>
        </pc:inkChg>
        <pc:inkChg chg="add del mod">
          <ac:chgData name="VIkram Goyal" userId="4529b0165c9307b1" providerId="LiveId" clId="{697E15A4-21D4-47E2-9C79-C70DAE4A1DFB}" dt="2021-01-20T07:14:03.305" v="3822"/>
          <ac:inkMkLst>
            <pc:docMk/>
            <pc:sldMk cId="45991357" sldId="276"/>
            <ac:inkMk id="17" creationId="{098C62D4-7A02-4209-8B40-48A37512BADE}"/>
          </ac:inkMkLst>
        </pc:inkChg>
        <pc:inkChg chg="add del mod">
          <ac:chgData name="VIkram Goyal" userId="4529b0165c9307b1" providerId="LiveId" clId="{697E15A4-21D4-47E2-9C79-C70DAE4A1DFB}" dt="2021-01-20T07:14:03.288" v="3784"/>
          <ac:inkMkLst>
            <pc:docMk/>
            <pc:sldMk cId="45991357" sldId="276"/>
            <ac:inkMk id="18" creationId="{4187C0DD-4D8B-462B-8F3C-59FDAB1AFB8D}"/>
          </ac:inkMkLst>
        </pc:inkChg>
        <pc:inkChg chg="add del mod">
          <ac:chgData name="VIkram Goyal" userId="4529b0165c9307b1" providerId="LiveId" clId="{697E15A4-21D4-47E2-9C79-C70DAE4A1DFB}" dt="2021-01-20T07:14:03.304" v="3819"/>
          <ac:inkMkLst>
            <pc:docMk/>
            <pc:sldMk cId="45991357" sldId="276"/>
            <ac:inkMk id="19" creationId="{2ED00581-BC6B-4788-808B-FF487E97F331}"/>
          </ac:inkMkLst>
        </pc:inkChg>
        <pc:inkChg chg="add del mod">
          <ac:chgData name="VIkram Goyal" userId="4529b0165c9307b1" providerId="LiveId" clId="{697E15A4-21D4-47E2-9C79-C70DAE4A1DFB}" dt="2021-01-20T07:14:03.286" v="3778"/>
          <ac:inkMkLst>
            <pc:docMk/>
            <pc:sldMk cId="45991357" sldId="276"/>
            <ac:inkMk id="20" creationId="{3793AFF3-F754-405B-BF68-801A828BF4EF}"/>
          </ac:inkMkLst>
        </pc:inkChg>
        <pc:inkChg chg="add del mod">
          <ac:chgData name="VIkram Goyal" userId="4529b0165c9307b1" providerId="LiveId" clId="{697E15A4-21D4-47E2-9C79-C70DAE4A1DFB}" dt="2021-01-20T07:14:03.304" v="3818"/>
          <ac:inkMkLst>
            <pc:docMk/>
            <pc:sldMk cId="45991357" sldId="276"/>
            <ac:inkMk id="21" creationId="{1CBA9DF0-8ADA-45B8-80F4-AAC7D5ACED99}"/>
          </ac:inkMkLst>
        </pc:inkChg>
        <pc:inkChg chg="add del mod">
          <ac:chgData name="VIkram Goyal" userId="4529b0165c9307b1" providerId="LiveId" clId="{697E15A4-21D4-47E2-9C79-C70DAE4A1DFB}" dt="2021-01-20T07:14:03.277" v="3766"/>
          <ac:inkMkLst>
            <pc:docMk/>
            <pc:sldMk cId="45991357" sldId="276"/>
            <ac:inkMk id="22" creationId="{ACC3EA51-718A-48F2-ADFE-8580AC526D84}"/>
          </ac:inkMkLst>
        </pc:inkChg>
        <pc:inkChg chg="add del mod">
          <ac:chgData name="VIkram Goyal" userId="4529b0165c9307b1" providerId="LiveId" clId="{697E15A4-21D4-47E2-9C79-C70DAE4A1DFB}" dt="2021-01-20T07:14:03.290" v="3788"/>
          <ac:inkMkLst>
            <pc:docMk/>
            <pc:sldMk cId="45991357" sldId="276"/>
            <ac:inkMk id="23" creationId="{F8B313E0-3521-4D1B-9EA6-2545C6EEDD76}"/>
          </ac:inkMkLst>
        </pc:inkChg>
        <pc:inkChg chg="add del mod">
          <ac:chgData name="VIkram Goyal" userId="4529b0165c9307b1" providerId="LiveId" clId="{697E15A4-21D4-47E2-9C79-C70DAE4A1DFB}" dt="2021-01-20T07:14:03.287" v="3780"/>
          <ac:inkMkLst>
            <pc:docMk/>
            <pc:sldMk cId="45991357" sldId="276"/>
            <ac:inkMk id="24" creationId="{0DB8464E-8CBB-4D34-92DD-788594208DDC}"/>
          </ac:inkMkLst>
        </pc:inkChg>
        <pc:inkChg chg="add del mod">
          <ac:chgData name="VIkram Goyal" userId="4529b0165c9307b1" providerId="LiveId" clId="{697E15A4-21D4-47E2-9C79-C70DAE4A1DFB}" dt="2021-01-20T07:14:03.306" v="3824"/>
          <ac:inkMkLst>
            <pc:docMk/>
            <pc:sldMk cId="45991357" sldId="276"/>
            <ac:inkMk id="25" creationId="{4383FB36-AD7B-4309-BDCA-1DDD25B2B55B}"/>
          </ac:inkMkLst>
        </pc:inkChg>
        <pc:inkChg chg="add del mod">
          <ac:chgData name="VIkram Goyal" userId="4529b0165c9307b1" providerId="LiveId" clId="{697E15A4-21D4-47E2-9C79-C70DAE4A1DFB}" dt="2021-01-20T07:14:03.302" v="3816"/>
          <ac:inkMkLst>
            <pc:docMk/>
            <pc:sldMk cId="45991357" sldId="276"/>
            <ac:inkMk id="26" creationId="{4BF365C3-D7D3-4B75-9532-E2FB4AB0CA62}"/>
          </ac:inkMkLst>
        </pc:inkChg>
        <pc:inkChg chg="add del mod">
          <ac:chgData name="VIkram Goyal" userId="4529b0165c9307b1" providerId="LiveId" clId="{697E15A4-21D4-47E2-9C79-C70DAE4A1DFB}" dt="2021-01-20T07:14:03.274" v="3762"/>
          <ac:inkMkLst>
            <pc:docMk/>
            <pc:sldMk cId="45991357" sldId="276"/>
            <ac:inkMk id="27" creationId="{A14001BA-19F5-42E7-AEF1-A17269E82344}"/>
          </ac:inkMkLst>
        </pc:inkChg>
        <pc:inkChg chg="add del mod">
          <ac:chgData name="VIkram Goyal" userId="4529b0165c9307b1" providerId="LiveId" clId="{697E15A4-21D4-47E2-9C79-C70DAE4A1DFB}" dt="2021-01-20T07:14:03.300" v="3814"/>
          <ac:inkMkLst>
            <pc:docMk/>
            <pc:sldMk cId="45991357" sldId="276"/>
            <ac:inkMk id="28" creationId="{2FEAB4E7-2BF7-4D75-A780-CB7002E5F782}"/>
          </ac:inkMkLst>
        </pc:inkChg>
        <pc:inkChg chg="add del mod">
          <ac:chgData name="VIkram Goyal" userId="4529b0165c9307b1" providerId="LiveId" clId="{697E15A4-21D4-47E2-9C79-C70DAE4A1DFB}" dt="2021-01-20T07:14:03.294" v="3799"/>
          <ac:inkMkLst>
            <pc:docMk/>
            <pc:sldMk cId="45991357" sldId="276"/>
            <ac:inkMk id="29" creationId="{90A94316-E4CE-42DF-A023-35A429B5A99A}"/>
          </ac:inkMkLst>
        </pc:inkChg>
        <pc:inkChg chg="add del mod">
          <ac:chgData name="VIkram Goyal" userId="4529b0165c9307b1" providerId="LiveId" clId="{697E15A4-21D4-47E2-9C79-C70DAE4A1DFB}" dt="2021-01-20T07:14:03.293" v="3795"/>
          <ac:inkMkLst>
            <pc:docMk/>
            <pc:sldMk cId="45991357" sldId="276"/>
            <ac:inkMk id="30" creationId="{0B422C0B-69AA-4F7B-8145-C3E0D7257BFD}"/>
          </ac:inkMkLst>
        </pc:inkChg>
        <pc:inkChg chg="add del mod">
          <ac:chgData name="VIkram Goyal" userId="4529b0165c9307b1" providerId="LiveId" clId="{697E15A4-21D4-47E2-9C79-C70DAE4A1DFB}" dt="2021-01-20T07:12:07.271" v="3671"/>
          <ac:inkMkLst>
            <pc:docMk/>
            <pc:sldMk cId="45991357" sldId="276"/>
            <ac:inkMk id="32" creationId="{7C675CA3-FAE7-453D-92F8-830626F179F8}"/>
          </ac:inkMkLst>
        </pc:inkChg>
        <pc:inkChg chg="add del mod">
          <ac:chgData name="VIkram Goyal" userId="4529b0165c9307b1" providerId="LiveId" clId="{697E15A4-21D4-47E2-9C79-C70DAE4A1DFB}" dt="2021-01-20T07:12:07.276" v="3676"/>
          <ac:inkMkLst>
            <pc:docMk/>
            <pc:sldMk cId="45991357" sldId="276"/>
            <ac:inkMk id="33" creationId="{838229A1-3AE4-457A-8A9D-107098BFCD2F}"/>
          </ac:inkMkLst>
        </pc:inkChg>
        <pc:inkChg chg="add del mod">
          <ac:chgData name="VIkram Goyal" userId="4529b0165c9307b1" providerId="LiveId" clId="{697E15A4-21D4-47E2-9C79-C70DAE4A1DFB}" dt="2021-01-20T07:12:07.274" v="3674"/>
          <ac:inkMkLst>
            <pc:docMk/>
            <pc:sldMk cId="45991357" sldId="276"/>
            <ac:inkMk id="34" creationId="{F717D987-B512-4676-ACF7-9B9F7818BAFD}"/>
          </ac:inkMkLst>
        </pc:inkChg>
        <pc:inkChg chg="add del mod">
          <ac:chgData name="VIkram Goyal" userId="4529b0165c9307b1" providerId="LiveId" clId="{697E15A4-21D4-47E2-9C79-C70DAE4A1DFB}" dt="2021-01-20T07:12:07.278" v="3680"/>
          <ac:inkMkLst>
            <pc:docMk/>
            <pc:sldMk cId="45991357" sldId="276"/>
            <ac:inkMk id="35" creationId="{EA1B0E07-0B03-4D80-B045-7A57C4859925}"/>
          </ac:inkMkLst>
        </pc:inkChg>
        <pc:inkChg chg="add del mod">
          <ac:chgData name="VIkram Goyal" userId="4529b0165c9307b1" providerId="LiveId" clId="{697E15A4-21D4-47E2-9C79-C70DAE4A1DFB}" dt="2021-01-20T07:12:07.278" v="3681"/>
          <ac:inkMkLst>
            <pc:docMk/>
            <pc:sldMk cId="45991357" sldId="276"/>
            <ac:inkMk id="36" creationId="{4F26DEE6-5D29-41FE-8BBB-0B62109F3FF8}"/>
          </ac:inkMkLst>
        </pc:inkChg>
        <pc:inkChg chg="add del mod">
          <ac:chgData name="VIkram Goyal" userId="4529b0165c9307b1" providerId="LiveId" clId="{697E15A4-21D4-47E2-9C79-C70DAE4A1DFB}" dt="2021-01-20T07:12:07.277" v="3679"/>
          <ac:inkMkLst>
            <pc:docMk/>
            <pc:sldMk cId="45991357" sldId="276"/>
            <ac:inkMk id="38" creationId="{379F0410-8532-4DE0-9CDB-A7ED76EB3786}"/>
          </ac:inkMkLst>
        </pc:inkChg>
        <pc:inkChg chg="add del mod">
          <ac:chgData name="VIkram Goyal" userId="4529b0165c9307b1" providerId="LiveId" clId="{697E15A4-21D4-47E2-9C79-C70DAE4A1DFB}" dt="2021-01-20T07:12:07.273" v="3673"/>
          <ac:inkMkLst>
            <pc:docMk/>
            <pc:sldMk cId="45991357" sldId="276"/>
            <ac:inkMk id="39" creationId="{C2384A25-9DE0-49EE-8A17-846950385E07}"/>
          </ac:inkMkLst>
        </pc:inkChg>
        <pc:inkChg chg="add del mod">
          <ac:chgData name="VIkram Goyal" userId="4529b0165c9307b1" providerId="LiveId" clId="{697E15A4-21D4-47E2-9C79-C70DAE4A1DFB}" dt="2021-01-20T07:12:07.279" v="3682"/>
          <ac:inkMkLst>
            <pc:docMk/>
            <pc:sldMk cId="45991357" sldId="276"/>
            <ac:inkMk id="41" creationId="{1CD71492-2FD5-45C0-ADD7-4B4E594EBC41}"/>
          </ac:inkMkLst>
        </pc:inkChg>
        <pc:inkChg chg="add del mod">
          <ac:chgData name="VIkram Goyal" userId="4529b0165c9307b1" providerId="LiveId" clId="{697E15A4-21D4-47E2-9C79-C70DAE4A1DFB}" dt="2021-01-20T07:12:07.270" v="3670"/>
          <ac:inkMkLst>
            <pc:docMk/>
            <pc:sldMk cId="45991357" sldId="276"/>
            <ac:inkMk id="42" creationId="{EBF236C8-5A3D-4174-AADE-E3A1D14AFB3F}"/>
          </ac:inkMkLst>
        </pc:inkChg>
        <pc:inkChg chg="add del mod">
          <ac:chgData name="VIkram Goyal" userId="4529b0165c9307b1" providerId="LiveId" clId="{697E15A4-21D4-47E2-9C79-C70DAE4A1DFB}" dt="2021-01-20T07:12:07.276" v="3677"/>
          <ac:inkMkLst>
            <pc:docMk/>
            <pc:sldMk cId="45991357" sldId="276"/>
            <ac:inkMk id="44" creationId="{0A617030-711A-4BE7-8648-F41FDFE719EA}"/>
          </ac:inkMkLst>
        </pc:inkChg>
        <pc:inkChg chg="add del mod">
          <ac:chgData name="VIkram Goyal" userId="4529b0165c9307b1" providerId="LiveId" clId="{697E15A4-21D4-47E2-9C79-C70DAE4A1DFB}" dt="2021-01-20T07:12:07.272" v="3672"/>
          <ac:inkMkLst>
            <pc:docMk/>
            <pc:sldMk cId="45991357" sldId="276"/>
            <ac:inkMk id="45" creationId="{E10B3C64-E9DD-47D1-998C-42FF932B375E}"/>
          </ac:inkMkLst>
        </pc:inkChg>
        <pc:inkChg chg="add del mod">
          <ac:chgData name="VIkram Goyal" userId="4529b0165c9307b1" providerId="LiveId" clId="{697E15A4-21D4-47E2-9C79-C70DAE4A1DFB}" dt="2021-01-20T07:12:07.277" v="3678"/>
          <ac:inkMkLst>
            <pc:docMk/>
            <pc:sldMk cId="45991357" sldId="276"/>
            <ac:inkMk id="46" creationId="{0CB1B066-5645-4255-9244-40F4197249B6}"/>
          </ac:inkMkLst>
        </pc:inkChg>
        <pc:inkChg chg="add del mod">
          <ac:chgData name="VIkram Goyal" userId="4529b0165c9307b1" providerId="LiveId" clId="{697E15A4-21D4-47E2-9C79-C70DAE4A1DFB}" dt="2021-01-20T07:12:07.275" v="3675"/>
          <ac:inkMkLst>
            <pc:docMk/>
            <pc:sldMk cId="45991357" sldId="276"/>
            <ac:inkMk id="47" creationId="{296888B8-A134-4DE0-A19F-2D2967C190D1}"/>
          </ac:inkMkLst>
        </pc:inkChg>
        <pc:inkChg chg="add del mod">
          <ac:chgData name="VIkram Goyal" userId="4529b0165c9307b1" providerId="LiveId" clId="{697E15A4-21D4-47E2-9C79-C70DAE4A1DFB}" dt="2021-01-20T07:14:03.296" v="3807"/>
          <ac:inkMkLst>
            <pc:docMk/>
            <pc:sldMk cId="45991357" sldId="276"/>
            <ac:inkMk id="49" creationId="{72B9D8B0-D19E-4EF3-BE74-FC86537119B0}"/>
          </ac:inkMkLst>
        </pc:inkChg>
        <pc:inkChg chg="add del mod">
          <ac:chgData name="VIkram Goyal" userId="4529b0165c9307b1" providerId="LiveId" clId="{697E15A4-21D4-47E2-9C79-C70DAE4A1DFB}" dt="2021-01-20T07:14:03.308" v="3826"/>
          <ac:inkMkLst>
            <pc:docMk/>
            <pc:sldMk cId="45991357" sldId="276"/>
            <ac:inkMk id="50" creationId="{549D27B2-A6B6-4CBF-9D35-8E11351D07AA}"/>
          </ac:inkMkLst>
        </pc:inkChg>
        <pc:inkChg chg="add del mod">
          <ac:chgData name="VIkram Goyal" userId="4529b0165c9307b1" providerId="LiveId" clId="{697E15A4-21D4-47E2-9C79-C70DAE4A1DFB}" dt="2021-01-20T07:14:03.282" v="3772"/>
          <ac:inkMkLst>
            <pc:docMk/>
            <pc:sldMk cId="45991357" sldId="276"/>
            <ac:inkMk id="51" creationId="{14A188F4-7E01-4DF3-AABD-4D21F620536B}"/>
          </ac:inkMkLst>
        </pc:inkChg>
        <pc:inkChg chg="add del mod">
          <ac:chgData name="VIkram Goyal" userId="4529b0165c9307b1" providerId="LiveId" clId="{697E15A4-21D4-47E2-9C79-C70DAE4A1DFB}" dt="2021-01-20T07:14:03.285" v="3777"/>
          <ac:inkMkLst>
            <pc:docMk/>
            <pc:sldMk cId="45991357" sldId="276"/>
            <ac:inkMk id="52" creationId="{2D0E0152-DE5E-4E93-8D53-5A33FE58EE98}"/>
          </ac:inkMkLst>
        </pc:inkChg>
        <pc:inkChg chg="add del mod">
          <ac:chgData name="VIkram Goyal" userId="4529b0165c9307b1" providerId="LiveId" clId="{697E15A4-21D4-47E2-9C79-C70DAE4A1DFB}" dt="2021-01-20T07:14:03.273" v="3760"/>
          <ac:inkMkLst>
            <pc:docMk/>
            <pc:sldMk cId="45991357" sldId="276"/>
            <ac:inkMk id="53" creationId="{575EB667-865C-433B-A249-4934D90B26C8}"/>
          </ac:inkMkLst>
        </pc:inkChg>
        <pc:inkChg chg="add del mod">
          <ac:chgData name="VIkram Goyal" userId="4529b0165c9307b1" providerId="LiveId" clId="{697E15A4-21D4-47E2-9C79-C70DAE4A1DFB}" dt="2021-01-20T07:14:03.289" v="3785"/>
          <ac:inkMkLst>
            <pc:docMk/>
            <pc:sldMk cId="45991357" sldId="276"/>
            <ac:inkMk id="55" creationId="{800DED91-6515-40D7-9A0C-7B8C87AA90F2}"/>
          </ac:inkMkLst>
        </pc:inkChg>
        <pc:inkChg chg="add del mod">
          <ac:chgData name="VIkram Goyal" userId="4529b0165c9307b1" providerId="LiveId" clId="{697E15A4-21D4-47E2-9C79-C70DAE4A1DFB}" dt="2021-01-20T07:14:03.291" v="3790"/>
          <ac:inkMkLst>
            <pc:docMk/>
            <pc:sldMk cId="45991357" sldId="276"/>
            <ac:inkMk id="56" creationId="{48889E33-526F-4572-BC07-1EA74BB77B8B}"/>
          </ac:inkMkLst>
        </pc:inkChg>
        <pc:inkChg chg="add del mod">
          <ac:chgData name="VIkram Goyal" userId="4529b0165c9307b1" providerId="LiveId" clId="{697E15A4-21D4-47E2-9C79-C70DAE4A1DFB}" dt="2021-01-20T07:14:03.308" v="3827"/>
          <ac:inkMkLst>
            <pc:docMk/>
            <pc:sldMk cId="45991357" sldId="276"/>
            <ac:inkMk id="57" creationId="{97287022-47A6-45DE-9D5E-44BEBCCCB4E2}"/>
          </ac:inkMkLst>
        </pc:inkChg>
        <pc:inkChg chg="add del mod">
          <ac:chgData name="VIkram Goyal" userId="4529b0165c9307b1" providerId="LiveId" clId="{697E15A4-21D4-47E2-9C79-C70DAE4A1DFB}" dt="2021-01-20T07:14:03.299" v="3813"/>
          <ac:inkMkLst>
            <pc:docMk/>
            <pc:sldMk cId="45991357" sldId="276"/>
            <ac:inkMk id="59" creationId="{BDF1BB23-9042-4F46-8F1B-1569116CD51C}"/>
          </ac:inkMkLst>
        </pc:inkChg>
        <pc:inkChg chg="add del mod">
          <ac:chgData name="VIkram Goyal" userId="4529b0165c9307b1" providerId="LiveId" clId="{697E15A4-21D4-47E2-9C79-C70DAE4A1DFB}" dt="2021-01-20T07:14:03.296" v="3805"/>
          <ac:inkMkLst>
            <pc:docMk/>
            <pc:sldMk cId="45991357" sldId="276"/>
            <ac:inkMk id="60" creationId="{A229448F-B8BB-4E44-89F9-F8D6FDADD3B6}"/>
          </ac:inkMkLst>
        </pc:inkChg>
        <pc:inkChg chg="add del mod">
          <ac:chgData name="VIkram Goyal" userId="4529b0165c9307b1" providerId="LiveId" clId="{697E15A4-21D4-47E2-9C79-C70DAE4A1DFB}" dt="2021-01-20T07:14:03.289" v="3787"/>
          <ac:inkMkLst>
            <pc:docMk/>
            <pc:sldMk cId="45991357" sldId="276"/>
            <ac:inkMk id="61" creationId="{E1CCEF7F-21A6-48FF-A11C-AF070D3A35FB}"/>
          </ac:inkMkLst>
        </pc:inkChg>
        <pc:inkChg chg="add del mod">
          <ac:chgData name="VIkram Goyal" userId="4529b0165c9307b1" providerId="LiveId" clId="{697E15A4-21D4-47E2-9C79-C70DAE4A1DFB}" dt="2021-01-20T07:14:03.283" v="3773"/>
          <ac:inkMkLst>
            <pc:docMk/>
            <pc:sldMk cId="45991357" sldId="276"/>
            <ac:inkMk id="62" creationId="{10158105-A260-49A3-8CB7-31C402B3E031}"/>
          </ac:inkMkLst>
        </pc:inkChg>
        <pc:inkChg chg="add del mod">
          <ac:chgData name="VIkram Goyal" userId="4529b0165c9307b1" providerId="LiveId" clId="{697E15A4-21D4-47E2-9C79-C70DAE4A1DFB}" dt="2021-01-20T07:14:03.279" v="3768"/>
          <ac:inkMkLst>
            <pc:docMk/>
            <pc:sldMk cId="45991357" sldId="276"/>
            <ac:inkMk id="63" creationId="{AE112D81-BC63-4AFC-AA4F-E23EF84F5E40}"/>
          </ac:inkMkLst>
        </pc:inkChg>
        <pc:inkChg chg="add del mod">
          <ac:chgData name="VIkram Goyal" userId="4529b0165c9307b1" providerId="LiveId" clId="{697E15A4-21D4-47E2-9C79-C70DAE4A1DFB}" dt="2021-01-20T07:14:03.280" v="3770"/>
          <ac:inkMkLst>
            <pc:docMk/>
            <pc:sldMk cId="45991357" sldId="276"/>
            <ac:inkMk id="64" creationId="{38BF5FB7-02FE-46CB-9B13-63DED522C0FE}"/>
          </ac:inkMkLst>
        </pc:inkChg>
        <pc:inkChg chg="add del mod">
          <ac:chgData name="VIkram Goyal" userId="4529b0165c9307b1" providerId="LiveId" clId="{697E15A4-21D4-47E2-9C79-C70DAE4A1DFB}" dt="2021-01-20T07:14:03.305" v="3823"/>
          <ac:inkMkLst>
            <pc:docMk/>
            <pc:sldMk cId="45991357" sldId="276"/>
            <ac:inkMk id="66" creationId="{0F7A381B-1BA1-4232-80A9-B9BD068C5695}"/>
          </ac:inkMkLst>
        </pc:inkChg>
        <pc:inkChg chg="add del mod">
          <ac:chgData name="VIkram Goyal" userId="4529b0165c9307b1" providerId="LiveId" clId="{697E15A4-21D4-47E2-9C79-C70DAE4A1DFB}" dt="2021-01-20T07:14:03.291" v="3791"/>
          <ac:inkMkLst>
            <pc:docMk/>
            <pc:sldMk cId="45991357" sldId="276"/>
            <ac:inkMk id="67" creationId="{B7330B40-BFE4-4231-89A3-DB2691E169A1}"/>
          </ac:inkMkLst>
        </pc:inkChg>
        <pc:inkChg chg="add del mod">
          <ac:chgData name="VIkram Goyal" userId="4529b0165c9307b1" providerId="LiveId" clId="{697E15A4-21D4-47E2-9C79-C70DAE4A1DFB}" dt="2021-01-20T07:14:03.301" v="3815"/>
          <ac:inkMkLst>
            <pc:docMk/>
            <pc:sldMk cId="45991357" sldId="276"/>
            <ac:inkMk id="68" creationId="{B109A2EE-184B-420A-8841-557F53C14CC7}"/>
          </ac:inkMkLst>
        </pc:inkChg>
        <pc:inkChg chg="add del mod">
          <ac:chgData name="VIkram Goyal" userId="4529b0165c9307b1" providerId="LiveId" clId="{697E15A4-21D4-47E2-9C79-C70DAE4A1DFB}" dt="2021-01-20T07:14:03.281" v="3771"/>
          <ac:inkMkLst>
            <pc:docMk/>
            <pc:sldMk cId="45991357" sldId="276"/>
            <ac:inkMk id="69" creationId="{657F8C8B-3E59-4D0E-BCA0-D7F726B7880C}"/>
          </ac:inkMkLst>
        </pc:inkChg>
        <pc:inkChg chg="add del mod">
          <ac:chgData name="VIkram Goyal" userId="4529b0165c9307b1" providerId="LiveId" clId="{697E15A4-21D4-47E2-9C79-C70DAE4A1DFB}" dt="2021-01-20T07:14:03.288" v="3783"/>
          <ac:inkMkLst>
            <pc:docMk/>
            <pc:sldMk cId="45991357" sldId="276"/>
            <ac:inkMk id="71" creationId="{2A69655A-9628-4737-962E-8E00AD0AE8FA}"/>
          </ac:inkMkLst>
        </pc:inkChg>
        <pc:inkChg chg="add del mod">
          <ac:chgData name="VIkram Goyal" userId="4529b0165c9307b1" providerId="LiveId" clId="{697E15A4-21D4-47E2-9C79-C70DAE4A1DFB}" dt="2021-01-20T07:14:03.295" v="3803"/>
          <ac:inkMkLst>
            <pc:docMk/>
            <pc:sldMk cId="45991357" sldId="276"/>
            <ac:inkMk id="72" creationId="{A2C1892A-678B-4C2B-8240-A65E1EDB1472}"/>
          </ac:inkMkLst>
        </pc:inkChg>
        <pc:inkChg chg="add del mod">
          <ac:chgData name="VIkram Goyal" userId="4529b0165c9307b1" providerId="LiveId" clId="{697E15A4-21D4-47E2-9C79-C70DAE4A1DFB}" dt="2021-01-20T07:14:03.291" v="3792"/>
          <ac:inkMkLst>
            <pc:docMk/>
            <pc:sldMk cId="45991357" sldId="276"/>
            <ac:inkMk id="73" creationId="{84E3510B-D58B-4DB4-AE6C-9C0A58F957A9}"/>
          </ac:inkMkLst>
        </pc:inkChg>
        <pc:inkChg chg="add del mod">
          <ac:chgData name="VIkram Goyal" userId="4529b0165c9307b1" providerId="LiveId" clId="{697E15A4-21D4-47E2-9C79-C70DAE4A1DFB}" dt="2021-01-20T07:14:03.293" v="3796"/>
          <ac:inkMkLst>
            <pc:docMk/>
            <pc:sldMk cId="45991357" sldId="276"/>
            <ac:inkMk id="74" creationId="{1CD36A90-8205-4EA2-96C7-37A5A1A753DE}"/>
          </ac:inkMkLst>
        </pc:inkChg>
        <pc:inkChg chg="add del mod">
          <ac:chgData name="VIkram Goyal" userId="4529b0165c9307b1" providerId="LiveId" clId="{697E15A4-21D4-47E2-9C79-C70DAE4A1DFB}" dt="2021-01-20T07:14:03.276" v="3764"/>
          <ac:inkMkLst>
            <pc:docMk/>
            <pc:sldMk cId="45991357" sldId="276"/>
            <ac:inkMk id="76" creationId="{BEBF3EF9-3B0E-4D53-930A-62AA0232A876}"/>
          </ac:inkMkLst>
        </pc:inkChg>
        <pc:inkChg chg="add del mod">
          <ac:chgData name="VIkram Goyal" userId="4529b0165c9307b1" providerId="LiveId" clId="{697E15A4-21D4-47E2-9C79-C70DAE4A1DFB}" dt="2021-01-20T07:14:03.309" v="3828"/>
          <ac:inkMkLst>
            <pc:docMk/>
            <pc:sldMk cId="45991357" sldId="276"/>
            <ac:inkMk id="77" creationId="{729B9377-215E-48C1-A369-1576C570E21F}"/>
          </ac:inkMkLst>
        </pc:inkChg>
        <pc:inkChg chg="add del mod">
          <ac:chgData name="VIkram Goyal" userId="4529b0165c9307b1" providerId="LiveId" clId="{697E15A4-21D4-47E2-9C79-C70DAE4A1DFB}" dt="2021-01-20T07:14:03.278" v="3767"/>
          <ac:inkMkLst>
            <pc:docMk/>
            <pc:sldMk cId="45991357" sldId="276"/>
            <ac:inkMk id="78" creationId="{6B32FD32-3808-4B6F-A76E-0B7BC0E113F0}"/>
          </ac:inkMkLst>
        </pc:inkChg>
        <pc:inkChg chg="add del mod">
          <ac:chgData name="VIkram Goyal" userId="4529b0165c9307b1" providerId="LiveId" clId="{697E15A4-21D4-47E2-9C79-C70DAE4A1DFB}" dt="2021-01-20T07:14:03.292" v="3794"/>
          <ac:inkMkLst>
            <pc:docMk/>
            <pc:sldMk cId="45991357" sldId="276"/>
            <ac:inkMk id="80" creationId="{C322C0A2-8F18-4C10-A356-89198E88B18D}"/>
          </ac:inkMkLst>
        </pc:inkChg>
        <pc:inkChg chg="add del mod">
          <ac:chgData name="VIkram Goyal" userId="4529b0165c9307b1" providerId="LiveId" clId="{697E15A4-21D4-47E2-9C79-C70DAE4A1DFB}" dt="2021-01-20T07:14:03.293" v="3797"/>
          <ac:inkMkLst>
            <pc:docMk/>
            <pc:sldMk cId="45991357" sldId="276"/>
            <ac:inkMk id="81" creationId="{B06B0B57-0C34-4A3B-9731-D98E0534EA14}"/>
          </ac:inkMkLst>
        </pc:inkChg>
        <pc:inkChg chg="add del mod">
          <ac:chgData name="VIkram Goyal" userId="4529b0165c9307b1" providerId="LiveId" clId="{697E15A4-21D4-47E2-9C79-C70DAE4A1DFB}" dt="2021-01-20T07:14:03.285" v="3776"/>
          <ac:inkMkLst>
            <pc:docMk/>
            <pc:sldMk cId="45991357" sldId="276"/>
            <ac:inkMk id="82" creationId="{E59953CD-D922-45A2-8301-5BEC62E58934}"/>
          </ac:inkMkLst>
        </pc:inkChg>
        <pc:inkChg chg="add del mod">
          <ac:chgData name="VIkram Goyal" userId="4529b0165c9307b1" providerId="LiveId" clId="{697E15A4-21D4-47E2-9C79-C70DAE4A1DFB}" dt="2021-01-20T07:14:03.294" v="3798"/>
          <ac:inkMkLst>
            <pc:docMk/>
            <pc:sldMk cId="45991357" sldId="276"/>
            <ac:inkMk id="83" creationId="{60B7BBAA-01B9-4BB1-A9C2-F59E6342A82B}"/>
          </ac:inkMkLst>
        </pc:inkChg>
        <pc:inkChg chg="add del mod">
          <ac:chgData name="VIkram Goyal" userId="4529b0165c9307b1" providerId="LiveId" clId="{697E15A4-21D4-47E2-9C79-C70DAE4A1DFB}" dt="2021-01-20T07:14:03.287" v="3781"/>
          <ac:inkMkLst>
            <pc:docMk/>
            <pc:sldMk cId="45991357" sldId="276"/>
            <ac:inkMk id="84" creationId="{72CEA325-9D49-4E2F-8508-185B9DDC3382}"/>
          </ac:inkMkLst>
        </pc:inkChg>
        <pc:inkChg chg="add del mod">
          <ac:chgData name="VIkram Goyal" userId="4529b0165c9307b1" providerId="LiveId" clId="{697E15A4-21D4-47E2-9C79-C70DAE4A1DFB}" dt="2021-01-20T07:12:39.375" v="3730"/>
          <ac:inkMkLst>
            <pc:docMk/>
            <pc:sldMk cId="45991357" sldId="276"/>
            <ac:inkMk id="85" creationId="{B18AD2DA-2250-4942-B7D5-63F89BA1BB6F}"/>
          </ac:inkMkLst>
        </pc:inkChg>
        <pc:inkChg chg="add del mod">
          <ac:chgData name="VIkram Goyal" userId="4529b0165c9307b1" providerId="LiveId" clId="{697E15A4-21D4-47E2-9C79-C70DAE4A1DFB}" dt="2021-01-20T07:12:39.373" v="3728"/>
          <ac:inkMkLst>
            <pc:docMk/>
            <pc:sldMk cId="45991357" sldId="276"/>
            <ac:inkMk id="86" creationId="{952CE103-00FD-485E-977B-06E95A5FFCF4}"/>
          </ac:inkMkLst>
        </pc:inkChg>
        <pc:inkChg chg="add del mod">
          <ac:chgData name="VIkram Goyal" userId="4529b0165c9307b1" providerId="LiveId" clId="{697E15A4-21D4-47E2-9C79-C70DAE4A1DFB}" dt="2021-01-20T07:12:39.374" v="3729"/>
          <ac:inkMkLst>
            <pc:docMk/>
            <pc:sldMk cId="45991357" sldId="276"/>
            <ac:inkMk id="88" creationId="{6CF0B7FD-ACEB-47AE-8D1A-A51FEAE6A92F}"/>
          </ac:inkMkLst>
        </pc:inkChg>
        <pc:inkChg chg="add del mod">
          <ac:chgData name="VIkram Goyal" userId="4529b0165c9307b1" providerId="LiveId" clId="{697E15A4-21D4-47E2-9C79-C70DAE4A1DFB}" dt="2021-01-20T07:12:39.377" v="3732"/>
          <ac:inkMkLst>
            <pc:docMk/>
            <pc:sldMk cId="45991357" sldId="276"/>
            <ac:inkMk id="89" creationId="{9A52177B-DA43-49D7-991F-4BD212A76FE3}"/>
          </ac:inkMkLst>
        </pc:inkChg>
        <pc:inkChg chg="add del mod">
          <ac:chgData name="VIkram Goyal" userId="4529b0165c9307b1" providerId="LiveId" clId="{697E15A4-21D4-47E2-9C79-C70DAE4A1DFB}" dt="2021-01-20T07:12:39.373" v="3727"/>
          <ac:inkMkLst>
            <pc:docMk/>
            <pc:sldMk cId="45991357" sldId="276"/>
            <ac:inkMk id="90" creationId="{FAF58E19-8633-444B-A24E-24A7FB87E0AF}"/>
          </ac:inkMkLst>
        </pc:inkChg>
        <pc:inkChg chg="add del mod">
          <ac:chgData name="VIkram Goyal" userId="4529b0165c9307b1" providerId="LiveId" clId="{697E15A4-21D4-47E2-9C79-C70DAE4A1DFB}" dt="2021-01-20T07:12:39.376" v="3731"/>
          <ac:inkMkLst>
            <pc:docMk/>
            <pc:sldMk cId="45991357" sldId="276"/>
            <ac:inkMk id="91" creationId="{FB1B5D4C-412C-4987-8C2C-7C53D03533FE}"/>
          </ac:inkMkLst>
        </pc:inkChg>
        <pc:inkChg chg="add del mod">
          <ac:chgData name="VIkram Goyal" userId="4529b0165c9307b1" providerId="LiveId" clId="{697E15A4-21D4-47E2-9C79-C70DAE4A1DFB}" dt="2021-01-20T07:14:03.286" v="3779"/>
          <ac:inkMkLst>
            <pc:docMk/>
            <pc:sldMk cId="45991357" sldId="276"/>
            <ac:inkMk id="93" creationId="{FB0C5EC4-CF78-4A15-B74A-F83AC9BE15EE}"/>
          </ac:inkMkLst>
        </pc:inkChg>
        <pc:inkChg chg="add del mod">
          <ac:chgData name="VIkram Goyal" userId="4529b0165c9307b1" providerId="LiveId" clId="{697E15A4-21D4-47E2-9C79-C70DAE4A1DFB}" dt="2021-01-20T07:14:03.297" v="3809"/>
          <ac:inkMkLst>
            <pc:docMk/>
            <pc:sldMk cId="45991357" sldId="276"/>
            <ac:inkMk id="94" creationId="{8FE167AB-8470-4300-8017-50EE9601167F}"/>
          </ac:inkMkLst>
        </pc:inkChg>
        <pc:inkChg chg="add del mod">
          <ac:chgData name="VIkram Goyal" userId="4529b0165c9307b1" providerId="LiveId" clId="{697E15A4-21D4-47E2-9C79-C70DAE4A1DFB}" dt="2021-01-20T07:14:03.298" v="3812"/>
          <ac:inkMkLst>
            <pc:docMk/>
            <pc:sldMk cId="45991357" sldId="276"/>
            <ac:inkMk id="95" creationId="{DD46CB66-8357-4A37-BE7F-657F88FF99B0}"/>
          </ac:inkMkLst>
        </pc:inkChg>
        <pc:inkChg chg="add del mod">
          <ac:chgData name="VIkram Goyal" userId="4529b0165c9307b1" providerId="LiveId" clId="{697E15A4-21D4-47E2-9C79-C70DAE4A1DFB}" dt="2021-01-20T07:14:03.303" v="3817"/>
          <ac:inkMkLst>
            <pc:docMk/>
            <pc:sldMk cId="45991357" sldId="276"/>
            <ac:inkMk id="96" creationId="{977E6C88-C391-4E6C-BEA9-B7E880561DCE}"/>
          </ac:inkMkLst>
        </pc:inkChg>
        <pc:inkChg chg="add del mod">
          <ac:chgData name="VIkram Goyal" userId="4529b0165c9307b1" providerId="LiveId" clId="{697E15A4-21D4-47E2-9C79-C70DAE4A1DFB}" dt="2021-01-20T07:14:03.287" v="3782"/>
          <ac:inkMkLst>
            <pc:docMk/>
            <pc:sldMk cId="45991357" sldId="276"/>
            <ac:inkMk id="98" creationId="{8CB6DFC7-B03B-42B9-A8A8-DA0293605A6F}"/>
          </ac:inkMkLst>
        </pc:inkChg>
        <pc:inkChg chg="add del mod">
          <ac:chgData name="VIkram Goyal" userId="4529b0165c9307b1" providerId="LiveId" clId="{697E15A4-21D4-47E2-9C79-C70DAE4A1DFB}" dt="2021-01-20T07:14:03.295" v="3802"/>
          <ac:inkMkLst>
            <pc:docMk/>
            <pc:sldMk cId="45991357" sldId="276"/>
            <ac:inkMk id="100" creationId="{87AC8EB8-9130-49F2-988A-F307F477E7A1}"/>
          </ac:inkMkLst>
        </pc:inkChg>
        <pc:inkChg chg="add del mod">
          <ac:chgData name="VIkram Goyal" userId="4529b0165c9307b1" providerId="LiveId" clId="{697E15A4-21D4-47E2-9C79-C70DAE4A1DFB}" dt="2021-01-20T07:14:03.304" v="3820"/>
          <ac:inkMkLst>
            <pc:docMk/>
            <pc:sldMk cId="45991357" sldId="276"/>
            <ac:inkMk id="102" creationId="{A424C91B-EC14-4A16-9316-365B97A25AFE}"/>
          </ac:inkMkLst>
        </pc:inkChg>
        <pc:inkChg chg="add del mod">
          <ac:chgData name="VIkram Goyal" userId="4529b0165c9307b1" providerId="LiveId" clId="{697E15A4-21D4-47E2-9C79-C70DAE4A1DFB}" dt="2021-01-20T07:14:03.297" v="3810"/>
          <ac:inkMkLst>
            <pc:docMk/>
            <pc:sldMk cId="45991357" sldId="276"/>
            <ac:inkMk id="103" creationId="{58B03E6A-F312-4B5F-AE2E-2AA1A40C00F9}"/>
          </ac:inkMkLst>
        </pc:inkChg>
        <pc:inkChg chg="add del">
          <ac:chgData name="VIkram Goyal" userId="4529b0165c9307b1" providerId="LiveId" clId="{697E15A4-21D4-47E2-9C79-C70DAE4A1DFB}" dt="2021-01-20T07:14:03.304" v="3821"/>
          <ac:inkMkLst>
            <pc:docMk/>
            <pc:sldMk cId="45991357" sldId="276"/>
            <ac:inkMk id="104" creationId="{7D89B6A6-EDC4-4F44-AE64-CB39D9D071F9}"/>
          </ac:inkMkLst>
        </pc:inkChg>
        <pc:inkChg chg="add del mod">
          <ac:chgData name="VIkram Goyal" userId="4529b0165c9307b1" providerId="LiveId" clId="{697E15A4-21D4-47E2-9C79-C70DAE4A1DFB}" dt="2021-01-20T07:14:03.295" v="3804"/>
          <ac:inkMkLst>
            <pc:docMk/>
            <pc:sldMk cId="45991357" sldId="276"/>
            <ac:inkMk id="105" creationId="{A3653980-85A6-4043-89DC-ABE525831CC1}"/>
          </ac:inkMkLst>
        </pc:inkChg>
        <pc:inkChg chg="add del mod">
          <ac:chgData name="VIkram Goyal" userId="4529b0165c9307b1" providerId="LiveId" clId="{697E15A4-21D4-47E2-9C79-C70DAE4A1DFB}" dt="2021-01-20T07:14:03.283" v="3774"/>
          <ac:inkMkLst>
            <pc:docMk/>
            <pc:sldMk cId="45991357" sldId="276"/>
            <ac:inkMk id="107" creationId="{6C5A350E-04EA-4DEF-A10B-C4EBAFD0DEFE}"/>
          </ac:inkMkLst>
        </pc:inkChg>
        <pc:inkChg chg="add del mod">
          <ac:chgData name="VIkram Goyal" userId="4529b0165c9307b1" providerId="LiveId" clId="{697E15A4-21D4-47E2-9C79-C70DAE4A1DFB}" dt="2021-01-20T07:14:03.272" v="3759"/>
          <ac:inkMkLst>
            <pc:docMk/>
            <pc:sldMk cId="45991357" sldId="276"/>
            <ac:inkMk id="108" creationId="{ED414EAC-1DED-4DBC-B020-0D7E27BAD6FA}"/>
          </ac:inkMkLst>
        </pc:inkChg>
        <pc:inkChg chg="add del mod">
          <ac:chgData name="VIkram Goyal" userId="4529b0165c9307b1" providerId="LiveId" clId="{697E15A4-21D4-47E2-9C79-C70DAE4A1DFB}" dt="2021-01-20T07:14:03.280" v="3769"/>
          <ac:inkMkLst>
            <pc:docMk/>
            <pc:sldMk cId="45991357" sldId="276"/>
            <ac:inkMk id="110" creationId="{B18AB7CD-7EB9-4DFB-9BBB-8E489CA05760}"/>
          </ac:inkMkLst>
        </pc:inkChg>
        <pc:inkChg chg="add del mod">
          <ac:chgData name="VIkram Goyal" userId="4529b0165c9307b1" providerId="LiveId" clId="{697E15A4-21D4-47E2-9C79-C70DAE4A1DFB}" dt="2021-01-20T07:14:03.273" v="3761"/>
          <ac:inkMkLst>
            <pc:docMk/>
            <pc:sldMk cId="45991357" sldId="276"/>
            <ac:inkMk id="111" creationId="{9190F9A3-1C60-497B-A4CD-D34F8D7CDC25}"/>
          </ac:inkMkLst>
        </pc:inkChg>
        <pc:inkChg chg="add del mod">
          <ac:chgData name="VIkram Goyal" userId="4529b0165c9307b1" providerId="LiveId" clId="{697E15A4-21D4-47E2-9C79-C70DAE4A1DFB}" dt="2021-01-20T07:14:03.298" v="3811"/>
          <ac:inkMkLst>
            <pc:docMk/>
            <pc:sldMk cId="45991357" sldId="276"/>
            <ac:inkMk id="113" creationId="{677B175F-B833-4673-A765-8B1EFAB916AE}"/>
          </ac:inkMkLst>
        </pc:inkChg>
        <pc:inkChg chg="add del mod">
          <ac:chgData name="VIkram Goyal" userId="4529b0165c9307b1" providerId="LiveId" clId="{697E15A4-21D4-47E2-9C79-C70DAE4A1DFB}" dt="2021-01-20T07:14:03.269" v="3756"/>
          <ac:inkMkLst>
            <pc:docMk/>
            <pc:sldMk cId="45991357" sldId="276"/>
            <ac:inkMk id="114" creationId="{B4E25E92-546E-4B2B-9400-849178F20DE7}"/>
          </ac:inkMkLst>
        </pc:inkChg>
        <pc:inkChg chg="add del mod">
          <ac:chgData name="VIkram Goyal" userId="4529b0165c9307b1" providerId="LiveId" clId="{697E15A4-21D4-47E2-9C79-C70DAE4A1DFB}" dt="2021-01-20T07:14:53.209" v="3854"/>
          <ac:inkMkLst>
            <pc:docMk/>
            <pc:sldMk cId="45991357" sldId="276"/>
            <ac:inkMk id="116" creationId="{368F7B03-48F5-4C3B-9CEA-BC2511DB2E9E}"/>
          </ac:inkMkLst>
        </pc:inkChg>
        <pc:inkChg chg="add del mod">
          <ac:chgData name="VIkram Goyal" userId="4529b0165c9307b1" providerId="LiveId" clId="{697E15A4-21D4-47E2-9C79-C70DAE4A1DFB}" dt="2021-01-20T07:14:53.209" v="3856"/>
          <ac:inkMkLst>
            <pc:docMk/>
            <pc:sldMk cId="45991357" sldId="276"/>
            <ac:inkMk id="117" creationId="{3D22C8B2-BF3C-4941-B092-D92605BBE4EB}"/>
          </ac:inkMkLst>
        </pc:inkChg>
        <pc:inkChg chg="add del mod">
          <ac:chgData name="VIkram Goyal" userId="4529b0165c9307b1" providerId="LiveId" clId="{697E15A4-21D4-47E2-9C79-C70DAE4A1DFB}" dt="2021-01-20T07:14:53.208" v="3851"/>
          <ac:inkMkLst>
            <pc:docMk/>
            <pc:sldMk cId="45991357" sldId="276"/>
            <ac:inkMk id="118" creationId="{EE3E35E7-6E65-4407-AFBB-122953423B39}"/>
          </ac:inkMkLst>
        </pc:inkChg>
        <pc:inkChg chg="add del mod">
          <ac:chgData name="VIkram Goyal" userId="4529b0165c9307b1" providerId="LiveId" clId="{697E15A4-21D4-47E2-9C79-C70DAE4A1DFB}" dt="2021-01-20T07:14:53.209" v="3857"/>
          <ac:inkMkLst>
            <pc:docMk/>
            <pc:sldMk cId="45991357" sldId="276"/>
            <ac:inkMk id="119" creationId="{17E2446A-710B-464E-AAAF-A6E9C2A54155}"/>
          </ac:inkMkLst>
        </pc:inkChg>
        <pc:inkChg chg="add del mod">
          <ac:chgData name="VIkram Goyal" userId="4529b0165c9307b1" providerId="LiveId" clId="{697E15A4-21D4-47E2-9C79-C70DAE4A1DFB}" dt="2021-01-20T07:14:53.207" v="3847"/>
          <ac:inkMkLst>
            <pc:docMk/>
            <pc:sldMk cId="45991357" sldId="276"/>
            <ac:inkMk id="120" creationId="{D485DD1E-94A2-427B-8BBC-4C084C1611AF}"/>
          </ac:inkMkLst>
        </pc:inkChg>
        <pc:inkChg chg="add del mod">
          <ac:chgData name="VIkram Goyal" userId="4529b0165c9307b1" providerId="LiveId" clId="{697E15A4-21D4-47E2-9C79-C70DAE4A1DFB}" dt="2021-01-20T07:14:53.209" v="3855"/>
          <ac:inkMkLst>
            <pc:docMk/>
            <pc:sldMk cId="45991357" sldId="276"/>
            <ac:inkMk id="122" creationId="{5F854450-AB72-41F1-BC0F-FB5C4764DD6C}"/>
          </ac:inkMkLst>
        </pc:inkChg>
        <pc:inkChg chg="add del mod">
          <ac:chgData name="VIkram Goyal" userId="4529b0165c9307b1" providerId="LiveId" clId="{697E15A4-21D4-47E2-9C79-C70DAE4A1DFB}" dt="2021-01-20T07:14:53.208" v="3849"/>
          <ac:inkMkLst>
            <pc:docMk/>
            <pc:sldMk cId="45991357" sldId="276"/>
            <ac:inkMk id="123" creationId="{0891B7E0-6EEE-4306-959C-6B6F3398BEC3}"/>
          </ac:inkMkLst>
        </pc:inkChg>
        <pc:inkChg chg="add del mod">
          <ac:chgData name="VIkram Goyal" userId="4529b0165c9307b1" providerId="LiveId" clId="{697E15A4-21D4-47E2-9C79-C70DAE4A1DFB}" dt="2021-01-20T07:14:53.207" v="3846"/>
          <ac:inkMkLst>
            <pc:docMk/>
            <pc:sldMk cId="45991357" sldId="276"/>
            <ac:inkMk id="124" creationId="{CA20D20F-D134-4F81-99EA-EA9B990ED021}"/>
          </ac:inkMkLst>
        </pc:inkChg>
        <pc:inkChg chg="add del mod">
          <ac:chgData name="VIkram Goyal" userId="4529b0165c9307b1" providerId="LiveId" clId="{697E15A4-21D4-47E2-9C79-C70DAE4A1DFB}" dt="2021-01-20T07:14:53.207" v="3845"/>
          <ac:inkMkLst>
            <pc:docMk/>
            <pc:sldMk cId="45991357" sldId="276"/>
            <ac:inkMk id="125" creationId="{3A7AACDA-902E-4A79-86A3-4C47093EDB2E}"/>
          </ac:inkMkLst>
        </pc:inkChg>
        <pc:inkChg chg="add del mod">
          <ac:chgData name="VIkram Goyal" userId="4529b0165c9307b1" providerId="LiveId" clId="{697E15A4-21D4-47E2-9C79-C70DAE4A1DFB}" dt="2021-01-20T07:14:53.208" v="3848"/>
          <ac:inkMkLst>
            <pc:docMk/>
            <pc:sldMk cId="45991357" sldId="276"/>
            <ac:inkMk id="126" creationId="{21BEA430-7978-4F46-BDB0-95399C9D6738}"/>
          </ac:inkMkLst>
        </pc:inkChg>
        <pc:inkChg chg="add del mod">
          <ac:chgData name="VIkram Goyal" userId="4529b0165c9307b1" providerId="LiveId" clId="{697E15A4-21D4-47E2-9C79-C70DAE4A1DFB}" dt="2021-01-20T07:14:53.208" v="3850"/>
          <ac:inkMkLst>
            <pc:docMk/>
            <pc:sldMk cId="45991357" sldId="276"/>
            <ac:inkMk id="127" creationId="{51EBD147-3E56-4EA7-8BC9-0E21AF9FEC54}"/>
          </ac:inkMkLst>
        </pc:inkChg>
        <pc:inkChg chg="add del mod">
          <ac:chgData name="VIkram Goyal" userId="4529b0165c9307b1" providerId="LiveId" clId="{697E15A4-21D4-47E2-9C79-C70DAE4A1DFB}" dt="2021-01-20T07:14:53.208" v="3852"/>
          <ac:inkMkLst>
            <pc:docMk/>
            <pc:sldMk cId="45991357" sldId="276"/>
            <ac:inkMk id="128" creationId="{801F9ACA-069F-400C-A9B2-22E87A12032D}"/>
          </ac:inkMkLst>
        </pc:inkChg>
        <pc:inkChg chg="add del mod">
          <ac:chgData name="VIkram Goyal" userId="4529b0165c9307b1" providerId="LiveId" clId="{697E15A4-21D4-47E2-9C79-C70DAE4A1DFB}" dt="2021-01-20T07:14:53.209" v="3853"/>
          <ac:inkMkLst>
            <pc:docMk/>
            <pc:sldMk cId="45991357" sldId="276"/>
            <ac:inkMk id="129" creationId="{A1133D00-C5AB-4A5B-8B9F-557E4A743FD6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31" creationId="{09F66324-F1E3-4502-975B-9F0C22D0EED0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32" creationId="{6ECF3E36-8B94-47B6-9BB7-77659E4320A0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33" creationId="{537090AB-2C65-47B5-9818-57826F8F76D1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34" creationId="{C5D40BEB-BEC0-47E9-977A-9DA2346E3A5C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35" creationId="{BB701820-F8BD-43EA-9494-34D4E89AF3A7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36" creationId="{03680070-7AE2-45A5-BF48-74AFDD90EB0D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37" creationId="{92ACA426-9DCA-476D-8544-A077C0D31D98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38" creationId="{3D4B9349-57C1-4EFE-958B-D6063BB074F7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39" creationId="{8DA8790A-2EB8-4C74-A760-D5643B23992D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40" creationId="{0AB730FC-1492-4921-BF7B-6CDD68732A07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41" creationId="{5AEA1B4C-F79D-4158-A0D6-C41565417F4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42" creationId="{AA6A25E8-2E4F-4EA9-AF39-02A8FA17ACA2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43" creationId="{E86A42B1-DF29-4425-800F-01631E7D2AF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44" creationId="{7F464345-7175-4BA6-89B0-8F07D1E6E538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45" creationId="{DE9BE48A-6CC1-429A-AC04-5EA85FC4E385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47" creationId="{0FAC1B2B-8A14-45FF-B2C3-F6F2CED49D2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48" creationId="{13B87605-34A5-42DD-9E77-396C71542D17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49" creationId="{4CED0439-27E4-481A-BD7F-781E4EE46C00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50" creationId="{D60153DE-1786-45B0-9CE4-522CF3772A2C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51" creationId="{E2A9F6B0-4A15-4689-AB87-9EB215EC0CC4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53" creationId="{566E4C06-B5F4-461A-966C-A97B76CE5CB4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54" creationId="{635BE035-5334-433C-A986-602FB23F8054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55" creationId="{DAC6AB22-65DC-475F-8A99-7B8AD21176D6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56" creationId="{C9BE8EA2-ECCD-45B0-9CB3-8AD78C08DFD2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57" creationId="{2C7181AA-642A-4E2B-8A62-6443D5C61ED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58" creationId="{196DED2D-F216-4F99-92C0-82886620C7DF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59" creationId="{4A8FC037-E71B-4A56-8498-FB68320D0670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60" creationId="{7A88A9AA-0FD7-464B-A297-00DE571F8F84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61" creationId="{13DAC361-E8AE-473C-B6A3-3CF6EC872521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62" creationId="{494DF123-A78E-4BF3-AA15-D4D411839A01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63" creationId="{6FF0E123-0346-4978-AF10-C3EA60FE1020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64" creationId="{A6ED7E5D-376F-4834-9875-99D29F37E2F7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65" creationId="{1CD3A3BA-DD65-443A-8A9C-13811F623491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66" creationId="{BD7A69A7-4A90-4BCE-AE98-1C4D315FEFC9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67" creationId="{C9B28B4D-28C1-4D13-8C2E-7595CC151CED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68" creationId="{5C1E5C6A-EF61-4977-80AE-4656EA9CED51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69" creationId="{0BCDDAFF-EBF6-4501-96F8-46E3B6067848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70" creationId="{6A6DFCF1-317F-4D7C-AA46-F151B6FEECA0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71" creationId="{C3EC6C07-0011-42BB-886C-91AEE736FD8F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73" creationId="{C679B3A7-9F9B-4BB0-8CDA-52F147288780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74" creationId="{6ADCD729-4DE1-4915-84EA-D1F3459D6104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76" creationId="{F4D43567-8D80-4F31-8A1E-6FB8516FE6A9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77" creationId="{10ACC8AE-6F9F-4365-9507-A49BC7745407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78" creationId="{AA2914AA-1B64-478F-B1A6-19133D27CEA5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79" creationId="{B9E9AE21-A64D-4483-8945-AE942767880A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80" creationId="{F559E987-4CFE-47B2-B7BC-5CC45B035C4A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81" creationId="{49898C97-E6AC-42C9-9330-B0BF66DAA5C8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83" creationId="{F8C5576A-7434-4EAC-B182-B7360B31A8F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85" creationId="{B58DCFCE-EFC4-4EE2-8275-52CF03D32AC2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87" creationId="{8D911F1E-5532-4B3C-9BA8-FF04AB447D0C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89" creationId="{B0D84761-9437-4D00-801C-DFFEEE16F65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90" creationId="{45FD2A28-1411-4D24-B148-0D555CAE7E6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91" creationId="{0061695B-03EE-4686-B5E4-0F81B158710A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92" creationId="{E76CC5D3-330A-4C7C-9D44-F643D8827A4D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93" creationId="{E251922A-8D83-451E-8B97-94910BE1A025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95" creationId="{9547B0B7-37A1-44F5-8251-0B6F30A5F508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96" creationId="{7C80EE53-A006-4F24-A9C3-94945949430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97" creationId="{A238DBC9-8E86-40F2-907B-630C134B35F3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198" creationId="{8F93F9FC-71DD-4BE6-A590-57463EA60F0A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00" creationId="{F442F5BA-FE14-496D-B92B-C2E75B994AF9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01" creationId="{CFB09792-AC7D-422E-97DC-AE640A6418F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02" creationId="{D14E28D5-B6DA-46BC-A511-D6860528D75A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03" creationId="{4FF968AA-6AAB-437A-A7E9-CFC979B0697F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04" creationId="{3828AC75-C875-413C-A663-0CED9DC77221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05" creationId="{57860731-C9B5-4515-9B62-4671D235AE1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07" creationId="{65A45944-1B89-4D4D-8F9C-56B01D9BA274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08" creationId="{BE7DB256-820C-4726-A704-F752AD25040A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09" creationId="{B7429DAB-7768-48C3-9AE5-DCE7619FD84E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10" creationId="{A5283404-B8C2-4210-91B3-F679E25990E0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11" creationId="{D01A505C-E738-41FC-9DC0-3BCF3553C827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13" creationId="{3618A872-068C-45F5-A3C2-CBA0C1213084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14" creationId="{A59FC2D0-A7AC-45D6-8A27-EB77D38121E9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15" creationId="{FC9C544B-4E3C-4B07-B8A8-A0C876C400B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17" creationId="{17A6DC7B-347A-42B7-8D52-45EA23C6A671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18" creationId="{F53C885D-3E19-4FDD-9A85-5BE5AF35CF5F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19" creationId="{B66AB4AF-09F1-4547-AA6A-8865C1E72A4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20" creationId="{B61BE346-F6DC-405E-8E98-D53DFC40C1B7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22" creationId="{637B79FF-A6A4-47BE-8CA7-54533C4DF697}"/>
          </ac:inkMkLst>
        </pc:inkChg>
        <pc:inkChg chg="add">
          <ac:chgData name="VIkram Goyal" userId="4529b0165c9307b1" providerId="LiveId" clId="{697E15A4-21D4-47E2-9C79-C70DAE4A1DFB}" dt="2021-01-20T07:16:02.292" v="3951" actId="9405"/>
          <ac:inkMkLst>
            <pc:docMk/>
            <pc:sldMk cId="45991357" sldId="276"/>
            <ac:inkMk id="224" creationId="{A35D528D-A04A-4578-A799-C3B524CB0F5C}"/>
          </ac:inkMkLst>
        </pc:inkChg>
        <pc:inkChg chg="add del">
          <ac:chgData name="VIkram Goyal" userId="4529b0165c9307b1" providerId="LiveId" clId="{697E15A4-21D4-47E2-9C79-C70DAE4A1DFB}" dt="2021-01-20T07:16:09.780" v="3953"/>
          <ac:inkMkLst>
            <pc:docMk/>
            <pc:sldMk cId="45991357" sldId="276"/>
            <ac:inkMk id="225" creationId="{CD8827FF-AAE7-444F-BC4E-1C8BC241E98D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26" creationId="{0C844BF8-6002-4317-A259-6A6DB21741DA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27" creationId="{BDA8C819-5205-44AB-B3E8-F06B6E03E0DA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28" creationId="{C94C3AA9-A3CB-4847-B8CF-F11CF1EE310C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29" creationId="{F4FCE1EF-F982-4964-AE5B-76DF7C54BFF1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30" creationId="{B617DA17-4B33-400E-9D10-546FA6FDA252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31" creationId="{6AE32A33-7819-4D67-B4D4-EE304EBEF6B3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32" creationId="{DD1CD4B3-3852-40F4-8FD5-7984C940E4A7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33" creationId="{208A0D1D-B08F-4F5D-B88D-C032E4B6F176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34" creationId="{F4A5AD99-22EE-489B-B201-60A76CE8089A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35" creationId="{094784B5-3053-4F66-B417-B5612B050E4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36" creationId="{10A1A663-B19B-4ADA-83F1-EC6120FC11D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37" creationId="{E464F339-1BC6-4354-9C5F-2C5D595D6359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38" creationId="{82207A23-6D02-474C-9E84-EDC079CCB5DF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39" creationId="{12D40544-C014-4B57-BDEE-64F66C5798E2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40" creationId="{83F95EB0-C614-46F7-AF68-2914102C1BB5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41" creationId="{398CA620-88D9-40A1-871F-6F1EE6777679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42" creationId="{FE7D1F68-3B77-434A-B539-89793B8D9DA5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43" creationId="{53F21A27-87A0-4009-A658-C6086419047A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44" creationId="{313CD495-835F-4442-BF99-99B2649B67E1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45" creationId="{0943F9A7-619B-4B31-B9E0-F8965DE818A3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46" creationId="{0FEE7CBF-5B54-4589-B954-034E2668C65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47" creationId="{72D0CC00-D6DE-46AB-9E05-429666FD4AB0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48" creationId="{7CB4BD23-FC5B-4657-9040-FD966F5A8547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49" creationId="{10C02D6C-596D-4125-84EE-C3B8DE1559F9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52" creationId="{6EB547F9-02DF-4D37-BFD3-23B29E211836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53" creationId="{989AA597-1CE2-48C4-86B5-CD77414686DC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54" creationId="{16B5521C-8166-4219-BA9B-9E65FFDC2EB4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55" creationId="{5DB86169-0ADE-4229-98E2-C129DD41EA58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57" creationId="{3286D5BD-090E-4C4A-A352-420702CFED7D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58" creationId="{EBB4F625-33C2-48EA-849C-D94D379AAD95}"/>
          </ac:inkMkLst>
        </pc:inkChg>
        <pc:inkChg chg="add mod">
          <ac:chgData name="VIkram Goyal" userId="4529b0165c9307b1" providerId="LiveId" clId="{697E15A4-21D4-47E2-9C79-C70DAE4A1DFB}" dt="2021-01-20T07:17:25.590" v="4006"/>
          <ac:inkMkLst>
            <pc:docMk/>
            <pc:sldMk cId="45991357" sldId="276"/>
            <ac:inkMk id="260" creationId="{4B649694-9769-497E-867C-3E802FF4CCF7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62" creationId="{69667CF0-BBCE-463F-B95A-FC309A52CBA4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63" creationId="{3B33C2B0-83E3-4258-AD74-FE1F51257DE1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64" creationId="{E749658E-9927-4DB3-B2DE-B78733638DA5}"/>
          </ac:inkMkLst>
        </pc:inkChg>
        <pc:inkChg chg="add mod">
          <ac:chgData name="VIkram Goyal" userId="4529b0165c9307b1" providerId="LiveId" clId="{697E15A4-21D4-47E2-9C79-C70DAE4A1DFB}" dt="2021-01-20T07:17:19.842" v="4000"/>
          <ac:inkMkLst>
            <pc:docMk/>
            <pc:sldMk cId="45991357" sldId="276"/>
            <ac:inkMk id="265" creationId="{764177BB-51B0-42BA-9F3E-BB96A4783260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66" creationId="{013E4AE1-3B09-4CD8-8286-9942D4ECC3A1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67" creationId="{36DE429D-4132-4FC3-9585-B2F9F376E46F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68" creationId="{11CF73D4-151C-4F1F-9E9F-63497D01F366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71" creationId="{2C8F6B12-97F3-4F89-8532-ED95451D7406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72" creationId="{CAF234B5-D285-4E58-A51E-9D9B6A7C8F1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73" creationId="{E2F2C40B-B58A-4D37-A5A0-147DA5525E26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75" creationId="{665BE1D3-A170-4D48-B119-017EDFA2AABC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76" creationId="{CC7F1B8F-40CB-4BFE-93D7-BB949D5C3ADA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77" creationId="{80E1CE1B-1DD5-435B-BD25-D97BF5BB4BB2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78" creationId="{60D64BA8-7C57-420A-9486-7F96DCB860D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79" creationId="{00E013C9-E042-4243-A0FB-049CAB3DD992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82" creationId="{6F737415-57AE-48E4-B70C-9D3B72CA6231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83" creationId="{04EE67E4-9938-4DC0-BC7C-AAC629B58BA3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84" creationId="{CB00D886-9499-4181-AC87-62981F44DB2A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86" creationId="{12A821D8-16A4-4EEE-96F6-81722B80A79A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87" creationId="{695832A9-28EE-4FE2-AF34-3353FD17D628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88" creationId="{FF16560B-4DE7-4700-907F-8DD09EEC6EC9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89" creationId="{FC97C908-A9B4-460E-A414-3E30C9F7BBD8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90" creationId="{C6606AD3-C42B-48E6-BC6C-277E670204B7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92" creationId="{1AEBC567-46E2-474A-A536-ACD388791ACF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93" creationId="{BADD7357-0A4E-42DC-82C9-6132E82EDDD5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94" creationId="{EFE8F2AF-B222-48A7-ABA0-73C4247624F1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95" creationId="{206E7E01-F00B-4A5F-AB46-3DA5315EE9DB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96" creationId="{790016D3-B26C-40FC-80E2-F49895EF4167}"/>
          </ac:inkMkLst>
        </pc:inkChg>
        <pc:inkChg chg="add mod">
          <ac:chgData name="VIkram Goyal" userId="4529b0165c9307b1" providerId="LiveId" clId="{697E15A4-21D4-47E2-9C79-C70DAE4A1DFB}" dt="2021-01-20T07:17:54.602" v="4023"/>
          <ac:inkMkLst>
            <pc:docMk/>
            <pc:sldMk cId="45991357" sldId="276"/>
            <ac:inkMk id="297" creationId="{AA256F3D-7FC0-4587-AFA9-3C7C703C6B14}"/>
          </ac:inkMkLst>
        </pc:inkChg>
        <pc:inkChg chg="add mod">
          <ac:chgData name="VIkram Goyal" userId="4529b0165c9307b1" providerId="LiveId" clId="{697E15A4-21D4-47E2-9C79-C70DAE4A1DFB}" dt="2021-01-20T07:18:00.049" v="4026"/>
          <ac:inkMkLst>
            <pc:docMk/>
            <pc:sldMk cId="45991357" sldId="276"/>
            <ac:inkMk id="300" creationId="{38165CE0-3B62-4F7B-9B84-FE63464D835C}"/>
          </ac:inkMkLst>
        </pc:inkChg>
        <pc:inkChg chg="add mod">
          <ac:chgData name="VIkram Goyal" userId="4529b0165c9307b1" providerId="LiveId" clId="{697E15A4-21D4-47E2-9C79-C70DAE4A1DFB}" dt="2021-01-20T07:18:00.049" v="4026"/>
          <ac:inkMkLst>
            <pc:docMk/>
            <pc:sldMk cId="45991357" sldId="276"/>
            <ac:inkMk id="301" creationId="{B703C839-758B-4796-95B4-DD9844380D6C}"/>
          </ac:inkMkLst>
        </pc:inkChg>
      </pc:sldChg>
      <pc:sldChg chg="addSp delSp modSp new del mod">
        <pc:chgData name="VIkram Goyal" userId="4529b0165c9307b1" providerId="LiveId" clId="{697E15A4-21D4-47E2-9C79-C70DAE4A1DFB}" dt="2021-09-25T05:07:32.723" v="4391" actId="47"/>
        <pc:sldMkLst>
          <pc:docMk/>
          <pc:sldMk cId="2863042400" sldId="277"/>
        </pc:sldMkLst>
        <pc:grpChg chg="del mod">
          <ac:chgData name="VIkram Goyal" userId="4529b0165c9307b1" providerId="LiveId" clId="{697E15A4-21D4-47E2-9C79-C70DAE4A1DFB}" dt="2021-01-20T07:19:58.295" v="4093"/>
          <ac:grpSpMkLst>
            <pc:docMk/>
            <pc:sldMk cId="2863042400" sldId="277"/>
            <ac:grpSpMk id="10" creationId="{8339AE45-4443-4819-921A-B9BD587404A8}"/>
          </ac:grpSpMkLst>
        </pc:grpChg>
        <pc:grpChg chg="del mod">
          <ac:chgData name="VIkram Goyal" userId="4529b0165c9307b1" providerId="LiveId" clId="{697E15A4-21D4-47E2-9C79-C70DAE4A1DFB}" dt="2021-01-20T07:19:58.295" v="4093"/>
          <ac:grpSpMkLst>
            <pc:docMk/>
            <pc:sldMk cId="2863042400" sldId="277"/>
            <ac:grpSpMk id="16" creationId="{157103A5-0AA9-4AAC-A171-35E3D667333E}"/>
          </ac:grpSpMkLst>
        </pc:grpChg>
        <pc:grpChg chg="del mod">
          <ac:chgData name="VIkram Goyal" userId="4529b0165c9307b1" providerId="LiveId" clId="{697E15A4-21D4-47E2-9C79-C70DAE4A1DFB}" dt="2021-01-20T07:20:02.001" v="4095"/>
          <ac:grpSpMkLst>
            <pc:docMk/>
            <pc:sldMk cId="2863042400" sldId="277"/>
            <ac:grpSpMk id="24" creationId="{96E5B67B-9FA7-4E67-877F-CA67E617FC86}"/>
          </ac:grpSpMkLst>
        </pc:grpChg>
        <pc:grpChg chg="del mod">
          <ac:chgData name="VIkram Goyal" userId="4529b0165c9307b1" providerId="LiveId" clId="{697E15A4-21D4-47E2-9C79-C70DAE4A1DFB}" dt="2021-01-20T07:20:02.001" v="4095"/>
          <ac:grpSpMkLst>
            <pc:docMk/>
            <pc:sldMk cId="2863042400" sldId="277"/>
            <ac:grpSpMk id="44" creationId="{E411D5E1-64F1-4A74-B4D7-5F136D1006B3}"/>
          </ac:grpSpMkLst>
        </pc:grpChg>
        <pc:grpChg chg="del mod">
          <ac:chgData name="VIkram Goyal" userId="4529b0165c9307b1" providerId="LiveId" clId="{697E15A4-21D4-47E2-9C79-C70DAE4A1DFB}" dt="2021-01-20T07:20:07.863" v="4103"/>
          <ac:grpSpMkLst>
            <pc:docMk/>
            <pc:sldMk cId="2863042400" sldId="277"/>
            <ac:grpSpMk id="45" creationId="{724B7AF4-582C-45E0-8DDE-5AAC939E4E1F}"/>
          </ac:grpSpMkLst>
        </pc:grpChg>
        <pc:grpChg chg="del mod">
          <ac:chgData name="VIkram Goyal" userId="4529b0165c9307b1" providerId="LiveId" clId="{697E15A4-21D4-47E2-9C79-C70DAE4A1DFB}" dt="2021-01-20T07:19:58.295" v="4093"/>
          <ac:grpSpMkLst>
            <pc:docMk/>
            <pc:sldMk cId="2863042400" sldId="277"/>
            <ac:grpSpMk id="53" creationId="{A5FBAF3D-1072-4B9A-AB2F-485B8476C2F2}"/>
          </ac:grpSpMkLst>
        </pc:grpChg>
        <pc:grpChg chg="del mod">
          <ac:chgData name="VIkram Goyal" userId="4529b0165c9307b1" providerId="LiveId" clId="{697E15A4-21D4-47E2-9C79-C70DAE4A1DFB}" dt="2021-01-20T07:19:42.785" v="4085"/>
          <ac:grpSpMkLst>
            <pc:docMk/>
            <pc:sldMk cId="2863042400" sldId="277"/>
            <ac:grpSpMk id="62" creationId="{6D226E73-DFE4-45EA-B0B5-34F9B8FA1004}"/>
          </ac:grpSpMkLst>
        </pc:grpChg>
        <pc:grpChg chg="del mod">
          <ac:chgData name="VIkram Goyal" userId="4529b0165c9307b1" providerId="LiveId" clId="{697E15A4-21D4-47E2-9C79-C70DAE4A1DFB}" dt="2021-01-20T07:19:46.520" v="4091"/>
          <ac:grpSpMkLst>
            <pc:docMk/>
            <pc:sldMk cId="2863042400" sldId="277"/>
            <ac:grpSpMk id="63" creationId="{5357351C-3C0C-4EF1-A93F-410A3091343E}"/>
          </ac:grpSpMkLst>
        </pc:grpChg>
        <pc:grpChg chg="del mod">
          <ac:chgData name="VIkram Goyal" userId="4529b0165c9307b1" providerId="LiveId" clId="{697E15A4-21D4-47E2-9C79-C70DAE4A1DFB}" dt="2021-01-20T07:19:46.520" v="4091"/>
          <ac:grpSpMkLst>
            <pc:docMk/>
            <pc:sldMk cId="2863042400" sldId="277"/>
            <ac:grpSpMk id="69" creationId="{3D9811DE-9BD0-462E-9771-6E6383FB6BAB}"/>
          </ac:grpSpMkLst>
        </pc:grpChg>
        <pc:grpChg chg="mod">
          <ac:chgData name="VIkram Goyal" userId="4529b0165c9307b1" providerId="LiveId" clId="{697E15A4-21D4-47E2-9C79-C70DAE4A1DFB}" dt="2021-01-20T07:19:46.520" v="4091"/>
          <ac:grpSpMkLst>
            <pc:docMk/>
            <pc:sldMk cId="2863042400" sldId="277"/>
            <ac:grpSpMk id="70" creationId="{A50F20EF-61B9-4B78-A812-525F021F5739}"/>
          </ac:grpSpMkLst>
        </pc:grpChg>
        <pc:grpChg chg="mod">
          <ac:chgData name="VIkram Goyal" userId="4529b0165c9307b1" providerId="LiveId" clId="{697E15A4-21D4-47E2-9C79-C70DAE4A1DFB}" dt="2021-01-20T07:19:58.295" v="4093"/>
          <ac:grpSpMkLst>
            <pc:docMk/>
            <pc:sldMk cId="2863042400" sldId="277"/>
            <ac:grpSpMk id="72" creationId="{E36C283D-0C9A-40E4-A5A8-F7782AA46652}"/>
          </ac:grpSpMkLst>
        </pc:grpChg>
        <pc:grpChg chg="del mod">
          <ac:chgData name="VIkram Goyal" userId="4529b0165c9307b1" providerId="LiveId" clId="{697E15A4-21D4-47E2-9C79-C70DAE4A1DFB}" dt="2021-01-20T07:20:07.863" v="4103"/>
          <ac:grpSpMkLst>
            <pc:docMk/>
            <pc:sldMk cId="2863042400" sldId="277"/>
            <ac:grpSpMk id="74" creationId="{30F1EAA1-899A-461D-BAAE-21772ED31AC8}"/>
          </ac:grpSpMkLst>
        </pc:grpChg>
        <pc:grpChg chg="mod">
          <ac:chgData name="VIkram Goyal" userId="4529b0165c9307b1" providerId="LiveId" clId="{697E15A4-21D4-47E2-9C79-C70DAE4A1DFB}" dt="2021-01-20T07:20:07.863" v="4103"/>
          <ac:grpSpMkLst>
            <pc:docMk/>
            <pc:sldMk cId="2863042400" sldId="277"/>
            <ac:grpSpMk id="82" creationId="{CE8D4847-84E1-4305-961E-659F07118373}"/>
          </ac:grpSpMkLst>
        </pc:grpChg>
        <pc:grpChg chg="mod">
          <ac:chgData name="VIkram Goyal" userId="4529b0165c9307b1" providerId="LiveId" clId="{697E15A4-21D4-47E2-9C79-C70DAE4A1DFB}" dt="2021-01-20T07:20:13.787" v="4106"/>
          <ac:grpSpMkLst>
            <pc:docMk/>
            <pc:sldMk cId="2863042400" sldId="277"/>
            <ac:grpSpMk id="85" creationId="{72D4031B-A55A-41B6-B8A6-88E56A45CC5C}"/>
          </ac:grpSpMkLst>
        </pc:grp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4" creationId="{CD389DFA-2961-478B-A9DA-9866522F7B64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5" creationId="{09AA9AF4-B80F-43AB-B298-70FEA5F103D6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6" creationId="{B69C4C6E-222C-405C-91E6-7514C2D45451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7" creationId="{E6C6AFB2-AEDD-477F-88A7-317CB654855E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8" creationId="{509D7275-48CA-44D6-837F-B9D9D8A2F86C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9" creationId="{FF9417D3-0675-4EDB-A691-7A5414E31DDE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11" creationId="{FCF229FA-B03B-4072-972E-21D64DDC9F57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12" creationId="{682A2D87-C170-4F02-B7A6-1340B7A5AE68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13" creationId="{451B1513-3653-4E05-B416-C8D6FCBC90E4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14" creationId="{F5568275-7061-4FFF-A7F5-52DF04FF60C9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15" creationId="{1C467135-3628-4777-9046-C01BF991C942}"/>
          </ac:inkMkLst>
        </pc:inkChg>
        <pc:inkChg chg="add">
          <ac:chgData name="VIkram Goyal" userId="4529b0165c9307b1" providerId="LiveId" clId="{697E15A4-21D4-47E2-9C79-C70DAE4A1DFB}" dt="2021-01-20T07:19:03.350" v="4041" actId="9405"/>
          <ac:inkMkLst>
            <pc:docMk/>
            <pc:sldMk cId="2863042400" sldId="277"/>
            <ac:inkMk id="17" creationId="{C7A614A8-D438-4ED5-B2F3-7FC05F230CAD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18" creationId="{617E5022-7A87-4BC5-BACF-9A5F1977842E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19" creationId="{474CA20F-228D-41D1-B9C2-9E0D092A02D6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20" creationId="{99180989-4CD0-4715-8498-C5F940109509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21" creationId="{1ACD27D9-10C5-445E-A74A-49A05E4F4C3F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22" creationId="{6792C8E3-3954-4988-B357-FA8AD44ABE8B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23" creationId="{286BC08B-2688-49EF-9498-76C264CA7335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25" creationId="{25568135-091C-4123-8264-6AE8E62F5575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26" creationId="{DFD22DB9-ECF6-49EF-9FCE-63A66F66D613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27" creationId="{A1AC6879-BCD1-4DCC-98FA-FA49311D389F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28" creationId="{039DC373-DA3E-4CB4-90E6-3CD18858A62B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29" creationId="{85A30750-4A23-40DC-82A1-689D8D49CB6B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30" creationId="{0B055D45-5CE4-4A02-A976-6FA250DB2E92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31" creationId="{70B61184-37C0-4B26-974B-B3A1AA356785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32" creationId="{123D1088-F482-47EF-97E1-A9E29CB32B8A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33" creationId="{5449CE33-D74E-4714-8FAC-EB0A0784D19E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34" creationId="{07C00F72-4C98-470D-9C88-9DC333DE7B0A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35" creationId="{ED49460A-22B7-423C-AA98-4A42305F16A0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36" creationId="{8BBFC32F-F48C-4599-80C0-F82DC9B59CCC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37" creationId="{6DE0359F-906B-4C5C-A560-7B1446820C33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38" creationId="{88881B67-5753-4DCB-B194-3E5BC55F07CF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39" creationId="{9D52BF58-2384-4C0C-ABCA-466AB3A51561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40" creationId="{98608D07-C319-4588-9245-148C4626A2D9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41" creationId="{0997A888-F5FE-4323-9176-B56077390A12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42" creationId="{698620B4-3997-4ECB-BA97-F831958EDFE5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43" creationId="{31D228BB-D761-4C82-B43C-EEDCBEC33907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46" creationId="{6A793F59-599D-4F33-897E-BD108A215538}"/>
          </ac:inkMkLst>
        </pc:inkChg>
        <pc:inkChg chg="add">
          <ac:chgData name="VIkram Goyal" userId="4529b0165c9307b1" providerId="LiveId" clId="{697E15A4-21D4-47E2-9C79-C70DAE4A1DFB}" dt="2021-01-20T07:19:30.424" v="4070" actId="9405"/>
          <ac:inkMkLst>
            <pc:docMk/>
            <pc:sldMk cId="2863042400" sldId="277"/>
            <ac:inkMk id="47" creationId="{CAE6DE45-F922-4C3C-8ED0-B63357EBD466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48" creationId="{8E2FB7AF-7910-42D2-8C20-D5EF90F43688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49" creationId="{23AE5EF7-63A1-4670-9C4B-75A5FF723DF7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50" creationId="{93FE46F5-238E-418A-9754-A851456EECD7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51" creationId="{77E07E46-B414-487F-941E-D266B071744E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52" creationId="{DD30C5E2-BD97-493F-A98E-06B9BF3D4832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54" creationId="{78321A80-00C0-4F23-98E3-7D70013AF568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55" creationId="{1641D717-5CC5-45D0-8883-65565EAD2401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56" creationId="{8E0D4793-C591-4389-A82E-92052F0CB4C9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57" creationId="{EF503F21-C890-4D09-A59C-31A363E9308A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58" creationId="{E7A725D5-8AD5-42C2-B4A1-A802342206B1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59" creationId="{1123F115-DD5B-4AEC-91D2-9BAE65DE2E57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60" creationId="{00CBE7B6-7F5D-425A-9CC4-C65BC9724E2E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61" creationId="{BCAB5073-C6B5-4D53-8C58-7629EE495F4C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64" creationId="{8754F4BC-A77C-428C-AA64-867377C4BD7D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65" creationId="{9ADCB8BB-DBE3-44DB-8667-5391C107638F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66" creationId="{A7F40584-7D1E-4FBF-999C-4578D308DFC0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67" creationId="{CA28A7B5-4E2E-42B4-B5B8-CB013E3E02A3}"/>
          </ac:inkMkLst>
        </pc:inkChg>
        <pc:inkChg chg="add mod">
          <ac:chgData name="VIkram Goyal" userId="4529b0165c9307b1" providerId="LiveId" clId="{697E15A4-21D4-47E2-9C79-C70DAE4A1DFB}" dt="2021-01-20T07:19:46.520" v="4091"/>
          <ac:inkMkLst>
            <pc:docMk/>
            <pc:sldMk cId="2863042400" sldId="277"/>
            <ac:inkMk id="68" creationId="{6A4D94E1-483B-46A5-825A-36755FA31F85}"/>
          </ac:inkMkLst>
        </pc:inkChg>
        <pc:inkChg chg="add mod">
          <ac:chgData name="VIkram Goyal" userId="4529b0165c9307b1" providerId="LiveId" clId="{697E15A4-21D4-47E2-9C79-C70DAE4A1DFB}" dt="2021-01-20T07:19:58.295" v="4093"/>
          <ac:inkMkLst>
            <pc:docMk/>
            <pc:sldMk cId="2863042400" sldId="277"/>
            <ac:inkMk id="71" creationId="{F9F7A0FA-4461-4AE7-BD4C-125B60E1700B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73" creationId="{5B24503F-7506-445B-A4DF-5CD7B179A35C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75" creationId="{8A8202F8-D963-418D-8E58-B3B10EB57280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76" creationId="{2940FB1C-1106-44DB-89C7-E7D9B648EF57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77" creationId="{235E533F-DE36-43A2-8675-7ADBA2602DE2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78" creationId="{7F6189BA-9793-4EB6-BF64-3364328A03FB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79" creationId="{57DCDF3B-4CE1-487D-9FEC-9226D3955F1E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80" creationId="{A6B0CB93-C3AD-453F-B6F3-0677D91797A7}"/>
          </ac:inkMkLst>
        </pc:inkChg>
        <pc:inkChg chg="add mod">
          <ac:chgData name="VIkram Goyal" userId="4529b0165c9307b1" providerId="LiveId" clId="{697E15A4-21D4-47E2-9C79-C70DAE4A1DFB}" dt="2021-01-20T07:20:07.863" v="4103"/>
          <ac:inkMkLst>
            <pc:docMk/>
            <pc:sldMk cId="2863042400" sldId="277"/>
            <ac:inkMk id="81" creationId="{E0E38E4C-9C43-4734-86C2-02D02CFCFE4B}"/>
          </ac:inkMkLst>
        </pc:inkChg>
        <pc:inkChg chg="add mod">
          <ac:chgData name="VIkram Goyal" userId="4529b0165c9307b1" providerId="LiveId" clId="{697E15A4-21D4-47E2-9C79-C70DAE4A1DFB}" dt="2021-01-20T07:20:13.787" v="4106"/>
          <ac:inkMkLst>
            <pc:docMk/>
            <pc:sldMk cId="2863042400" sldId="277"/>
            <ac:inkMk id="83" creationId="{C29E918D-81AB-494B-9B22-3C55F053ABF9}"/>
          </ac:inkMkLst>
        </pc:inkChg>
        <pc:inkChg chg="add mod">
          <ac:chgData name="VIkram Goyal" userId="4529b0165c9307b1" providerId="LiveId" clId="{697E15A4-21D4-47E2-9C79-C70DAE4A1DFB}" dt="2021-01-20T07:20:13.787" v="4106"/>
          <ac:inkMkLst>
            <pc:docMk/>
            <pc:sldMk cId="2863042400" sldId="277"/>
            <ac:inkMk id="84" creationId="{4D08EA61-F7CD-4A46-9574-E1B3C948665C}"/>
          </ac:inkMkLst>
        </pc:inkChg>
      </pc:sldChg>
      <pc:sldChg chg="addSp delSp modSp new del mod">
        <pc:chgData name="VIkram Goyal" userId="4529b0165c9307b1" providerId="LiveId" clId="{697E15A4-21D4-47E2-9C79-C70DAE4A1DFB}" dt="2021-09-25T05:07:33.936" v="4392" actId="47"/>
        <pc:sldMkLst>
          <pc:docMk/>
          <pc:sldMk cId="923315196" sldId="278"/>
        </pc:sldMkLst>
        <pc:grpChg chg="del mod">
          <ac:chgData name="VIkram Goyal" userId="4529b0165c9307b1" providerId="LiveId" clId="{697E15A4-21D4-47E2-9C79-C70DAE4A1DFB}" dt="2021-01-20T07:26:46.166" v="4136"/>
          <ac:grpSpMkLst>
            <pc:docMk/>
            <pc:sldMk cId="923315196" sldId="278"/>
            <ac:grpSpMk id="6" creationId="{1968858B-B78E-4BED-9055-57A537746610}"/>
          </ac:grpSpMkLst>
        </pc:grpChg>
        <pc:grpChg chg="del mod">
          <ac:chgData name="VIkram Goyal" userId="4529b0165c9307b1" providerId="LiveId" clId="{697E15A4-21D4-47E2-9C79-C70DAE4A1DFB}" dt="2021-01-20T07:26:46.166" v="4136"/>
          <ac:grpSpMkLst>
            <pc:docMk/>
            <pc:sldMk cId="923315196" sldId="278"/>
            <ac:grpSpMk id="10" creationId="{9B5BB462-6702-4D43-8B8D-FC3C89EC9A7D}"/>
          </ac:grpSpMkLst>
        </pc:grpChg>
        <pc:grpChg chg="del mod">
          <ac:chgData name="VIkram Goyal" userId="4529b0165c9307b1" providerId="LiveId" clId="{697E15A4-21D4-47E2-9C79-C70DAE4A1DFB}" dt="2021-01-20T07:27:50.785" v="4175"/>
          <ac:grpSpMkLst>
            <pc:docMk/>
            <pc:sldMk cId="923315196" sldId="278"/>
            <ac:grpSpMk id="12" creationId="{7D6B406B-66F0-43E7-A16B-40DE00CDBE2B}"/>
          </ac:grpSpMkLst>
        </pc:grpChg>
        <pc:grpChg chg="del mod">
          <ac:chgData name="VIkram Goyal" userId="4529b0165c9307b1" providerId="LiveId" clId="{697E15A4-21D4-47E2-9C79-C70DAE4A1DFB}" dt="2021-01-20T07:27:21.425" v="4153"/>
          <ac:grpSpMkLst>
            <pc:docMk/>
            <pc:sldMk cId="923315196" sldId="278"/>
            <ac:grpSpMk id="18" creationId="{969AC27A-C57A-49AC-90CC-E9ADF87FCDBB}"/>
          </ac:grpSpMkLst>
        </pc:grpChg>
        <pc:grpChg chg="del mod">
          <ac:chgData name="VIkram Goyal" userId="4529b0165c9307b1" providerId="LiveId" clId="{697E15A4-21D4-47E2-9C79-C70DAE4A1DFB}" dt="2021-01-20T07:27:17.315" v="4149"/>
          <ac:grpSpMkLst>
            <pc:docMk/>
            <pc:sldMk cId="923315196" sldId="278"/>
            <ac:grpSpMk id="22" creationId="{A3D06B3D-EB16-4E67-97E2-F15F032CB510}"/>
          </ac:grpSpMkLst>
        </pc:grpChg>
        <pc:grpChg chg="del mod">
          <ac:chgData name="VIkram Goyal" userId="4529b0165c9307b1" providerId="LiveId" clId="{697E15A4-21D4-47E2-9C79-C70DAE4A1DFB}" dt="2021-01-20T07:27:21.425" v="4153"/>
          <ac:grpSpMkLst>
            <pc:docMk/>
            <pc:sldMk cId="923315196" sldId="278"/>
            <ac:grpSpMk id="25" creationId="{CCA7A332-4EF3-474C-87EA-EA4A67B8A19A}"/>
          </ac:grpSpMkLst>
        </pc:grpChg>
        <pc:grpChg chg="del mod">
          <ac:chgData name="VIkram Goyal" userId="4529b0165c9307b1" providerId="LiveId" clId="{697E15A4-21D4-47E2-9C79-C70DAE4A1DFB}" dt="2021-01-20T07:27:23.247" v="4156"/>
          <ac:grpSpMkLst>
            <pc:docMk/>
            <pc:sldMk cId="923315196" sldId="278"/>
            <ac:grpSpMk id="29" creationId="{7FD24953-263E-4466-803D-CC143A20818F}"/>
          </ac:grpSpMkLst>
        </pc:grpChg>
        <pc:grpChg chg="del mod">
          <ac:chgData name="VIkram Goyal" userId="4529b0165c9307b1" providerId="LiveId" clId="{697E15A4-21D4-47E2-9C79-C70DAE4A1DFB}" dt="2021-01-20T07:27:25.643" v="4159"/>
          <ac:grpSpMkLst>
            <pc:docMk/>
            <pc:sldMk cId="923315196" sldId="278"/>
            <ac:grpSpMk id="32" creationId="{DA4E8E72-B523-45D9-AD09-A9CDCE9B2201}"/>
          </ac:grpSpMkLst>
        </pc:grpChg>
        <pc:grpChg chg="del mod">
          <ac:chgData name="VIkram Goyal" userId="4529b0165c9307b1" providerId="LiveId" clId="{697E15A4-21D4-47E2-9C79-C70DAE4A1DFB}" dt="2021-01-20T07:27:25.643" v="4159"/>
          <ac:grpSpMkLst>
            <pc:docMk/>
            <pc:sldMk cId="923315196" sldId="278"/>
            <ac:grpSpMk id="35" creationId="{5CA26624-A091-4AB1-8944-AF47928225CB}"/>
          </ac:grpSpMkLst>
        </pc:grpChg>
        <pc:grpChg chg="del mod">
          <ac:chgData name="VIkram Goyal" userId="4529b0165c9307b1" providerId="LiveId" clId="{697E15A4-21D4-47E2-9C79-C70DAE4A1DFB}" dt="2021-01-20T07:27:35.846" v="4162"/>
          <ac:grpSpMkLst>
            <pc:docMk/>
            <pc:sldMk cId="923315196" sldId="278"/>
            <ac:grpSpMk id="36" creationId="{F4DBFE4B-8F16-4220-9DAB-4B497AE49DF7}"/>
          </ac:grpSpMkLst>
        </pc:grpChg>
        <pc:grpChg chg="del mod">
          <ac:chgData name="VIkram Goyal" userId="4529b0165c9307b1" providerId="LiveId" clId="{697E15A4-21D4-47E2-9C79-C70DAE4A1DFB}" dt="2021-01-20T07:27:37.839" v="4165"/>
          <ac:grpSpMkLst>
            <pc:docMk/>
            <pc:sldMk cId="923315196" sldId="278"/>
            <ac:grpSpMk id="39" creationId="{228F54FA-6ECD-4CAE-A3E1-34EFBF626D7A}"/>
          </ac:grpSpMkLst>
        </pc:grpChg>
        <pc:grpChg chg="del mod">
          <ac:chgData name="VIkram Goyal" userId="4529b0165c9307b1" providerId="LiveId" clId="{697E15A4-21D4-47E2-9C79-C70DAE4A1DFB}" dt="2021-01-20T07:27:40.852" v="4169"/>
          <ac:grpSpMkLst>
            <pc:docMk/>
            <pc:sldMk cId="923315196" sldId="278"/>
            <ac:grpSpMk id="42" creationId="{7F545DB0-39D4-43FC-858C-EE8D9127A7AE}"/>
          </ac:grpSpMkLst>
        </pc:grpChg>
        <pc:grpChg chg="del mod">
          <ac:chgData name="VIkram Goyal" userId="4529b0165c9307b1" providerId="LiveId" clId="{697E15A4-21D4-47E2-9C79-C70DAE4A1DFB}" dt="2021-01-20T07:27:43.251" v="4172"/>
          <ac:grpSpMkLst>
            <pc:docMk/>
            <pc:sldMk cId="923315196" sldId="278"/>
            <ac:grpSpMk id="46" creationId="{5CBEC1F6-6790-49E7-BC60-1359B9BA193D}"/>
          </ac:grpSpMkLst>
        </pc:grpChg>
        <pc:grpChg chg="del mod">
          <ac:chgData name="VIkram Goyal" userId="4529b0165c9307b1" providerId="LiveId" clId="{697E15A4-21D4-47E2-9C79-C70DAE4A1DFB}" dt="2021-01-20T07:27:50.785" v="4175"/>
          <ac:grpSpMkLst>
            <pc:docMk/>
            <pc:sldMk cId="923315196" sldId="278"/>
            <ac:grpSpMk id="49" creationId="{AF6436CD-D40C-45F3-BD78-738AA8F64F4B}"/>
          </ac:grpSpMkLst>
        </pc:grpChg>
        <pc:grpChg chg="del mod">
          <ac:chgData name="VIkram Goyal" userId="4529b0165c9307b1" providerId="LiveId" clId="{697E15A4-21D4-47E2-9C79-C70DAE4A1DFB}" dt="2021-01-20T07:28:01.601" v="4188"/>
          <ac:grpSpMkLst>
            <pc:docMk/>
            <pc:sldMk cId="923315196" sldId="278"/>
            <ac:grpSpMk id="52" creationId="{DBAC9723-096C-485C-B4B7-B0B7E726DFD3}"/>
          </ac:grpSpMkLst>
        </pc:grpChg>
        <pc:grpChg chg="del mod">
          <ac:chgData name="VIkram Goyal" userId="4529b0165c9307b1" providerId="LiveId" clId="{697E15A4-21D4-47E2-9C79-C70DAE4A1DFB}" dt="2021-01-20T07:28:01.601" v="4188"/>
          <ac:grpSpMkLst>
            <pc:docMk/>
            <pc:sldMk cId="923315196" sldId="278"/>
            <ac:grpSpMk id="59" creationId="{A4CDC1EA-374D-42FC-88E0-9D06DA5A355F}"/>
          </ac:grpSpMkLst>
        </pc:grpChg>
        <pc:grpChg chg="del mod">
          <ac:chgData name="VIkram Goyal" userId="4529b0165c9307b1" providerId="LiveId" clId="{697E15A4-21D4-47E2-9C79-C70DAE4A1DFB}" dt="2021-01-20T07:28:15.212" v="4190"/>
          <ac:grpSpMkLst>
            <pc:docMk/>
            <pc:sldMk cId="923315196" sldId="278"/>
            <ac:grpSpMk id="65" creationId="{4D01132B-19E7-4D3E-A896-151938074FD6}"/>
          </ac:grpSpMkLst>
        </pc:grpChg>
        <pc:grpChg chg="del mod">
          <ac:chgData name="VIkram Goyal" userId="4529b0165c9307b1" providerId="LiveId" clId="{697E15A4-21D4-47E2-9C79-C70DAE4A1DFB}" dt="2021-01-20T07:28:17.055" v="4192"/>
          <ac:grpSpMkLst>
            <pc:docMk/>
            <pc:sldMk cId="923315196" sldId="278"/>
            <ac:grpSpMk id="67" creationId="{D8112AAE-CCA0-4929-8F4D-A86E7B98B261}"/>
          </ac:grpSpMkLst>
        </pc:grpChg>
        <pc:grpChg chg="del mod">
          <ac:chgData name="VIkram Goyal" userId="4529b0165c9307b1" providerId="LiveId" clId="{697E15A4-21D4-47E2-9C79-C70DAE4A1DFB}" dt="2021-01-20T07:28:42.015" v="4221"/>
          <ac:grpSpMkLst>
            <pc:docMk/>
            <pc:sldMk cId="923315196" sldId="278"/>
            <ac:grpSpMk id="69" creationId="{B91B32DE-E527-45BA-AB05-1D6651CFD5F0}"/>
          </ac:grpSpMkLst>
        </pc:grpChg>
        <pc:grpChg chg="del mod">
          <ac:chgData name="VIkram Goyal" userId="4529b0165c9307b1" providerId="LiveId" clId="{697E15A4-21D4-47E2-9C79-C70DAE4A1DFB}" dt="2021-01-20T07:28:31.793" v="4207"/>
          <ac:grpSpMkLst>
            <pc:docMk/>
            <pc:sldMk cId="923315196" sldId="278"/>
            <ac:grpSpMk id="77" creationId="{4566B4F9-7F41-46F0-A982-17B4DB406A0F}"/>
          </ac:grpSpMkLst>
        </pc:grpChg>
        <pc:grpChg chg="del mod">
          <ac:chgData name="VIkram Goyal" userId="4529b0165c9307b1" providerId="LiveId" clId="{697E15A4-21D4-47E2-9C79-C70DAE4A1DFB}" dt="2021-01-20T07:28:34.052" v="4210"/>
          <ac:grpSpMkLst>
            <pc:docMk/>
            <pc:sldMk cId="923315196" sldId="278"/>
            <ac:grpSpMk id="84" creationId="{45F22535-9035-4126-BC30-EBD8B563A08D}"/>
          </ac:grpSpMkLst>
        </pc:grpChg>
        <pc:grpChg chg="del mod">
          <ac:chgData name="VIkram Goyal" userId="4529b0165c9307b1" providerId="LiveId" clId="{697E15A4-21D4-47E2-9C79-C70DAE4A1DFB}" dt="2021-01-20T07:28:42.015" v="4221"/>
          <ac:grpSpMkLst>
            <pc:docMk/>
            <pc:sldMk cId="923315196" sldId="278"/>
            <ac:grpSpMk id="87" creationId="{7A420AC4-FD73-4575-9FFA-DED3932E760C}"/>
          </ac:grpSpMkLst>
        </pc:grpChg>
        <pc:grpChg chg="del mod">
          <ac:chgData name="VIkram Goyal" userId="4529b0165c9307b1" providerId="LiveId" clId="{697E15A4-21D4-47E2-9C79-C70DAE4A1DFB}" dt="2021-01-20T07:28:48.461" v="4229"/>
          <ac:grpSpMkLst>
            <pc:docMk/>
            <pc:sldMk cId="923315196" sldId="278"/>
            <ac:grpSpMk id="98" creationId="{D1B7F77A-D2DE-4D4D-BB88-B31679556086}"/>
          </ac:grpSpMkLst>
        </pc:grpChg>
        <pc:grpChg chg="del mod">
          <ac:chgData name="VIkram Goyal" userId="4529b0165c9307b1" providerId="LiveId" clId="{697E15A4-21D4-47E2-9C79-C70DAE4A1DFB}" dt="2021-01-20T07:28:52.947" v="4236"/>
          <ac:grpSpMkLst>
            <pc:docMk/>
            <pc:sldMk cId="923315196" sldId="278"/>
            <ac:grpSpMk id="106" creationId="{10276510-BCB6-42D9-A556-126FBA7A4BF1}"/>
          </ac:grpSpMkLst>
        </pc:grpChg>
        <pc:grpChg chg="del mod">
          <ac:chgData name="VIkram Goyal" userId="4529b0165c9307b1" providerId="LiveId" clId="{697E15A4-21D4-47E2-9C79-C70DAE4A1DFB}" dt="2021-01-20T07:29:13.979" v="4239"/>
          <ac:grpSpMkLst>
            <pc:docMk/>
            <pc:sldMk cId="923315196" sldId="278"/>
            <ac:grpSpMk id="113" creationId="{CFE3F1C7-D28E-490D-B13B-59DCAC46DC61}"/>
          </ac:grpSpMkLst>
        </pc:grpChg>
        <pc:grpChg chg="del mod">
          <ac:chgData name="VIkram Goyal" userId="4529b0165c9307b1" providerId="LiveId" clId="{697E15A4-21D4-47E2-9C79-C70DAE4A1DFB}" dt="2021-01-20T07:29:19.228" v="4242"/>
          <ac:grpSpMkLst>
            <pc:docMk/>
            <pc:sldMk cId="923315196" sldId="278"/>
            <ac:grpSpMk id="115" creationId="{E7C11724-63DF-4965-B63D-FE8CD9C42CF0}"/>
          </ac:grpSpMkLst>
        </pc:grpChg>
        <pc:grpChg chg="del mod">
          <ac:chgData name="VIkram Goyal" userId="4529b0165c9307b1" providerId="LiveId" clId="{697E15A4-21D4-47E2-9C79-C70DAE4A1DFB}" dt="2021-01-20T07:29:21.177" v="4245"/>
          <ac:grpSpMkLst>
            <pc:docMk/>
            <pc:sldMk cId="923315196" sldId="278"/>
            <ac:grpSpMk id="117" creationId="{241093B6-BAD2-4046-86E0-4D1E3DB157AB}"/>
          </ac:grpSpMkLst>
        </pc:grpChg>
        <pc:grpChg chg="del mod">
          <ac:chgData name="VIkram Goyal" userId="4529b0165c9307b1" providerId="LiveId" clId="{697E15A4-21D4-47E2-9C79-C70DAE4A1DFB}" dt="2021-01-20T07:29:30.568" v="4247"/>
          <ac:grpSpMkLst>
            <pc:docMk/>
            <pc:sldMk cId="923315196" sldId="278"/>
            <ac:grpSpMk id="120" creationId="{6722D917-708F-412D-8E4F-7212F631B00E}"/>
          </ac:grpSpMkLst>
        </pc:grpChg>
        <pc:grpChg chg="del mod">
          <ac:chgData name="VIkram Goyal" userId="4529b0165c9307b1" providerId="LiveId" clId="{697E15A4-21D4-47E2-9C79-C70DAE4A1DFB}" dt="2021-01-20T07:29:32.445" v="4249"/>
          <ac:grpSpMkLst>
            <pc:docMk/>
            <pc:sldMk cId="923315196" sldId="278"/>
            <ac:grpSpMk id="122" creationId="{71B4A208-6D62-41B1-B9C6-6EB0AF284B79}"/>
          </ac:grpSpMkLst>
        </pc:grpChg>
        <pc:grpChg chg="del mod">
          <ac:chgData name="VIkram Goyal" userId="4529b0165c9307b1" providerId="LiveId" clId="{697E15A4-21D4-47E2-9C79-C70DAE4A1DFB}" dt="2021-01-20T07:29:39.266" v="4251"/>
          <ac:grpSpMkLst>
            <pc:docMk/>
            <pc:sldMk cId="923315196" sldId="278"/>
            <ac:grpSpMk id="124" creationId="{5049FC00-5CF6-4AC4-B02D-E5406A7E732F}"/>
          </ac:grpSpMkLst>
        </pc:grpChg>
        <pc:grpChg chg="del mod">
          <ac:chgData name="VIkram Goyal" userId="4529b0165c9307b1" providerId="LiveId" clId="{697E15A4-21D4-47E2-9C79-C70DAE4A1DFB}" dt="2021-01-20T07:29:47.015" v="4253"/>
          <ac:grpSpMkLst>
            <pc:docMk/>
            <pc:sldMk cId="923315196" sldId="278"/>
            <ac:grpSpMk id="126" creationId="{B552CC97-57EF-4496-8AB9-4308882FCCB4}"/>
          </ac:grpSpMkLst>
        </pc:grpChg>
        <pc:grpChg chg="del mod">
          <ac:chgData name="VIkram Goyal" userId="4529b0165c9307b1" providerId="LiveId" clId="{697E15A4-21D4-47E2-9C79-C70DAE4A1DFB}" dt="2021-01-20T07:29:55.732" v="4258"/>
          <ac:grpSpMkLst>
            <pc:docMk/>
            <pc:sldMk cId="923315196" sldId="278"/>
            <ac:grpSpMk id="128" creationId="{4718481B-6676-42B1-8AF4-23B4AA3B0DA1}"/>
          </ac:grpSpMkLst>
        </pc:grpChg>
        <pc:grpChg chg="mod">
          <ac:chgData name="VIkram Goyal" userId="4529b0165c9307b1" providerId="LiveId" clId="{697E15A4-21D4-47E2-9C79-C70DAE4A1DFB}" dt="2021-01-20T07:29:55.732" v="4258"/>
          <ac:grpSpMkLst>
            <pc:docMk/>
            <pc:sldMk cId="923315196" sldId="278"/>
            <ac:grpSpMk id="133" creationId="{225F57D0-F4BD-4C17-8946-A3D61CE02BE5}"/>
          </ac:grpSpMkLst>
        </pc:grp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4" creationId="{E9213F81-AA3A-467B-91B9-5431C58EDBEB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5" creationId="{792EC101-1C66-4412-9A55-E26FEBE7B943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7" creationId="{9C70D349-09B5-4543-A023-64E30687E29B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8" creationId="{2BD3C992-4387-470F-A2AF-FB7BA35A1B27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9" creationId="{8C4400E1-1B2D-42A2-AB55-CBE1FC8677B5}"/>
          </ac:inkMkLst>
        </pc:inkChg>
        <pc:inkChg chg="add mod">
          <ac:chgData name="VIkram Goyal" userId="4529b0165c9307b1" providerId="LiveId" clId="{697E15A4-21D4-47E2-9C79-C70DAE4A1DFB}" dt="2021-01-20T07:27:50.785" v="4175"/>
          <ac:inkMkLst>
            <pc:docMk/>
            <pc:sldMk cId="923315196" sldId="278"/>
            <ac:inkMk id="11" creationId="{4A3295BA-CF15-446F-ACC3-40F4B0F46AED}"/>
          </ac:inkMkLst>
        </pc:inkChg>
        <pc:inkChg chg="add">
          <ac:chgData name="VIkram Goyal" userId="4529b0165c9307b1" providerId="LiveId" clId="{697E15A4-21D4-47E2-9C79-C70DAE4A1DFB}" dt="2021-01-20T07:26:56.739" v="4137" actId="9405"/>
          <ac:inkMkLst>
            <pc:docMk/>
            <pc:sldMk cId="923315196" sldId="278"/>
            <ac:inkMk id="13" creationId="{0BC1976A-C9CA-4D1A-9C66-F504783EDCA1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4" creationId="{4AA5F91E-2B3C-45BD-876E-B026DDFDAF93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5" creationId="{4E8B0AC9-5D20-45F2-8876-3FC876F46E5C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6" creationId="{8DA67A2D-70F8-4BEF-9400-37EF9DAEE6BF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7" creationId="{F36FF16F-7FA6-4FE7-8C0A-8933324F4FC5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9" creationId="{F33D290C-D3E6-4AA9-ABE3-62EC98EF8AF8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20" creationId="{D840C3A8-5F41-4DFF-8BE4-A2A093CE78F1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21" creationId="{A2180A59-6BB8-46B5-8407-C6C33DF3BCCD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23" creationId="{73956D2C-C9D0-43D4-ADC7-CCE0C211EF79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24" creationId="{113CE259-C1F0-4D84-B293-4C6F43AB50BC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26" creationId="{E3AE300E-915F-4BF2-908E-298722744F54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27" creationId="{DA66A00F-8506-4B22-887B-6A52B1CAEDDF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28" creationId="{71B3D95F-AD2E-43C6-B8C5-2BB272EB4BD0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30" creationId="{7CDC38CC-1D48-4A57-8819-1A7A966B6D94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31" creationId="{DDD5BB65-4CBF-4178-9A19-17598563A570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33" creationId="{9B1674B9-E2FF-40C0-9A29-91326BE61741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34" creationId="{12A5E942-CB47-40E5-83FF-372D682C2470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37" creationId="{A183B8C6-86CB-4EDF-85AE-6F12DC4A673D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38" creationId="{C0BB074C-88C5-4E8B-89B7-829059940C5E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40" creationId="{F75FCCDB-AC7A-41E3-A2A4-87587CEA14DC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41" creationId="{9E59BBE3-2FEB-4F57-A022-1A932404CDFF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43" creationId="{B7E6D01F-0959-43C7-97C8-3D30D82495AC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44" creationId="{24431FA4-766A-4661-9747-0EF576DEE540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45" creationId="{A9342AA5-5224-49EA-87DB-1FE3B318EC73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47" creationId="{C5514D36-8FBA-4C3E-B8C7-21A6021A6BB6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48" creationId="{24AC9FB8-CE9D-40E6-9C49-AB2D13935215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50" creationId="{2F988D61-71D8-4290-87D3-1AD0C9B84330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51" creationId="{ADE8CB7B-EAC5-4ED6-84BC-D96BB80D4FF8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53" creationId="{EDAEBE28-67CB-4A01-9C76-5C1B5F413CCD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54" creationId="{FFE1CBB1-BE2D-454D-973A-536565DC0681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55" creationId="{3AEC7FB5-AF1D-471E-B28A-E1F32BE8DE6D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56" creationId="{6C1DF6E4-3C40-4CAE-8470-44EBFE964B10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57" creationId="{A04E9822-9459-4EBC-ABDE-7CC428BC239B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58" creationId="{F2CBCE54-3284-4AAB-9922-5E5A2FDDBFD5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60" creationId="{07FDBC07-5230-41AF-8C12-350E3F01FE8B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61" creationId="{4682FE1A-F110-427A-A3C7-1D2AADF3BFDB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62" creationId="{F57EAD35-2116-41F9-90CB-5A248EB65BF8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63" creationId="{8EDDCA50-A6EB-4D7D-9AD3-A8A17F2A1FF7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64" creationId="{A8116102-B47D-4409-AE8F-9B7DF3742457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66" creationId="{605E2AC8-75B9-47E2-8B91-976B96280C83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68" creationId="{DEED3291-655B-4653-A168-5E1687905F72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70" creationId="{B3C0748C-1EFC-496C-A59E-5358A40C6BF1}"/>
          </ac:inkMkLst>
        </pc:inkChg>
        <pc:inkChg chg="add del mod">
          <ac:chgData name="VIkram Goyal" userId="4529b0165c9307b1" providerId="LiveId" clId="{697E15A4-21D4-47E2-9C79-C70DAE4A1DFB}" dt="2021-01-20T07:29:10.493" v="4237"/>
          <ac:inkMkLst>
            <pc:docMk/>
            <pc:sldMk cId="923315196" sldId="278"/>
            <ac:inkMk id="71" creationId="{A5A9D127-EFF4-4BAC-B076-8B881AF974F0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72" creationId="{A12F5413-D239-4CB3-B122-1CFF7481DBBA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73" creationId="{C9C44CA9-39FE-4F69-8BF2-73BB12BAF26D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74" creationId="{15DF215D-BA29-4D13-AF61-C78698C2BC90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75" creationId="{A008C8AA-C941-43EF-9D18-3D23A6CE47C0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76" creationId="{F6D69532-779C-4661-90A3-8A2EAC0D76DC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78" creationId="{922C19FD-0AD0-45D6-9036-5D7C9710506F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79" creationId="{70A5E48D-D7EC-46BD-AD5F-318A95F38408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80" creationId="{D73BBC64-266B-4DE9-ACCD-E48027AB116D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81" creationId="{46394390-83EB-416F-B1BA-E2770C7A08CB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82" creationId="{21EF4CF0-1620-41C0-9B93-3DC257ADB834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83" creationId="{F2658445-5A6D-4005-98ED-EBDBEE07AB8F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85" creationId="{D4934ADC-1B63-4363-B912-8B12F14458A8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86" creationId="{D80DE6E9-9F9A-4176-A249-600E4E9C21AD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88" creationId="{73E844A8-0E86-4417-A0FA-B9B509B8ED9A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89" creationId="{18F49EBE-46A5-4EE9-A415-B087617D2834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90" creationId="{D9390284-48CC-4C25-A09C-B6057986F553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91" creationId="{9583B0F5-0902-4397-80D1-15713C4D3EF1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92" creationId="{EA90965C-E85B-48F9-B708-9CD3DDAD2D8E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93" creationId="{C5E23C42-9946-4139-B78B-E402AF68B253}"/>
          </ac:inkMkLst>
        </pc:inkChg>
        <pc:inkChg chg="add del mod">
          <ac:chgData name="VIkram Goyal" userId="4529b0165c9307b1" providerId="LiveId" clId="{697E15A4-21D4-47E2-9C79-C70DAE4A1DFB}" dt="2021-01-20T07:29:16.036" v="4240"/>
          <ac:inkMkLst>
            <pc:docMk/>
            <pc:sldMk cId="923315196" sldId="278"/>
            <ac:inkMk id="94" creationId="{86511264-20E8-4F70-9F49-AE62CA667C15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95" creationId="{B7B0C7ED-791D-4366-B432-F57C0265CB41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96" creationId="{1D5354EE-6558-40D6-99CA-D5609AA45537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97" creationId="{0D214EA0-1BC8-4CB5-8DF5-B713BBB65B35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99" creationId="{B6DCB2B9-03B3-4AD8-9B6A-E7436B175851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00" creationId="{EEC61824-7F09-4095-A547-B1779F916D90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01" creationId="{170FFC41-DBCD-4754-83E5-BED257C60C65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02" creationId="{399C8FF9-D366-4CCD-A7C0-092FF1E0D897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03" creationId="{67AEA1FD-FB85-491C-A9AD-0A0B6B6769A0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04" creationId="{A48D9FF5-4AC4-4468-BBE4-0F881B12281C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05" creationId="{0A5C82D5-CD21-416B-8BE0-A12A1F77FD8E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07" creationId="{5404A6DA-A541-4A05-A50F-D6C6100B0D5E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08" creationId="{7B158AC6-79DC-4D96-A667-0994619B43AE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09" creationId="{E5C49EC7-7E0C-4113-A1D6-535F0D6A1A58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10" creationId="{52C0DF79-34F7-4416-AC58-A95172C68A3E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11" creationId="{38F1DBFA-052E-4875-8A1C-579CA32B02B8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12" creationId="{3307D911-38C9-445D-ACC6-F4732371D084}"/>
          </ac:inkMkLst>
        </pc:inkChg>
        <pc:inkChg chg="add mod">
          <ac:chgData name="VIkram Goyal" userId="4529b0165c9307b1" providerId="LiveId" clId="{697E15A4-21D4-47E2-9C79-C70DAE4A1DFB}" dt="2021-01-20T07:29:19.228" v="4242"/>
          <ac:inkMkLst>
            <pc:docMk/>
            <pc:sldMk cId="923315196" sldId="278"/>
            <ac:inkMk id="114" creationId="{DE3D3758-F92A-4D18-BD50-1ABFF91D8BC3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16" creationId="{8B528504-5FFA-4B2E-A228-9735218CCCFF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18" creationId="{9E2E8698-6CB7-4CDF-BC02-AFFBCDBD117C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19" creationId="{A03A5636-8E44-4740-8801-CEBDE80D9578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21" creationId="{A7EECDE2-69B2-42C2-A264-38B4B2D0952A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23" creationId="{980D5D43-4BFD-4F5A-A9AF-30652A47B276}"/>
          </ac:inkMkLst>
        </pc:inkChg>
        <pc:inkChg chg="add mod">
          <ac:chgData name="VIkram Goyal" userId="4529b0165c9307b1" providerId="LiveId" clId="{697E15A4-21D4-47E2-9C79-C70DAE4A1DFB}" dt="2021-01-20T07:29:47.015" v="4253"/>
          <ac:inkMkLst>
            <pc:docMk/>
            <pc:sldMk cId="923315196" sldId="278"/>
            <ac:inkMk id="125" creationId="{7B2970A1-8785-4685-AAC7-3A935C5DD49B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27" creationId="{9981E623-B3FE-4DDA-8D0D-CDD3C7A34009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29" creationId="{EBB612BC-B945-4BB9-AE02-132296B71078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30" creationId="{C061F51F-CBF5-4CF4-8DB2-4B939EF0FA48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31" creationId="{18102B79-4DD5-4FB6-A572-D80A9CDC042D}"/>
          </ac:inkMkLst>
        </pc:inkChg>
        <pc:inkChg chg="add mod">
          <ac:chgData name="VIkram Goyal" userId="4529b0165c9307b1" providerId="LiveId" clId="{697E15A4-21D4-47E2-9C79-C70DAE4A1DFB}" dt="2021-01-20T07:29:55.732" v="4258"/>
          <ac:inkMkLst>
            <pc:docMk/>
            <pc:sldMk cId="923315196" sldId="278"/>
            <ac:inkMk id="132" creationId="{32A69247-55C4-4279-9261-1C05229F65C1}"/>
          </ac:inkMkLst>
        </pc:inkChg>
      </pc:sldChg>
      <pc:sldMasterChg chg="delSldLayout">
        <pc:chgData name="VIkram Goyal" userId="4529b0165c9307b1" providerId="LiveId" clId="{697E15A4-21D4-47E2-9C79-C70DAE4A1DFB}" dt="2021-09-25T05:07:01.759" v="4379" actId="47"/>
        <pc:sldMasterMkLst>
          <pc:docMk/>
          <pc:sldMasterMk cId="0" sldId="2147483660"/>
        </pc:sldMasterMkLst>
        <pc:sldLayoutChg chg="del">
          <pc:chgData name="VIkram Goyal" userId="4529b0165c9307b1" providerId="LiveId" clId="{697E15A4-21D4-47E2-9C79-C70DAE4A1DFB}" dt="2021-09-25T05:07:01.759" v="4379" actId="47"/>
          <pc:sldLayoutMkLst>
            <pc:docMk/>
            <pc:sldMasterMk cId="0" sldId="2147483660"/>
            <pc:sldLayoutMk cId="0" sldId="2147483650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5T06:40:10.7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 1839 0 0,'-24'0'160'0'0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5T06:40:12.1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4951 0 0,'0'0'480'0'0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5T06:40:12.5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 13 13823 0 0,'0'0'608'0'0,"-14"-3"128"0"0,-2-1-584 0 0,4 2-152 0 0,1-1 2416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5T06:40:15.8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294 1158 10591 0 0,'-1'-2'819'0'0,"-9"-10"-160"0"0,0-1 1 0 0,2-1-1 0 0,-1 1 1 0 0,2-1-1 0 0,0-1 0 0 0,1 1 1 0 0,0-1-1 0 0,-3-17 1 0 0,-87-387 5154 0 0,46 177-5210 0 0,0 16-1163 0 0,26 100 162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5T06:41:31.3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 18431 0 0,'-32'33'816'0'0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5T06:30:40.4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11055 0 0,'18'8'488'0'0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5T06:30:44.6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 8287 0 0,'0'0'5472'0'0,"12"-4"-5472"0"0,2 2-352 0 0,2 1-104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5T07:00:16.3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44 5959 0 0,'9'-18'534'0'0,"-8"15"-496"0"0,1 0 0 0 0,-1 1 0 0 0,1 0 1 0 0,0-1-1 0 0,0 1 0 0 0,2-2 0 0 0,5-1 278 0 0,-6 4-249 0 0,-1 0 479 0 0,1 3-454 0 0,1-1-89 0 0,0 1 13 0 0,15 15-165 0 0,-3 2-2063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0T06:42:49.4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55 8263 0 0,'21'-4'360'0'0,"-2"3"88"0"0,9-1-360 0 0,10 0-88 0 0,11 0 0 0 0,9-1 0 0 0,7-4-96 0 0,3-2-32 0 0,0-3 0 0 0,5 0-3416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0T07:05:22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4143 0 0,'0'0'440'0'0,"16"1"1224"0"0,0 1-736 0 0,-1-4 8 0 0,-1-1-664 0 0,4 1-272 0 0,-3 0-2216 0 0,-1-1-472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20T07:21:32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4 269 15631 0 0,'-4'-49'696'0'0,"4"21"136"0"0,2 2-664 0 0,3 2-168 0 0,4-1 0 0 0,3 6 0 0 0,4 2-272 0 0,7-1-88 0 0,6-1-24 0 0,15-4-4016 0 0,12 2-808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8075" y="801688"/>
            <a:ext cx="5345113" cy="4010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6387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subTitle" idx="1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2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3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3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2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2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3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4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2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insights.stackoverflow.com/survey/2020#most-popular-technologi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42" Type="http://schemas.openxmlformats.org/officeDocument/2006/relationships/customXml" Target="../ink/ink2.xml"/><Relationship Id="rId3" Type="http://schemas.openxmlformats.org/officeDocument/2006/relationships/image" Target="../media/image2.png"/><Relationship Id="rId141" Type="http://schemas.openxmlformats.org/officeDocument/2006/relationships/image" Target="../media/image41.png"/><Relationship Id="rId146" Type="http://schemas.openxmlformats.org/officeDocument/2006/relationships/customXml" Target="../ink/ink4.xml"/><Relationship Id="rId2" Type="http://schemas.openxmlformats.org/officeDocument/2006/relationships/notesSlide" Target="../notesSlides/notesSlide1.xml"/><Relationship Id="rId145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144" Type="http://schemas.openxmlformats.org/officeDocument/2006/relationships/customXml" Target="../ink/ink3.xml"/><Relationship Id="rId143" Type="http://schemas.openxmlformats.org/officeDocument/2006/relationships/image" Target="../media/image42.png"/><Relationship Id="rId148" Type="http://schemas.openxmlformats.org/officeDocument/2006/relationships/customXml" Target="../ink/ink5.xml"/><Relationship Id="rId4" Type="http://schemas.openxmlformats.org/officeDocument/2006/relationships/customXml" Target="../ink/ink1.xml"/><Relationship Id="rId147" Type="http://schemas.openxmlformats.org/officeDocument/2006/relationships/image" Target="../media/image44.png"/><Relationship Id="rId215" Type="http://schemas.openxmlformats.org/officeDocument/2006/relationships/image" Target="../media/image7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62.png"/><Relationship Id="rId3" Type="http://schemas.openxmlformats.org/officeDocument/2006/relationships/customXml" Target="../ink/ink6.xml"/><Relationship Id="rId17" Type="http://schemas.openxmlformats.org/officeDocument/2006/relationships/customXml" Target="../ink/ink7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6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30" Type="http://schemas.openxmlformats.org/officeDocument/2006/relationships/image" Target="../media/image330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79" Type="http://schemas.openxmlformats.org/officeDocument/2006/relationships/customXml" Target="../ink/ink10.xml"/><Relationship Id="rId106" Type="http://schemas.openxmlformats.org/officeDocument/2006/relationships/image" Target="../media/image1433.png"/><Relationship Id="rId78" Type="http://schemas.openxmlformats.org/officeDocument/2006/relationships/image" Target="../media/image14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0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F8006-EFE0-43FE-BF31-CA41027D3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92" y="2841320"/>
            <a:ext cx="9071640" cy="1262160"/>
          </a:xfrm>
        </p:spPr>
        <p:txBody>
          <a:bodyPr/>
          <a:lstStyle/>
          <a:p>
            <a:r>
              <a:rPr lang="en-IN" sz="3600" b="1" dirty="0"/>
              <a:t>SQL Queries</a:t>
            </a:r>
          </a:p>
        </p:txBody>
      </p:sp>
    </p:spTree>
    <p:extLst>
      <p:ext uri="{BB962C8B-B14F-4D97-AF65-F5344CB8AC3E}">
        <p14:creationId xmlns:p14="http://schemas.microsoft.com/office/powerpoint/2010/main" val="1967870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D55B-E885-4973-8C80-A15AA8D7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/>
              <a:t>Why should one learn SQL?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A64EB-34F0-45F8-9FE2-E94EFFD47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000" y="1769040"/>
            <a:ext cx="9071640" cy="4384440"/>
          </a:xfrm>
        </p:spPr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92929"/>
                </a:solidFill>
                <a:effectLst/>
                <a:latin typeface="charter"/>
              </a:rPr>
              <a:t>Based on a survey conducted by </a:t>
            </a:r>
            <a:r>
              <a:rPr lang="en-US" sz="2400" b="0" i="0" u="sng" dirty="0">
                <a:effectLst/>
                <a:latin typeface="charter"/>
                <a:hlinkClick r:id="rId2"/>
              </a:rPr>
              <a:t>Stack Overflow</a:t>
            </a:r>
            <a:r>
              <a:rPr lang="en-US" sz="2400" b="0" i="0" dirty="0">
                <a:solidFill>
                  <a:srgbClr val="292929"/>
                </a:solidFill>
                <a:effectLst/>
                <a:latin typeface="charter"/>
              </a:rPr>
              <a:t> in 2020, </a:t>
            </a:r>
            <a:r>
              <a:rPr lang="en-US" sz="2400" b="1" i="0" dirty="0">
                <a:solidFill>
                  <a:srgbClr val="292929"/>
                </a:solidFill>
                <a:effectLst/>
                <a:latin typeface="charter"/>
              </a:rPr>
              <a:t>SQL ranks as the third most commonly used programming language</a:t>
            </a:r>
            <a:r>
              <a:rPr lang="en-US" sz="2400" b="0" i="0" dirty="0">
                <a:solidFill>
                  <a:srgbClr val="292929"/>
                </a:solidFill>
                <a:effectLst/>
                <a:latin typeface="charter"/>
              </a:rPr>
              <a:t>.</a:t>
            </a:r>
            <a:endParaRPr lang="en-IN" sz="2400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2400" dirty="0"/>
              <a:t>An easy mechanism to specify your data need when data is structured in the form of tables.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2400" dirty="0"/>
              <a:t>Most of the NoSQL technologies support SQL like language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Cassandra has CQL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Spark has </a:t>
            </a:r>
            <a:r>
              <a:rPr lang="en-IN" sz="2400" dirty="0" err="1"/>
              <a:t>SparkSQL</a:t>
            </a:r>
            <a:endParaRPr lang="en-IN" sz="2400" dirty="0"/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HIVEQL for Hadoop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IN" sz="2400" dirty="0" err="1"/>
              <a:t>InfluxQL</a:t>
            </a:r>
            <a:r>
              <a:rPr lang="en-IN" sz="2400" dirty="0"/>
              <a:t> for </a:t>
            </a:r>
            <a:r>
              <a:rPr lang="en-IN" sz="2400" dirty="0" err="1"/>
              <a:t>InfluxDB</a:t>
            </a:r>
            <a:endParaRPr lang="en-IN" sz="2400" dirty="0"/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Elasticsearch SQL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Cypher for Neo4j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SAP Hana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……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494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504000" y="253508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/>
              <a:t>Relation Schema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179" y="1496206"/>
            <a:ext cx="7965282" cy="51081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C1956A-E128-4BF0-8E8D-8AF721308BD8}"/>
              </a:ext>
            </a:extLst>
          </p:cNvPr>
          <p:cNvSpPr txBox="1"/>
          <p:nvPr/>
        </p:nvSpPr>
        <p:spPr>
          <a:xfrm>
            <a:off x="1727200" y="7123953"/>
            <a:ext cx="7906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Figure </a:t>
            </a:r>
            <a:r>
              <a:rPr lang="en-IN" dirty="0" err="1"/>
              <a:t>Credit:www.mathcs.emory.edu</a:t>
            </a:r>
            <a:r>
              <a:rPr lang="en-IN" dirty="0"/>
              <a:t>/~</a:t>
            </a:r>
            <a:r>
              <a:rPr lang="en-IN" dirty="0" err="1"/>
              <a:t>cheung</a:t>
            </a:r>
            <a:r>
              <a:rPr lang="en-IN" dirty="0"/>
              <a:t>/Courses/377/Syllabus/</a:t>
            </a:r>
            <a:r>
              <a:rPr lang="en-IN" dirty="0" err="1"/>
              <a:t>syl.html#CURRENT</a:t>
            </a:r>
            <a:r>
              <a:rPr lang="en-IN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C513206-B655-4399-BA38-E9ED9C8683DC}"/>
                  </a:ext>
                </a:extLst>
              </p14:cNvPr>
              <p14:cNvContentPartPr/>
              <p14:nvPr/>
            </p14:nvContentPartPr>
            <p14:xfrm>
              <a:off x="4223671" y="2423800"/>
              <a:ext cx="9000" cy="3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C513206-B655-4399-BA38-E9ED9C8683D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215031" y="2415160"/>
                <a:ext cx="266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26FE9441-FD25-4B2D-91E6-4DB024EB80FF}"/>
                  </a:ext>
                </a:extLst>
              </p14:cNvPr>
              <p14:cNvContentPartPr/>
              <p14:nvPr/>
            </p14:nvContentPartPr>
            <p14:xfrm>
              <a:off x="1982311" y="6526000"/>
              <a:ext cx="360" cy="3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26FE9441-FD25-4B2D-91E6-4DB024EB80F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973671" y="65170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850FC4C0-BF6D-43E6-9632-1152E2BBB9AF}"/>
                  </a:ext>
                </a:extLst>
              </p14:cNvPr>
              <p14:cNvContentPartPr/>
              <p14:nvPr/>
            </p14:nvContentPartPr>
            <p14:xfrm>
              <a:off x="4148431" y="2188360"/>
              <a:ext cx="19080" cy="46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850FC4C0-BF6D-43E6-9632-1152E2BBB9A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139431" y="2179720"/>
                <a:ext cx="367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B073CE73-AC89-4B97-B7B6-BD191C4C3397}"/>
                  </a:ext>
                </a:extLst>
              </p14:cNvPr>
              <p14:cNvContentPartPr/>
              <p14:nvPr/>
            </p14:nvContentPartPr>
            <p14:xfrm>
              <a:off x="2150431" y="1765360"/>
              <a:ext cx="106200" cy="4168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B073CE73-AC89-4B97-B7B6-BD191C4C339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141791" y="1756720"/>
                <a:ext cx="12384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770EB36-0C3C-4626-B11D-BEE08DF90DC2}"/>
                  </a:ext>
                </a:extLst>
              </p14:cNvPr>
              <p14:cNvContentPartPr/>
              <p14:nvPr/>
            </p14:nvContentPartPr>
            <p14:xfrm>
              <a:off x="3589351" y="2713960"/>
              <a:ext cx="11520" cy="122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770EB36-0C3C-4626-B11D-BEE08DF90DC2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580351" y="2705320"/>
                <a:ext cx="29160" cy="29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210690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F32992-D916-4315-980D-90A592AF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42" y="402482"/>
            <a:ext cx="8694540" cy="1461188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FFFFFF"/>
                </a:solidFill>
              </a:rPr>
              <a:t>Query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F45A6-2BD8-48E6-843B-55670A026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042" y="2687884"/>
            <a:ext cx="8694540" cy="4121072"/>
          </a:xfrm>
        </p:spPr>
        <p:txBody>
          <a:bodyPr>
            <a:normAutofit/>
          </a:bodyPr>
          <a:lstStyle/>
          <a:p>
            <a:pPr marL="228600" indent="0"/>
            <a:r>
              <a:rPr lang="en-IN" sz="2500" dirty="0"/>
              <a:t>Based on Predicates:</a:t>
            </a:r>
          </a:p>
          <a:p>
            <a:pPr marL="1143000" lvl="1" indent="-457200">
              <a:buAutoNum type="arabicPeriod"/>
            </a:pPr>
            <a:r>
              <a:rPr lang="en-IN" sz="2500" dirty="0"/>
              <a:t>Comparison of atomic values</a:t>
            </a:r>
          </a:p>
          <a:p>
            <a:pPr marL="1600200" lvl="2" indent="-457200">
              <a:buFont typeface="Arial" panose="020B0604020202020204" pitchFamily="34" charset="0"/>
              <a:buChar char="•"/>
            </a:pPr>
            <a:r>
              <a:rPr lang="en-IN" sz="2500" dirty="0"/>
              <a:t>Salary =100000, emp1.Age &lt; emp2.Age</a:t>
            </a:r>
          </a:p>
          <a:p>
            <a:pPr marL="1143000" lvl="1" indent="-457200">
              <a:buAutoNum type="arabicPeriod"/>
            </a:pPr>
            <a:r>
              <a:rPr lang="en-IN" sz="2500" dirty="0"/>
              <a:t>Comparison of an atomic value and a set of values</a:t>
            </a:r>
          </a:p>
          <a:p>
            <a:pPr marL="1600200" lvl="2" indent="-457200">
              <a:buFont typeface="Arial" panose="020B0604020202020204" pitchFamily="34" charset="0"/>
              <a:buChar char="•"/>
            </a:pPr>
            <a:r>
              <a:rPr lang="en-IN" sz="2500" dirty="0"/>
              <a:t>Salary in (Salaries of a particular group), Age &gt;= All/Any (Age values for a particular group) …</a:t>
            </a:r>
          </a:p>
          <a:p>
            <a:pPr marL="1143000" lvl="1" indent="-457200">
              <a:buAutoNum type="arabicPeriod"/>
            </a:pPr>
            <a:r>
              <a:rPr lang="en-IN" sz="2500" dirty="0"/>
              <a:t>Comparison between a pair of sets</a:t>
            </a:r>
          </a:p>
          <a:p>
            <a:pPr marL="1600200" lvl="2" indent="-457200">
              <a:buFont typeface="Arial" panose="020B0604020202020204" pitchFamily="34" charset="0"/>
              <a:buChar char="•"/>
            </a:pPr>
            <a:r>
              <a:rPr lang="en-IN" sz="2500" dirty="0"/>
              <a:t>Employees working on a specific project is subset of employees in CSE Department</a:t>
            </a:r>
          </a:p>
        </p:txBody>
      </p:sp>
    </p:spTree>
    <p:extLst>
      <p:ext uri="{BB962C8B-B14F-4D97-AF65-F5344CB8AC3E}">
        <p14:creationId xmlns:p14="http://schemas.microsoft.com/office/powerpoint/2010/main" val="3329537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Selection Queries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 all employee tuples for employees that work for department number 4.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 all employees earning more than Rs 30,000: 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 all employees working for department number 4 and earning more than Rs 30,000: 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4AA0C5C-B9EF-4950-AF2A-1CD528E15394}"/>
                  </a:ext>
                </a:extLst>
              </p14:cNvPr>
              <p14:cNvContentPartPr/>
              <p14:nvPr/>
            </p14:nvContentPartPr>
            <p14:xfrm>
              <a:off x="8161711" y="3342160"/>
              <a:ext cx="6480" cy="3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4AA0C5C-B9EF-4950-AF2A-1CD528E1539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152711" y="3333520"/>
                <a:ext cx="241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E7ED857-B2B9-4BA6-8C65-2680E6A74EB8}"/>
                  </a:ext>
                </a:extLst>
              </p14:cNvPr>
              <p14:cNvContentPartPr/>
              <p14:nvPr/>
            </p14:nvContentPartPr>
            <p14:xfrm>
              <a:off x="4156351" y="3214360"/>
              <a:ext cx="15480" cy="28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E7ED857-B2B9-4BA6-8C65-2680E6A74EB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147711" y="3205720"/>
                <a:ext cx="33120" cy="2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504000" y="253508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Projection Queries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 only the SSN </a:t>
            </a:r>
            <a:r>
              <a:rPr lang="en-IN" sz="3200" dirty="0"/>
              <a:t>value of 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the employees.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 the sex information </a:t>
            </a:r>
            <a:r>
              <a:rPr lang="en-IN" sz="3200" dirty="0"/>
              <a:t>of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 the employees.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 the names of the female employees.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 the names of the employees who earn more than Rs 50,000.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504000" y="30168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Join  </a:t>
            </a:r>
            <a:r>
              <a:rPr lang="en-IN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R1 ⋈</a:t>
            </a:r>
            <a:r>
              <a:rPr lang="en-IN" sz="36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</a:t>
            </a:r>
            <a:r>
              <a:rPr lang="en-IN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R2  =  σ</a:t>
            </a:r>
            <a:r>
              <a:rPr lang="en-IN" sz="36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</a:t>
            </a:r>
            <a:r>
              <a:rPr lang="en-IN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 R1 × R2 ) </a:t>
            </a:r>
            <a:r>
              <a:rPr lang="en-IN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employees who have a higher salary than John Smith.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000"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/>
        </p:nvSpPr>
        <p:spPr>
          <a:xfrm>
            <a:off x="504000" y="253508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Join queries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lang="en-IN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fname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lname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all employees working in the "Research" department that earn more than Rs 50,000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project name for all projects worked on by </a:t>
            </a:r>
            <a:r>
              <a:rPr lang="en-IN" sz="3200" dirty="0" err="1"/>
              <a:t>Shabeg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lang="en-IN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fname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lname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Ankush's supervisor.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lang="en-IN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fname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lname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all employees that have dependents 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71C9F90-161E-4EE5-BAD1-55074520A43B}"/>
                  </a:ext>
                </a:extLst>
              </p14:cNvPr>
              <p14:cNvContentPartPr/>
              <p14:nvPr/>
            </p14:nvContentPartPr>
            <p14:xfrm>
              <a:off x="2781434" y="3806181"/>
              <a:ext cx="30240" cy="16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71C9F90-161E-4EE5-BAD1-55074520A43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772434" y="3797181"/>
                <a:ext cx="47880" cy="3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A81F-3005-43A9-858B-CF27F613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178A2-6E98-4989-8945-6FA015606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241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/>
              <a:t>Complex Queries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325817" y="2147508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lang="en-IN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fname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lname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all employees that do not have any dependents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lang="en-IN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fname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lname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all employees who work on all projects that "John Smith" works on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lang="en-IN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fname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3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lname</a:t>
            </a:r>
            <a:r>
              <a:rPr lang="en-IN" sz="3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all employees who work on all projects controlled by the department CSE.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 and group functions</a:t>
            </a: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highest salary earned by employees in department number 5.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employee(s) who earn the highest salary in the company           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average salary for each department.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average salary for male employees and female employees.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average salary of males and females for each department.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average salary and number of employees for males and females for each department                     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B3C4A13-5F54-4900-94A7-667A12E6FE94}"/>
                  </a:ext>
                </a:extLst>
              </p14:cNvPr>
              <p14:cNvContentPartPr/>
              <p14:nvPr/>
            </p14:nvContentPartPr>
            <p14:xfrm>
              <a:off x="3105871" y="2355475"/>
              <a:ext cx="176040" cy="19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B3C4A13-5F54-4900-94A7-667A12E6FE9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097231" y="2346835"/>
                <a:ext cx="1936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85F4B6C-086F-4A0C-93E9-AFB692F8099A}"/>
                  </a:ext>
                </a:extLst>
              </p14:cNvPr>
              <p14:cNvContentPartPr/>
              <p14:nvPr/>
            </p14:nvContentPartPr>
            <p14:xfrm>
              <a:off x="5977591" y="5890315"/>
              <a:ext cx="39240" cy="46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85F4B6C-086F-4A0C-93E9-AFB692F8099A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5968591" y="5881675"/>
                <a:ext cx="56880" cy="2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more examples using set functions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504000" y="1165417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lang="en-IN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fname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lname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all employees who work on more projects than 'John Smith'. 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lang="en-IN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fname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lname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employees who have 2 or more dependents. 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lang="en-IN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fname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lname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employees who have 2 or more dependents of the same sex.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lang="en-IN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fname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lname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employees who have the most number of dependents. 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lang="en-IN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fname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lname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employee(s) in the Research department who earn the highest salary in the Research department. 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department, list the department name and the highest salary paid to an employee in that department 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81DCCCC-4975-4A52-874E-CAFC8770AB33}"/>
                  </a:ext>
                </a:extLst>
              </p14:cNvPr>
              <p14:cNvContentPartPr/>
              <p14:nvPr/>
            </p14:nvContentPartPr>
            <p14:xfrm>
              <a:off x="4636231" y="3175195"/>
              <a:ext cx="70920" cy="97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81DCCCC-4975-4A52-874E-CAFC8770AB3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627231" y="3166195"/>
                <a:ext cx="88560" cy="11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2289</TotalTime>
  <Words>572</Words>
  <Application>Microsoft Office PowerPoint</Application>
  <PresentationFormat>Custom</PresentationFormat>
  <Paragraphs>58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charter</vt:lpstr>
      <vt:lpstr>Noto Sans Symbols</vt:lpstr>
      <vt:lpstr>Times New Roman</vt:lpstr>
      <vt:lpstr>Office Theme</vt:lpstr>
      <vt:lpstr>SQL Queries</vt:lpstr>
      <vt:lpstr>Why should one learn SQL?</vt:lpstr>
      <vt:lpstr>PowerPoint Presentation</vt:lpstr>
      <vt:lpstr>Query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Lecture-2: Refresher on SQL Queries</dc:title>
  <dc:creator>VIkram Goyal</dc:creator>
  <cp:lastModifiedBy>VIkram Goyal</cp:lastModifiedBy>
  <cp:revision>1</cp:revision>
  <dcterms:created xsi:type="dcterms:W3CDTF">2021-01-15T04:25:26Z</dcterms:created>
  <dcterms:modified xsi:type="dcterms:W3CDTF">2024-08-05T11:29:21Z</dcterms:modified>
</cp:coreProperties>
</file>